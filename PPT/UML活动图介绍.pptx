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6"/>
  </p:notesMasterIdLst>
  <p:sldIdLst>
    <p:sldId id="288" r:id="rId2"/>
    <p:sldId id="262" r:id="rId3"/>
    <p:sldId id="258" r:id="rId4"/>
    <p:sldId id="289" r:id="rId5"/>
    <p:sldId id="290" r:id="rId6"/>
    <p:sldId id="291" r:id="rId7"/>
    <p:sldId id="292" r:id="rId8"/>
    <p:sldId id="293" r:id="rId9"/>
    <p:sldId id="316" r:id="rId10"/>
  </p:sldIdLst>
  <p:sldSz cx="12192000" cy="6858000"/>
  <p:notesSz cx="6858000" cy="9144000"/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50A2"/>
    <a:srgbClr val="E87823"/>
    <a:srgbClr val="404067"/>
    <a:srgbClr val="A20000"/>
    <a:srgbClr val="A40000"/>
    <a:srgbClr val="9E0000"/>
    <a:srgbClr val="C7450B"/>
    <a:srgbClr val="E24E0C"/>
    <a:srgbClr val="DC6140"/>
    <a:srgbClr val="E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182" autoAdjust="0"/>
  </p:normalViewPr>
  <p:slideViewPr>
    <p:cSldViewPr snapToGrid="0">
      <p:cViewPr varScale="1">
        <p:scale>
          <a:sx n="102" d="100"/>
          <a:sy n="102" d="100"/>
        </p:scale>
        <p:origin x="144" y="60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7104"/>
    </p:cViewPr>
  </p:sorter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viewProps" Target="viewProps.xml" Id="rId39" /><Relationship Type="http://schemas.openxmlformats.org/officeDocument/2006/relationships/slide" Target="slides/slide6.xml" Id="rId7" /><Relationship Type="http://schemas.openxmlformats.org/officeDocument/2006/relationships/slide" Target="slides/slide1.xml" Id="rId2" /><Relationship Type="http://schemas.openxmlformats.org/officeDocument/2006/relationships/tableStyles" Target="tableStyles.xml" Id="rId41" /><Relationship Type="http://schemas.openxmlformats.org/officeDocument/2006/relationships/slideMaster" Target="slideMasters/slideMaster1.xml" Id="rId1" /><Relationship Type="http://schemas.openxmlformats.org/officeDocument/2006/relationships/slide" Target="slides/slide5.xml" Id="rId6" /><Relationship Type="http://schemas.openxmlformats.org/officeDocument/2006/relationships/tags" Target="tags/tag1.xml" Id="rId37" /><Relationship Type="http://schemas.openxmlformats.org/officeDocument/2006/relationships/theme" Target="theme/theme1.xml" Id="rId40" /><Relationship Type="http://schemas.openxmlformats.org/officeDocument/2006/relationships/slide" Target="slides/slide4.xml" Id="rId5" /><Relationship Type="http://schemas.openxmlformats.org/officeDocument/2006/relationships/notesMaster" Target="notesMasters/notesMaster1.xml" Id="rId36" /><Relationship Type="http://schemas.openxmlformats.org/officeDocument/2006/relationships/slide" Target="slides/slide9.xml" Id="rId10" /><Relationship Type="http://schemas.openxmlformats.org/officeDocument/2006/relationships/slide" Target="slides/slide3.xml" Id="rId4" /><Relationship Type="http://schemas.openxmlformats.org/officeDocument/2006/relationships/slide" Target="slides/slide8.xml" Id="rId9" /><Relationship Type="http://schemas.openxmlformats.org/officeDocument/2006/relationships/slide" Target="slides/slide7.xml" Id="rId8" /><Relationship Type="http://schemas.openxmlformats.org/officeDocument/2006/relationships/slide" Target="slides/slide2.xml" Id="rId3" /><Relationship Type="http://schemas.openxmlformats.org/officeDocument/2006/relationships/presProps" Target="presProps.xml" Id="rId38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2021/6/10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5f13f3af-77ba-47ff-af48-9dcb50e9732d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565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b1e556d7-7a5d-4151-bced-a5764b699edc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7195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e05b8ad8-1238-4a5b-9087-9bda6b37b3cd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703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/>
          </p:cNvSpPr>
          <p:nvPr userDrawn="1"/>
        </p:nvSpPr>
        <p:spPr bwMode="auto">
          <a:xfrm>
            <a:off x="1588" y="-1588"/>
            <a:ext cx="12188825" cy="0"/>
          </a:xfrm>
          <a:custGeom>
            <a:avLst/>
            <a:gdLst>
              <a:gd name="T0" fmla="*/ 0 w 7678"/>
              <a:gd name="T1" fmla="*/ 7678 w 7678"/>
              <a:gd name="T2" fmla="*/ 0 w 7678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7678">
                <a:moveTo>
                  <a:pt x="0" y="0"/>
                </a:moveTo>
                <a:lnTo>
                  <a:pt x="767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Freeform 7"/>
          <p:cNvSpPr>
            <a:spLocks/>
          </p:cNvSpPr>
          <p:nvPr userDrawn="1"/>
        </p:nvSpPr>
        <p:spPr bwMode="auto">
          <a:xfrm>
            <a:off x="1588" y="6856413"/>
            <a:ext cx="12188825" cy="0"/>
          </a:xfrm>
          <a:custGeom>
            <a:avLst/>
            <a:gdLst>
              <a:gd name="T0" fmla="*/ 7678 w 7678"/>
              <a:gd name="T1" fmla="*/ 0 w 7678"/>
              <a:gd name="T2" fmla="*/ 7678 w 7678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7678">
                <a:moveTo>
                  <a:pt x="7678" y="0"/>
                </a:moveTo>
                <a:lnTo>
                  <a:pt x="0" y="0"/>
                </a:lnTo>
                <a:lnTo>
                  <a:pt x="767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Line 8"/>
          <p:cNvSpPr>
            <a:spLocks noChangeShapeType="1"/>
          </p:cNvSpPr>
          <p:nvPr userDrawn="1"/>
        </p:nvSpPr>
        <p:spPr bwMode="auto">
          <a:xfrm flipH="1">
            <a:off x="1588" y="6856413"/>
            <a:ext cx="12188825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4414D7-E5FF-4116-B62F-5C662F57A6D6}" type="datetimeFigureOut">
              <a:rPr lang="zh-CN" altLang="en-US" smtClean="0"/>
              <a:t>2021/6/10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856CFA3-CA92-442F-BA9F-2E1E736B61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8006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5" r:id="rId2"/>
    <p:sldLayoutId id="2147483661" r:id="rId3"/>
    <p:sldLayoutId id="2147483663" r:id="rId4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422" userDrawn="1">
          <p15:clr>
            <a:srgbClr val="F26B43"/>
          </p15:clr>
        </p15:guide>
        <p15:guide id="2" pos="7257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6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14="http://schemas.microsoft.com/office/drawing/2010/main"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组合 265"/>
          <p:cNvGrpSpPr/>
          <p:nvPr/>
        </p:nvGrpSpPr>
        <p:grpSpPr>
          <a:xfrm>
            <a:off x="6837609" y="1439332"/>
            <a:ext cx="5354391" cy="4537465"/>
            <a:chOff x="5675313" y="696912"/>
            <a:chExt cx="6513513" cy="5519738"/>
          </a:xfrm>
        </p:grpSpPr>
        <p:sp>
          <p:nvSpPr>
            <p:cNvPr id="67" name="Freeform 163"/>
            <p:cNvSpPr>
              <a:spLocks noEditPoints="1"/>
            </p:cNvSpPr>
            <p:nvPr userDrawn="1"/>
          </p:nvSpPr>
          <p:spPr bwMode="auto">
            <a:xfrm>
              <a:off x="5675313" y="696912"/>
              <a:ext cx="6513513" cy="5519738"/>
            </a:xfrm>
            <a:custGeom>
              <a:avLst/>
              <a:gdLst>
                <a:gd name="T0" fmla="*/ 3807 w 4104"/>
                <a:gd name="T1" fmla="*/ 1360 h 3477"/>
                <a:gd name="T2" fmla="*/ 2325 w 4104"/>
                <a:gd name="T3" fmla="*/ 3350 h 3477"/>
                <a:gd name="T4" fmla="*/ 1099 w 4104"/>
                <a:gd name="T5" fmla="*/ 3187 h 3477"/>
                <a:gd name="T6" fmla="*/ 955 w 4104"/>
                <a:gd name="T7" fmla="*/ 2685 h 3477"/>
                <a:gd name="T8" fmla="*/ 314 w 4104"/>
                <a:gd name="T9" fmla="*/ 2123 h 3477"/>
                <a:gd name="T10" fmla="*/ 1463 w 4104"/>
                <a:gd name="T11" fmla="*/ 179 h 3477"/>
                <a:gd name="T12" fmla="*/ 2270 w 4104"/>
                <a:gd name="T13" fmla="*/ 173 h 3477"/>
                <a:gd name="T14" fmla="*/ 2685 w 4104"/>
                <a:gd name="T15" fmla="*/ 872 h 3477"/>
                <a:gd name="T16" fmla="*/ 3807 w 4104"/>
                <a:gd name="T17" fmla="*/ 1360 h 3477"/>
                <a:gd name="T18" fmla="*/ 3807 w 4104"/>
                <a:gd name="T19" fmla="*/ 1360 h 3477"/>
                <a:gd name="T20" fmla="*/ 3807 w 4104"/>
                <a:gd name="T21" fmla="*/ 1360 h 3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104" h="3477">
                  <a:moveTo>
                    <a:pt x="3807" y="1360"/>
                  </a:moveTo>
                  <a:cubicBezTo>
                    <a:pt x="4104" y="1800"/>
                    <a:pt x="3375" y="3063"/>
                    <a:pt x="2325" y="3350"/>
                  </a:cubicBezTo>
                  <a:cubicBezTo>
                    <a:pt x="1932" y="3456"/>
                    <a:pt x="1311" y="3477"/>
                    <a:pt x="1099" y="3187"/>
                  </a:cubicBezTo>
                  <a:cubicBezTo>
                    <a:pt x="987" y="3036"/>
                    <a:pt x="1076" y="2922"/>
                    <a:pt x="955" y="2685"/>
                  </a:cubicBezTo>
                  <a:cubicBezTo>
                    <a:pt x="777" y="2332"/>
                    <a:pt x="467" y="2355"/>
                    <a:pt x="314" y="2123"/>
                  </a:cubicBezTo>
                  <a:cubicBezTo>
                    <a:pt x="0" y="1649"/>
                    <a:pt x="587" y="501"/>
                    <a:pt x="1463" y="179"/>
                  </a:cubicBezTo>
                  <a:cubicBezTo>
                    <a:pt x="1580" y="136"/>
                    <a:pt x="1982" y="0"/>
                    <a:pt x="2270" y="173"/>
                  </a:cubicBezTo>
                  <a:cubicBezTo>
                    <a:pt x="2533" y="331"/>
                    <a:pt x="2445" y="594"/>
                    <a:pt x="2685" y="872"/>
                  </a:cubicBezTo>
                  <a:cubicBezTo>
                    <a:pt x="3056" y="1300"/>
                    <a:pt x="3608" y="1065"/>
                    <a:pt x="3807" y="1360"/>
                  </a:cubicBezTo>
                  <a:close/>
                  <a:moveTo>
                    <a:pt x="3807" y="1360"/>
                  </a:moveTo>
                  <a:cubicBezTo>
                    <a:pt x="3807" y="1360"/>
                    <a:pt x="3807" y="1360"/>
                    <a:pt x="3807" y="1360"/>
                  </a:cubicBezTo>
                </a:path>
              </a:pathLst>
            </a:custGeom>
            <a:solidFill>
              <a:srgbClr val="4082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Freeform 164"/>
            <p:cNvSpPr>
              <a:spLocks noEditPoints="1"/>
            </p:cNvSpPr>
            <p:nvPr userDrawn="1"/>
          </p:nvSpPr>
          <p:spPr bwMode="auto">
            <a:xfrm>
              <a:off x="5675313" y="696912"/>
              <a:ext cx="6045200" cy="5181601"/>
            </a:xfrm>
            <a:custGeom>
              <a:avLst/>
              <a:gdLst>
                <a:gd name="T0" fmla="*/ 2762 w 3809"/>
                <a:gd name="T1" fmla="*/ 952 h 3264"/>
                <a:gd name="T2" fmla="*/ 3809 w 3809"/>
                <a:gd name="T3" fmla="*/ 1363 h 3264"/>
                <a:gd name="T4" fmla="*/ 3807 w 3809"/>
                <a:gd name="T5" fmla="*/ 1360 h 3264"/>
                <a:gd name="T6" fmla="*/ 2751 w 3809"/>
                <a:gd name="T7" fmla="*/ 939 h 3264"/>
                <a:gd name="T8" fmla="*/ 2762 w 3809"/>
                <a:gd name="T9" fmla="*/ 952 h 3264"/>
                <a:gd name="T10" fmla="*/ 1032 w 3809"/>
                <a:gd name="T11" fmla="*/ 2765 h 3264"/>
                <a:gd name="T12" fmla="*/ 874 w 3809"/>
                <a:gd name="T13" fmla="*/ 2557 h 3264"/>
                <a:gd name="T14" fmla="*/ 956 w 3809"/>
                <a:gd name="T15" fmla="*/ 2685 h 3264"/>
                <a:gd name="T16" fmla="*/ 1099 w 3809"/>
                <a:gd name="T17" fmla="*/ 3187 h 3264"/>
                <a:gd name="T18" fmla="*/ 1173 w 3809"/>
                <a:gd name="T19" fmla="*/ 3264 h 3264"/>
                <a:gd name="T20" fmla="*/ 1032 w 3809"/>
                <a:gd name="T21" fmla="*/ 2765 h 3264"/>
                <a:gd name="T22" fmla="*/ 390 w 3809"/>
                <a:gd name="T23" fmla="*/ 2203 h 3264"/>
                <a:gd name="T24" fmla="*/ 1540 w 3809"/>
                <a:gd name="T25" fmla="*/ 259 h 3264"/>
                <a:gd name="T26" fmla="*/ 2347 w 3809"/>
                <a:gd name="T27" fmla="*/ 254 h 3264"/>
                <a:gd name="T28" fmla="*/ 2398 w 3809"/>
                <a:gd name="T29" fmla="*/ 289 h 3264"/>
                <a:gd name="T30" fmla="*/ 2270 w 3809"/>
                <a:gd name="T31" fmla="*/ 173 h 3264"/>
                <a:gd name="T32" fmla="*/ 1463 w 3809"/>
                <a:gd name="T33" fmla="*/ 179 h 3264"/>
                <a:gd name="T34" fmla="*/ 313 w 3809"/>
                <a:gd name="T35" fmla="*/ 2123 h 3264"/>
                <a:gd name="T36" fmla="*/ 402 w 3809"/>
                <a:gd name="T37" fmla="*/ 2221 h 3264"/>
                <a:gd name="T38" fmla="*/ 390 w 3809"/>
                <a:gd name="T39" fmla="*/ 2203 h 3264"/>
                <a:gd name="T40" fmla="*/ 390 w 3809"/>
                <a:gd name="T41" fmla="*/ 2203 h 3264"/>
                <a:gd name="T42" fmla="*/ 390 w 3809"/>
                <a:gd name="T43" fmla="*/ 2203 h 3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809" h="3264">
                  <a:moveTo>
                    <a:pt x="2762" y="952"/>
                  </a:moveTo>
                  <a:cubicBezTo>
                    <a:pt x="3094" y="1335"/>
                    <a:pt x="3570" y="1188"/>
                    <a:pt x="3809" y="1363"/>
                  </a:cubicBezTo>
                  <a:cubicBezTo>
                    <a:pt x="3808" y="1362"/>
                    <a:pt x="3808" y="1361"/>
                    <a:pt x="3807" y="1360"/>
                  </a:cubicBezTo>
                  <a:cubicBezTo>
                    <a:pt x="3620" y="1082"/>
                    <a:pt x="3119" y="1275"/>
                    <a:pt x="2751" y="939"/>
                  </a:cubicBezTo>
                  <a:cubicBezTo>
                    <a:pt x="2755" y="943"/>
                    <a:pt x="2758" y="948"/>
                    <a:pt x="2762" y="952"/>
                  </a:cubicBezTo>
                  <a:close/>
                  <a:moveTo>
                    <a:pt x="1032" y="2765"/>
                  </a:moveTo>
                  <a:cubicBezTo>
                    <a:pt x="986" y="2675"/>
                    <a:pt x="932" y="2609"/>
                    <a:pt x="874" y="2557"/>
                  </a:cubicBezTo>
                  <a:cubicBezTo>
                    <a:pt x="903" y="2594"/>
                    <a:pt x="930" y="2635"/>
                    <a:pt x="956" y="2685"/>
                  </a:cubicBezTo>
                  <a:cubicBezTo>
                    <a:pt x="1076" y="2922"/>
                    <a:pt x="987" y="3036"/>
                    <a:pt x="1099" y="3187"/>
                  </a:cubicBezTo>
                  <a:cubicBezTo>
                    <a:pt x="1120" y="3216"/>
                    <a:pt x="1145" y="3241"/>
                    <a:pt x="1173" y="3264"/>
                  </a:cubicBezTo>
                  <a:cubicBezTo>
                    <a:pt x="1066" y="3114"/>
                    <a:pt x="1152" y="3001"/>
                    <a:pt x="1032" y="2765"/>
                  </a:cubicBezTo>
                  <a:close/>
                  <a:moveTo>
                    <a:pt x="390" y="2203"/>
                  </a:moveTo>
                  <a:cubicBezTo>
                    <a:pt x="77" y="1729"/>
                    <a:pt x="664" y="582"/>
                    <a:pt x="1540" y="259"/>
                  </a:cubicBezTo>
                  <a:cubicBezTo>
                    <a:pt x="1656" y="216"/>
                    <a:pt x="2058" y="80"/>
                    <a:pt x="2347" y="254"/>
                  </a:cubicBezTo>
                  <a:cubicBezTo>
                    <a:pt x="2365" y="265"/>
                    <a:pt x="2382" y="277"/>
                    <a:pt x="2398" y="289"/>
                  </a:cubicBezTo>
                  <a:cubicBezTo>
                    <a:pt x="2367" y="246"/>
                    <a:pt x="2326" y="207"/>
                    <a:pt x="2270" y="173"/>
                  </a:cubicBezTo>
                  <a:cubicBezTo>
                    <a:pt x="1981" y="0"/>
                    <a:pt x="1579" y="136"/>
                    <a:pt x="1463" y="179"/>
                  </a:cubicBezTo>
                  <a:cubicBezTo>
                    <a:pt x="587" y="501"/>
                    <a:pt x="0" y="1649"/>
                    <a:pt x="313" y="2123"/>
                  </a:cubicBezTo>
                  <a:cubicBezTo>
                    <a:pt x="339" y="2162"/>
                    <a:pt x="369" y="2194"/>
                    <a:pt x="402" y="2221"/>
                  </a:cubicBezTo>
                  <a:cubicBezTo>
                    <a:pt x="399" y="2215"/>
                    <a:pt x="394" y="2209"/>
                    <a:pt x="390" y="2203"/>
                  </a:cubicBezTo>
                  <a:close/>
                  <a:moveTo>
                    <a:pt x="390" y="2203"/>
                  </a:moveTo>
                  <a:cubicBezTo>
                    <a:pt x="390" y="2203"/>
                    <a:pt x="390" y="2203"/>
                    <a:pt x="390" y="2203"/>
                  </a:cubicBezTo>
                </a:path>
              </a:pathLst>
            </a:custGeom>
            <a:solidFill>
              <a:srgbClr val="27B5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Freeform 165"/>
            <p:cNvSpPr>
              <a:spLocks noEditPoints="1"/>
            </p:cNvSpPr>
            <p:nvPr userDrawn="1"/>
          </p:nvSpPr>
          <p:spPr bwMode="auto">
            <a:xfrm>
              <a:off x="6640513" y="2778125"/>
              <a:ext cx="625475" cy="1971675"/>
            </a:xfrm>
            <a:custGeom>
              <a:avLst/>
              <a:gdLst>
                <a:gd name="T0" fmla="*/ 56 w 394"/>
                <a:gd name="T1" fmla="*/ 2 h 1242"/>
                <a:gd name="T2" fmla="*/ 1 w 394"/>
                <a:gd name="T3" fmla="*/ 17 h 1242"/>
                <a:gd name="T4" fmla="*/ 2 w 394"/>
                <a:gd name="T5" fmla="*/ 0 h 1242"/>
                <a:gd name="T6" fmla="*/ 1 w 394"/>
                <a:gd name="T7" fmla="*/ 17 h 1242"/>
                <a:gd name="T8" fmla="*/ 339 w 394"/>
                <a:gd name="T9" fmla="*/ 1242 h 1242"/>
                <a:gd name="T10" fmla="*/ 394 w 394"/>
                <a:gd name="T11" fmla="*/ 1227 h 1242"/>
                <a:gd name="T12" fmla="*/ 59 w 394"/>
                <a:gd name="T13" fmla="*/ 10 h 1242"/>
                <a:gd name="T14" fmla="*/ 56 w 394"/>
                <a:gd name="T15" fmla="*/ 2 h 1242"/>
                <a:gd name="T16" fmla="*/ 56 w 394"/>
                <a:gd name="T17" fmla="*/ 2 h 1242"/>
                <a:gd name="T18" fmla="*/ 56 w 394"/>
                <a:gd name="T19" fmla="*/ 2 h 1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4" h="1242">
                  <a:moveTo>
                    <a:pt x="56" y="2"/>
                  </a:moveTo>
                  <a:cubicBezTo>
                    <a:pt x="1" y="17"/>
                    <a:pt x="1" y="17"/>
                    <a:pt x="1" y="17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5"/>
                    <a:pt x="0" y="11"/>
                    <a:pt x="1" y="17"/>
                  </a:cubicBezTo>
                  <a:cubicBezTo>
                    <a:pt x="339" y="1242"/>
                    <a:pt x="339" y="1242"/>
                    <a:pt x="339" y="1242"/>
                  </a:cubicBezTo>
                  <a:cubicBezTo>
                    <a:pt x="394" y="1227"/>
                    <a:pt x="394" y="1227"/>
                    <a:pt x="394" y="1227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58" y="7"/>
                    <a:pt x="57" y="5"/>
                    <a:pt x="56" y="2"/>
                  </a:cubicBezTo>
                  <a:close/>
                  <a:moveTo>
                    <a:pt x="56" y="2"/>
                  </a:moveTo>
                  <a:cubicBezTo>
                    <a:pt x="56" y="2"/>
                    <a:pt x="56" y="2"/>
                    <a:pt x="5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Freeform 166"/>
            <p:cNvSpPr>
              <a:spLocks noEditPoints="1"/>
            </p:cNvSpPr>
            <p:nvPr userDrawn="1"/>
          </p:nvSpPr>
          <p:spPr bwMode="auto">
            <a:xfrm>
              <a:off x="6642101" y="2743200"/>
              <a:ext cx="87313" cy="61913"/>
            </a:xfrm>
            <a:custGeom>
              <a:avLst/>
              <a:gdLst>
                <a:gd name="T0" fmla="*/ 55 w 55"/>
                <a:gd name="T1" fmla="*/ 24 h 39"/>
                <a:gd name="T2" fmla="*/ 20 w 55"/>
                <a:gd name="T3" fmla="*/ 4 h 39"/>
                <a:gd name="T4" fmla="*/ 1 w 55"/>
                <a:gd name="T5" fmla="*/ 22 h 39"/>
                <a:gd name="T6" fmla="*/ 0 w 55"/>
                <a:gd name="T7" fmla="*/ 39 h 39"/>
                <a:gd name="T8" fmla="*/ 55 w 55"/>
                <a:gd name="T9" fmla="*/ 24 h 39"/>
                <a:gd name="T10" fmla="*/ 55 w 55"/>
                <a:gd name="T11" fmla="*/ 24 h 39"/>
                <a:gd name="T12" fmla="*/ 55 w 55"/>
                <a:gd name="T13" fmla="*/ 2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39">
                  <a:moveTo>
                    <a:pt x="55" y="24"/>
                  </a:moveTo>
                  <a:cubicBezTo>
                    <a:pt x="51" y="9"/>
                    <a:pt x="35" y="0"/>
                    <a:pt x="20" y="4"/>
                  </a:cubicBezTo>
                  <a:cubicBezTo>
                    <a:pt x="11" y="7"/>
                    <a:pt x="4" y="14"/>
                    <a:pt x="1" y="22"/>
                  </a:cubicBezTo>
                  <a:cubicBezTo>
                    <a:pt x="0" y="39"/>
                    <a:pt x="0" y="39"/>
                    <a:pt x="0" y="39"/>
                  </a:cubicBezTo>
                  <a:lnTo>
                    <a:pt x="55" y="24"/>
                  </a:lnTo>
                  <a:close/>
                  <a:moveTo>
                    <a:pt x="55" y="24"/>
                  </a:moveTo>
                  <a:cubicBezTo>
                    <a:pt x="55" y="24"/>
                    <a:pt x="55" y="24"/>
                    <a:pt x="55" y="2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Freeform 167"/>
            <p:cNvSpPr>
              <a:spLocks noEditPoints="1"/>
            </p:cNvSpPr>
            <p:nvPr userDrawn="1"/>
          </p:nvSpPr>
          <p:spPr bwMode="auto">
            <a:xfrm>
              <a:off x="6643688" y="2482850"/>
              <a:ext cx="244475" cy="298450"/>
            </a:xfrm>
            <a:custGeom>
              <a:avLst/>
              <a:gdLst>
                <a:gd name="T0" fmla="*/ 61 w 154"/>
                <a:gd name="T1" fmla="*/ 0 h 188"/>
                <a:gd name="T2" fmla="*/ 33 w 154"/>
                <a:gd name="T3" fmla="*/ 8 h 188"/>
                <a:gd name="T4" fmla="*/ 6 w 154"/>
                <a:gd name="T5" fmla="*/ 15 h 188"/>
                <a:gd name="T6" fmla="*/ 0 w 154"/>
                <a:gd name="T7" fmla="*/ 186 h 188"/>
                <a:gd name="T8" fmla="*/ 19 w 154"/>
                <a:gd name="T9" fmla="*/ 168 h 188"/>
                <a:gd name="T10" fmla="*/ 54 w 154"/>
                <a:gd name="T11" fmla="*/ 188 h 188"/>
                <a:gd name="T12" fmla="*/ 74 w 154"/>
                <a:gd name="T13" fmla="*/ 153 h 188"/>
                <a:gd name="T14" fmla="*/ 108 w 154"/>
                <a:gd name="T15" fmla="*/ 172 h 188"/>
                <a:gd name="T16" fmla="*/ 120 w 154"/>
                <a:gd name="T17" fmla="*/ 141 h 188"/>
                <a:gd name="T18" fmla="*/ 154 w 154"/>
                <a:gd name="T19" fmla="*/ 143 h 188"/>
                <a:gd name="T20" fmla="*/ 61 w 154"/>
                <a:gd name="T21" fmla="*/ 0 h 188"/>
                <a:gd name="T22" fmla="*/ 61 w 154"/>
                <a:gd name="T23" fmla="*/ 0 h 188"/>
                <a:gd name="T24" fmla="*/ 61 w 154"/>
                <a:gd name="T25" fmla="*/ 0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4" h="188">
                  <a:moveTo>
                    <a:pt x="61" y="0"/>
                  </a:moveTo>
                  <a:cubicBezTo>
                    <a:pt x="33" y="8"/>
                    <a:pt x="33" y="8"/>
                    <a:pt x="33" y="8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3" y="177"/>
                    <a:pt x="9" y="171"/>
                    <a:pt x="19" y="168"/>
                  </a:cubicBezTo>
                  <a:cubicBezTo>
                    <a:pt x="34" y="164"/>
                    <a:pt x="50" y="172"/>
                    <a:pt x="54" y="188"/>
                  </a:cubicBezTo>
                  <a:cubicBezTo>
                    <a:pt x="50" y="172"/>
                    <a:pt x="58" y="157"/>
                    <a:pt x="74" y="153"/>
                  </a:cubicBezTo>
                  <a:cubicBezTo>
                    <a:pt x="89" y="149"/>
                    <a:pt x="104" y="157"/>
                    <a:pt x="108" y="172"/>
                  </a:cubicBezTo>
                  <a:cubicBezTo>
                    <a:pt x="105" y="161"/>
                    <a:pt x="110" y="148"/>
                    <a:pt x="120" y="141"/>
                  </a:cubicBezTo>
                  <a:cubicBezTo>
                    <a:pt x="131" y="134"/>
                    <a:pt x="144" y="135"/>
                    <a:pt x="154" y="143"/>
                  </a:cubicBezTo>
                  <a:lnTo>
                    <a:pt x="61" y="0"/>
                  </a:lnTo>
                  <a:close/>
                  <a:moveTo>
                    <a:pt x="61" y="0"/>
                  </a:moveTo>
                  <a:cubicBezTo>
                    <a:pt x="61" y="0"/>
                    <a:pt x="61" y="0"/>
                    <a:pt x="61" y="0"/>
                  </a:cubicBezTo>
                </a:path>
              </a:pathLst>
            </a:custGeom>
            <a:solidFill>
              <a:srgbClr val="FCA3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Freeform 168"/>
            <p:cNvSpPr>
              <a:spLocks noEditPoints="1"/>
            </p:cNvSpPr>
            <p:nvPr userDrawn="1"/>
          </p:nvSpPr>
          <p:spPr bwMode="auto">
            <a:xfrm>
              <a:off x="6653213" y="2355850"/>
              <a:ext cx="87313" cy="150813"/>
            </a:xfrm>
            <a:custGeom>
              <a:avLst/>
              <a:gdLst>
                <a:gd name="T0" fmla="*/ 3 w 55"/>
                <a:gd name="T1" fmla="*/ 0 h 95"/>
                <a:gd name="T2" fmla="*/ 0 w 55"/>
                <a:gd name="T3" fmla="*/ 95 h 95"/>
                <a:gd name="T4" fmla="*/ 27 w 55"/>
                <a:gd name="T5" fmla="*/ 88 h 95"/>
                <a:gd name="T6" fmla="*/ 55 w 55"/>
                <a:gd name="T7" fmla="*/ 80 h 95"/>
                <a:gd name="T8" fmla="*/ 3 w 55"/>
                <a:gd name="T9" fmla="*/ 0 h 95"/>
                <a:gd name="T10" fmla="*/ 3 w 55"/>
                <a:gd name="T11" fmla="*/ 0 h 95"/>
                <a:gd name="T12" fmla="*/ 3 w 55"/>
                <a:gd name="T13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95">
                  <a:moveTo>
                    <a:pt x="3" y="0"/>
                  </a:moveTo>
                  <a:lnTo>
                    <a:pt x="0" y="95"/>
                  </a:lnTo>
                  <a:lnTo>
                    <a:pt x="27" y="88"/>
                  </a:lnTo>
                  <a:lnTo>
                    <a:pt x="55" y="80"/>
                  </a:lnTo>
                  <a:lnTo>
                    <a:pt x="3" y="0"/>
                  </a:lnTo>
                  <a:close/>
                  <a:moveTo>
                    <a:pt x="3" y="0"/>
                  </a:moveTo>
                  <a:lnTo>
                    <a:pt x="3" y="0"/>
                  </a:lnTo>
                  <a:close/>
                </a:path>
              </a:pathLst>
            </a:custGeom>
            <a:solidFill>
              <a:srgbClr val="3131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169"/>
            <p:cNvSpPr>
              <a:spLocks noEditPoints="1"/>
            </p:cNvSpPr>
            <p:nvPr userDrawn="1"/>
          </p:nvSpPr>
          <p:spPr bwMode="auto">
            <a:xfrm>
              <a:off x="6653213" y="2355850"/>
              <a:ext cx="87313" cy="150813"/>
            </a:xfrm>
            <a:custGeom>
              <a:avLst/>
              <a:gdLst>
                <a:gd name="T0" fmla="*/ 3 w 55"/>
                <a:gd name="T1" fmla="*/ 0 h 95"/>
                <a:gd name="T2" fmla="*/ 0 w 55"/>
                <a:gd name="T3" fmla="*/ 95 h 95"/>
                <a:gd name="T4" fmla="*/ 27 w 55"/>
                <a:gd name="T5" fmla="*/ 88 h 95"/>
                <a:gd name="T6" fmla="*/ 55 w 55"/>
                <a:gd name="T7" fmla="*/ 80 h 95"/>
                <a:gd name="T8" fmla="*/ 3 w 55"/>
                <a:gd name="T9" fmla="*/ 0 h 95"/>
                <a:gd name="T10" fmla="*/ 3 w 55"/>
                <a:gd name="T11" fmla="*/ 0 h 95"/>
                <a:gd name="T12" fmla="*/ 3 w 55"/>
                <a:gd name="T13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95">
                  <a:moveTo>
                    <a:pt x="3" y="0"/>
                  </a:moveTo>
                  <a:lnTo>
                    <a:pt x="0" y="95"/>
                  </a:lnTo>
                  <a:lnTo>
                    <a:pt x="27" y="88"/>
                  </a:lnTo>
                  <a:lnTo>
                    <a:pt x="55" y="80"/>
                  </a:lnTo>
                  <a:lnTo>
                    <a:pt x="3" y="0"/>
                  </a:lnTo>
                  <a:moveTo>
                    <a:pt x="3" y="0"/>
                  </a:moveTo>
                  <a:lnTo>
                    <a:pt x="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Freeform 170"/>
            <p:cNvSpPr>
              <a:spLocks noEditPoints="1"/>
            </p:cNvSpPr>
            <p:nvPr userDrawn="1"/>
          </p:nvSpPr>
          <p:spPr bwMode="auto">
            <a:xfrm>
              <a:off x="6815138" y="2733675"/>
              <a:ext cx="622300" cy="1970088"/>
            </a:xfrm>
            <a:custGeom>
              <a:avLst/>
              <a:gdLst>
                <a:gd name="T0" fmla="*/ 1 w 392"/>
                <a:gd name="T1" fmla="*/ 23 h 1241"/>
                <a:gd name="T2" fmla="*/ 337 w 392"/>
                <a:gd name="T3" fmla="*/ 1241 h 1241"/>
                <a:gd name="T4" fmla="*/ 392 w 392"/>
                <a:gd name="T5" fmla="*/ 1225 h 1241"/>
                <a:gd name="T6" fmla="*/ 54 w 392"/>
                <a:gd name="T7" fmla="*/ 0 h 1241"/>
                <a:gd name="T8" fmla="*/ 0 w 392"/>
                <a:gd name="T9" fmla="*/ 15 h 1241"/>
                <a:gd name="T10" fmla="*/ 1 w 392"/>
                <a:gd name="T11" fmla="*/ 23 h 1241"/>
                <a:gd name="T12" fmla="*/ 1 w 392"/>
                <a:gd name="T13" fmla="*/ 23 h 1241"/>
                <a:gd name="T14" fmla="*/ 1 w 392"/>
                <a:gd name="T15" fmla="*/ 23 h 1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2" h="1241">
                  <a:moveTo>
                    <a:pt x="1" y="23"/>
                  </a:moveTo>
                  <a:cubicBezTo>
                    <a:pt x="337" y="1241"/>
                    <a:pt x="337" y="1241"/>
                    <a:pt x="337" y="1241"/>
                  </a:cubicBezTo>
                  <a:cubicBezTo>
                    <a:pt x="392" y="1225"/>
                    <a:pt x="392" y="1225"/>
                    <a:pt x="392" y="1225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1" y="18"/>
                    <a:pt x="1" y="20"/>
                    <a:pt x="1" y="23"/>
                  </a:cubicBezTo>
                  <a:close/>
                  <a:moveTo>
                    <a:pt x="1" y="23"/>
                  </a:moveTo>
                  <a:cubicBezTo>
                    <a:pt x="1" y="23"/>
                    <a:pt x="1" y="23"/>
                    <a:pt x="1" y="2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Freeform 171"/>
            <p:cNvSpPr>
              <a:spLocks noEditPoints="1"/>
            </p:cNvSpPr>
            <p:nvPr userDrawn="1"/>
          </p:nvSpPr>
          <p:spPr bwMode="auto">
            <a:xfrm>
              <a:off x="6886576" y="2711450"/>
              <a:ext cx="14288" cy="22225"/>
            </a:xfrm>
            <a:custGeom>
              <a:avLst/>
              <a:gdLst>
                <a:gd name="T0" fmla="*/ 9 w 9"/>
                <a:gd name="T1" fmla="*/ 14 h 14"/>
                <a:gd name="T2" fmla="*/ 0 w 9"/>
                <a:gd name="T3" fmla="*/ 0 h 14"/>
                <a:gd name="T4" fmla="*/ 9 w 9"/>
                <a:gd name="T5" fmla="*/ 14 h 14"/>
                <a:gd name="T6" fmla="*/ 9 w 9"/>
                <a:gd name="T7" fmla="*/ 14 h 14"/>
                <a:gd name="T8" fmla="*/ 9 w 9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4">
                  <a:moveTo>
                    <a:pt x="9" y="14"/>
                  </a:moveTo>
                  <a:cubicBezTo>
                    <a:pt x="8" y="9"/>
                    <a:pt x="5" y="4"/>
                    <a:pt x="0" y="0"/>
                  </a:cubicBezTo>
                  <a:lnTo>
                    <a:pt x="9" y="14"/>
                  </a:lnTo>
                  <a:close/>
                  <a:moveTo>
                    <a:pt x="9" y="14"/>
                  </a:moveTo>
                  <a:cubicBezTo>
                    <a:pt x="9" y="14"/>
                    <a:pt x="9" y="14"/>
                    <a:pt x="9" y="14"/>
                  </a:cubicBezTo>
                </a:path>
              </a:pathLst>
            </a:custGeom>
            <a:solidFill>
              <a:srgbClr val="EFE9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Freeform 172"/>
            <p:cNvSpPr>
              <a:spLocks noEditPoints="1"/>
            </p:cNvSpPr>
            <p:nvPr userDrawn="1"/>
          </p:nvSpPr>
          <p:spPr bwMode="auto">
            <a:xfrm>
              <a:off x="6808788" y="2698750"/>
              <a:ext cx="92075" cy="58738"/>
            </a:xfrm>
            <a:custGeom>
              <a:avLst/>
              <a:gdLst>
                <a:gd name="T0" fmla="*/ 24 w 58"/>
                <a:gd name="T1" fmla="*/ 3 h 37"/>
                <a:gd name="T2" fmla="*/ 4 w 58"/>
                <a:gd name="T3" fmla="*/ 37 h 37"/>
                <a:gd name="T4" fmla="*/ 58 w 58"/>
                <a:gd name="T5" fmla="*/ 22 h 37"/>
                <a:gd name="T6" fmla="*/ 49 w 58"/>
                <a:gd name="T7" fmla="*/ 8 h 37"/>
                <a:gd name="T8" fmla="*/ 24 w 58"/>
                <a:gd name="T9" fmla="*/ 3 h 37"/>
                <a:gd name="T10" fmla="*/ 24 w 58"/>
                <a:gd name="T11" fmla="*/ 3 h 37"/>
                <a:gd name="T12" fmla="*/ 24 w 58"/>
                <a:gd name="T13" fmla="*/ 3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7">
                  <a:moveTo>
                    <a:pt x="24" y="3"/>
                  </a:moveTo>
                  <a:cubicBezTo>
                    <a:pt x="9" y="7"/>
                    <a:pt x="0" y="22"/>
                    <a:pt x="4" y="37"/>
                  </a:cubicBezTo>
                  <a:cubicBezTo>
                    <a:pt x="58" y="22"/>
                    <a:pt x="58" y="22"/>
                    <a:pt x="58" y="22"/>
                  </a:cubicBezTo>
                  <a:cubicBezTo>
                    <a:pt x="49" y="8"/>
                    <a:pt x="49" y="8"/>
                    <a:pt x="49" y="8"/>
                  </a:cubicBezTo>
                  <a:cubicBezTo>
                    <a:pt x="42" y="2"/>
                    <a:pt x="33" y="0"/>
                    <a:pt x="24" y="3"/>
                  </a:cubicBezTo>
                  <a:close/>
                  <a:moveTo>
                    <a:pt x="24" y="3"/>
                  </a:moveTo>
                  <a:cubicBezTo>
                    <a:pt x="24" y="3"/>
                    <a:pt x="24" y="3"/>
                    <a:pt x="24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173"/>
            <p:cNvSpPr>
              <a:spLocks noEditPoints="1"/>
            </p:cNvSpPr>
            <p:nvPr userDrawn="1"/>
          </p:nvSpPr>
          <p:spPr bwMode="auto">
            <a:xfrm>
              <a:off x="6724651" y="2719387"/>
              <a:ext cx="625475" cy="2006600"/>
            </a:xfrm>
            <a:custGeom>
              <a:avLst/>
              <a:gdLst>
                <a:gd name="T0" fmla="*/ 58 w 394"/>
                <a:gd name="T1" fmla="*/ 32 h 1264"/>
                <a:gd name="T2" fmla="*/ 57 w 394"/>
                <a:gd name="T3" fmla="*/ 24 h 1264"/>
                <a:gd name="T4" fmla="*/ 22 w 394"/>
                <a:gd name="T5" fmla="*/ 4 h 1264"/>
                <a:gd name="T6" fmla="*/ 3 w 394"/>
                <a:gd name="T7" fmla="*/ 21 h 1264"/>
                <a:gd name="T8" fmla="*/ 6 w 394"/>
                <a:gd name="T9" fmla="*/ 46 h 1264"/>
                <a:gd name="T10" fmla="*/ 341 w 394"/>
                <a:gd name="T11" fmla="*/ 1264 h 1264"/>
                <a:gd name="T12" fmla="*/ 367 w 394"/>
                <a:gd name="T13" fmla="*/ 1256 h 1264"/>
                <a:gd name="T14" fmla="*/ 394 w 394"/>
                <a:gd name="T15" fmla="*/ 1249 h 1264"/>
                <a:gd name="T16" fmla="*/ 58 w 394"/>
                <a:gd name="T17" fmla="*/ 32 h 1264"/>
                <a:gd name="T18" fmla="*/ 58 w 394"/>
                <a:gd name="T19" fmla="*/ 32 h 1264"/>
                <a:gd name="T20" fmla="*/ 58 w 394"/>
                <a:gd name="T21" fmla="*/ 32 h 1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4" h="1264">
                  <a:moveTo>
                    <a:pt x="58" y="32"/>
                  </a:moveTo>
                  <a:cubicBezTo>
                    <a:pt x="58" y="29"/>
                    <a:pt x="58" y="27"/>
                    <a:pt x="57" y="24"/>
                  </a:cubicBezTo>
                  <a:cubicBezTo>
                    <a:pt x="53" y="9"/>
                    <a:pt x="37" y="0"/>
                    <a:pt x="22" y="4"/>
                  </a:cubicBezTo>
                  <a:cubicBezTo>
                    <a:pt x="14" y="7"/>
                    <a:pt x="7" y="13"/>
                    <a:pt x="3" y="21"/>
                  </a:cubicBezTo>
                  <a:cubicBezTo>
                    <a:pt x="0" y="29"/>
                    <a:pt x="1" y="39"/>
                    <a:pt x="6" y="46"/>
                  </a:cubicBezTo>
                  <a:cubicBezTo>
                    <a:pt x="341" y="1264"/>
                    <a:pt x="341" y="1264"/>
                    <a:pt x="341" y="1264"/>
                  </a:cubicBezTo>
                  <a:cubicBezTo>
                    <a:pt x="367" y="1256"/>
                    <a:pt x="367" y="1256"/>
                    <a:pt x="367" y="1256"/>
                  </a:cubicBezTo>
                  <a:cubicBezTo>
                    <a:pt x="394" y="1249"/>
                    <a:pt x="394" y="1249"/>
                    <a:pt x="394" y="1249"/>
                  </a:cubicBezTo>
                  <a:lnTo>
                    <a:pt x="58" y="32"/>
                  </a:lnTo>
                  <a:close/>
                  <a:moveTo>
                    <a:pt x="58" y="32"/>
                  </a:moveTo>
                  <a:cubicBezTo>
                    <a:pt x="58" y="32"/>
                    <a:pt x="58" y="32"/>
                    <a:pt x="58" y="32"/>
                  </a:cubicBezTo>
                </a:path>
              </a:pathLst>
            </a:custGeom>
            <a:solidFill>
              <a:srgbClr val="3131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Freeform 174"/>
            <p:cNvSpPr>
              <a:spLocks noEditPoints="1"/>
            </p:cNvSpPr>
            <p:nvPr userDrawn="1"/>
          </p:nvSpPr>
          <p:spPr bwMode="auto">
            <a:xfrm>
              <a:off x="7434263" y="2566987"/>
              <a:ext cx="173038" cy="550863"/>
            </a:xfrm>
            <a:custGeom>
              <a:avLst/>
              <a:gdLst>
                <a:gd name="T0" fmla="*/ 109 w 109"/>
                <a:gd name="T1" fmla="*/ 4 h 347"/>
                <a:gd name="T2" fmla="*/ 0 w 109"/>
                <a:gd name="T3" fmla="*/ 338 h 347"/>
                <a:gd name="T4" fmla="*/ 62 w 109"/>
                <a:gd name="T5" fmla="*/ 347 h 347"/>
                <a:gd name="T6" fmla="*/ 109 w 109"/>
                <a:gd name="T7" fmla="*/ 4 h 347"/>
                <a:gd name="T8" fmla="*/ 109 w 109"/>
                <a:gd name="T9" fmla="*/ 4 h 347"/>
                <a:gd name="T10" fmla="*/ 109 w 109"/>
                <a:gd name="T11" fmla="*/ 4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9" h="347">
                  <a:moveTo>
                    <a:pt x="109" y="4"/>
                  </a:moveTo>
                  <a:cubicBezTo>
                    <a:pt x="83" y="0"/>
                    <a:pt x="40" y="135"/>
                    <a:pt x="0" y="338"/>
                  </a:cubicBezTo>
                  <a:cubicBezTo>
                    <a:pt x="62" y="347"/>
                    <a:pt x="62" y="347"/>
                    <a:pt x="62" y="347"/>
                  </a:cubicBezTo>
                  <a:lnTo>
                    <a:pt x="109" y="4"/>
                  </a:lnTo>
                  <a:close/>
                  <a:moveTo>
                    <a:pt x="109" y="4"/>
                  </a:moveTo>
                  <a:cubicBezTo>
                    <a:pt x="109" y="4"/>
                    <a:pt x="109" y="4"/>
                    <a:pt x="109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Freeform 175"/>
            <p:cNvSpPr>
              <a:spLocks noEditPoints="1"/>
            </p:cNvSpPr>
            <p:nvPr userDrawn="1"/>
          </p:nvSpPr>
          <p:spPr bwMode="auto">
            <a:xfrm>
              <a:off x="7680326" y="1944687"/>
              <a:ext cx="14288" cy="95250"/>
            </a:xfrm>
            <a:custGeom>
              <a:avLst/>
              <a:gdLst>
                <a:gd name="T0" fmla="*/ 9 w 9"/>
                <a:gd name="T1" fmla="*/ 0 h 60"/>
                <a:gd name="T2" fmla="*/ 0 w 9"/>
                <a:gd name="T3" fmla="*/ 60 h 60"/>
                <a:gd name="T4" fmla="*/ 9 w 9"/>
                <a:gd name="T5" fmla="*/ 0 h 60"/>
                <a:gd name="T6" fmla="*/ 9 w 9"/>
                <a:gd name="T7" fmla="*/ 0 h 60"/>
                <a:gd name="T8" fmla="*/ 9 w 9"/>
                <a:gd name="T9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60">
                  <a:moveTo>
                    <a:pt x="9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8" y="26"/>
                    <a:pt x="9" y="0"/>
                    <a:pt x="9" y="0"/>
                  </a:cubicBezTo>
                  <a:close/>
                  <a:moveTo>
                    <a:pt x="9" y="0"/>
                  </a:moveTo>
                  <a:cubicBezTo>
                    <a:pt x="9" y="0"/>
                    <a:pt x="9" y="0"/>
                    <a:pt x="9" y="0"/>
                  </a:cubicBezTo>
                </a:path>
              </a:pathLst>
            </a:custGeom>
            <a:solidFill>
              <a:srgbClr val="00BE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Freeform 176"/>
            <p:cNvSpPr>
              <a:spLocks noEditPoints="1"/>
            </p:cNvSpPr>
            <p:nvPr userDrawn="1"/>
          </p:nvSpPr>
          <p:spPr bwMode="auto">
            <a:xfrm>
              <a:off x="7472363" y="1944687"/>
              <a:ext cx="311150" cy="639763"/>
            </a:xfrm>
            <a:custGeom>
              <a:avLst/>
              <a:gdLst>
                <a:gd name="T0" fmla="*/ 140 w 196"/>
                <a:gd name="T1" fmla="*/ 0 h 403"/>
                <a:gd name="T2" fmla="*/ 131 w 196"/>
                <a:gd name="T3" fmla="*/ 60 h 403"/>
                <a:gd name="T4" fmla="*/ 102 w 196"/>
                <a:gd name="T5" fmla="*/ 146 h 403"/>
                <a:gd name="T6" fmla="*/ 6 w 196"/>
                <a:gd name="T7" fmla="*/ 292 h 403"/>
                <a:gd name="T8" fmla="*/ 85 w 196"/>
                <a:gd name="T9" fmla="*/ 396 h 403"/>
                <a:gd name="T10" fmla="*/ 189 w 196"/>
                <a:gd name="T11" fmla="*/ 317 h 403"/>
                <a:gd name="T12" fmla="*/ 140 w 196"/>
                <a:gd name="T13" fmla="*/ 0 h 403"/>
                <a:gd name="T14" fmla="*/ 140 w 196"/>
                <a:gd name="T15" fmla="*/ 0 h 403"/>
                <a:gd name="T16" fmla="*/ 140 w 196"/>
                <a:gd name="T1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403">
                  <a:moveTo>
                    <a:pt x="140" y="0"/>
                  </a:moveTo>
                  <a:cubicBezTo>
                    <a:pt x="140" y="0"/>
                    <a:pt x="139" y="26"/>
                    <a:pt x="131" y="60"/>
                  </a:cubicBezTo>
                  <a:cubicBezTo>
                    <a:pt x="126" y="86"/>
                    <a:pt x="117" y="116"/>
                    <a:pt x="102" y="146"/>
                  </a:cubicBezTo>
                  <a:cubicBezTo>
                    <a:pt x="75" y="199"/>
                    <a:pt x="13" y="246"/>
                    <a:pt x="6" y="292"/>
                  </a:cubicBezTo>
                  <a:cubicBezTo>
                    <a:pt x="0" y="342"/>
                    <a:pt x="35" y="389"/>
                    <a:pt x="85" y="396"/>
                  </a:cubicBezTo>
                  <a:cubicBezTo>
                    <a:pt x="136" y="403"/>
                    <a:pt x="182" y="368"/>
                    <a:pt x="189" y="317"/>
                  </a:cubicBezTo>
                  <a:cubicBezTo>
                    <a:pt x="196" y="267"/>
                    <a:pt x="184" y="94"/>
                    <a:pt x="140" y="0"/>
                  </a:cubicBezTo>
                  <a:close/>
                  <a:moveTo>
                    <a:pt x="140" y="0"/>
                  </a:moveTo>
                  <a:cubicBezTo>
                    <a:pt x="140" y="0"/>
                    <a:pt x="140" y="0"/>
                    <a:pt x="140" y="0"/>
                  </a:cubicBezTo>
                </a:path>
              </a:pathLst>
            </a:custGeom>
            <a:solidFill>
              <a:srgbClr val="FD59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Freeform 177"/>
            <p:cNvSpPr>
              <a:spLocks noEditPoints="1"/>
            </p:cNvSpPr>
            <p:nvPr userDrawn="1"/>
          </p:nvSpPr>
          <p:spPr bwMode="auto">
            <a:xfrm>
              <a:off x="7532688" y="2573337"/>
              <a:ext cx="123825" cy="557213"/>
            </a:xfrm>
            <a:custGeom>
              <a:avLst/>
              <a:gdLst>
                <a:gd name="T0" fmla="*/ 62 w 78"/>
                <a:gd name="T1" fmla="*/ 351 h 351"/>
                <a:gd name="T2" fmla="*/ 47 w 78"/>
                <a:gd name="T3" fmla="*/ 0 h 351"/>
                <a:gd name="T4" fmla="*/ 0 w 78"/>
                <a:gd name="T5" fmla="*/ 342 h 351"/>
                <a:gd name="T6" fmla="*/ 62 w 78"/>
                <a:gd name="T7" fmla="*/ 351 h 351"/>
                <a:gd name="T8" fmla="*/ 62 w 78"/>
                <a:gd name="T9" fmla="*/ 351 h 351"/>
                <a:gd name="T10" fmla="*/ 62 w 78"/>
                <a:gd name="T11" fmla="*/ 351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" h="351">
                  <a:moveTo>
                    <a:pt x="62" y="351"/>
                  </a:moveTo>
                  <a:cubicBezTo>
                    <a:pt x="78" y="144"/>
                    <a:pt x="74" y="4"/>
                    <a:pt x="47" y="0"/>
                  </a:cubicBezTo>
                  <a:cubicBezTo>
                    <a:pt x="0" y="342"/>
                    <a:pt x="0" y="342"/>
                    <a:pt x="0" y="342"/>
                  </a:cubicBezTo>
                  <a:lnTo>
                    <a:pt x="62" y="351"/>
                  </a:lnTo>
                  <a:close/>
                  <a:moveTo>
                    <a:pt x="62" y="351"/>
                  </a:moveTo>
                  <a:cubicBezTo>
                    <a:pt x="62" y="351"/>
                    <a:pt x="62" y="351"/>
                    <a:pt x="62" y="35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" name="Freeform 178"/>
            <p:cNvSpPr>
              <a:spLocks noEditPoints="1"/>
            </p:cNvSpPr>
            <p:nvPr userDrawn="1"/>
          </p:nvSpPr>
          <p:spPr bwMode="auto">
            <a:xfrm>
              <a:off x="7239001" y="3101975"/>
              <a:ext cx="392113" cy="1682750"/>
            </a:xfrm>
            <a:custGeom>
              <a:avLst/>
              <a:gdLst>
                <a:gd name="T0" fmla="*/ 185 w 247"/>
                <a:gd name="T1" fmla="*/ 9 h 1060"/>
                <a:gd name="T2" fmla="*/ 123 w 247"/>
                <a:gd name="T3" fmla="*/ 0 h 1060"/>
                <a:gd name="T4" fmla="*/ 64 w 247"/>
                <a:gd name="T5" fmla="*/ 351 h 1060"/>
                <a:gd name="T6" fmla="*/ 40 w 247"/>
                <a:gd name="T7" fmla="*/ 1055 h 1060"/>
                <a:gd name="T8" fmla="*/ 208 w 247"/>
                <a:gd name="T9" fmla="*/ 371 h 1060"/>
                <a:gd name="T10" fmla="*/ 247 w 247"/>
                <a:gd name="T11" fmla="*/ 17 h 1060"/>
                <a:gd name="T12" fmla="*/ 185 w 247"/>
                <a:gd name="T13" fmla="*/ 9 h 1060"/>
                <a:gd name="T14" fmla="*/ 185 w 247"/>
                <a:gd name="T15" fmla="*/ 9 h 1060"/>
                <a:gd name="T16" fmla="*/ 185 w 247"/>
                <a:gd name="T17" fmla="*/ 9 h 10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1060">
                  <a:moveTo>
                    <a:pt x="185" y="9"/>
                  </a:moveTo>
                  <a:cubicBezTo>
                    <a:pt x="123" y="0"/>
                    <a:pt x="123" y="0"/>
                    <a:pt x="123" y="0"/>
                  </a:cubicBezTo>
                  <a:cubicBezTo>
                    <a:pt x="102" y="103"/>
                    <a:pt x="82" y="223"/>
                    <a:pt x="64" y="351"/>
                  </a:cubicBezTo>
                  <a:cubicBezTo>
                    <a:pt x="11" y="734"/>
                    <a:pt x="0" y="1049"/>
                    <a:pt x="40" y="1055"/>
                  </a:cubicBezTo>
                  <a:cubicBezTo>
                    <a:pt x="80" y="1060"/>
                    <a:pt x="156" y="754"/>
                    <a:pt x="208" y="371"/>
                  </a:cubicBezTo>
                  <a:cubicBezTo>
                    <a:pt x="226" y="242"/>
                    <a:pt x="239" y="121"/>
                    <a:pt x="247" y="17"/>
                  </a:cubicBezTo>
                  <a:lnTo>
                    <a:pt x="185" y="9"/>
                  </a:lnTo>
                  <a:close/>
                  <a:moveTo>
                    <a:pt x="185" y="9"/>
                  </a:moveTo>
                  <a:cubicBezTo>
                    <a:pt x="185" y="9"/>
                    <a:pt x="185" y="9"/>
                    <a:pt x="185" y="9"/>
                  </a:cubicBezTo>
                </a:path>
              </a:pathLst>
            </a:custGeom>
            <a:solidFill>
              <a:srgbClr val="FD59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Freeform 179"/>
            <p:cNvSpPr>
              <a:spLocks noEditPoints="1"/>
            </p:cNvSpPr>
            <p:nvPr userDrawn="1"/>
          </p:nvSpPr>
          <p:spPr bwMode="auto">
            <a:xfrm>
              <a:off x="6697663" y="3479800"/>
              <a:ext cx="1100138" cy="1389063"/>
            </a:xfrm>
            <a:custGeom>
              <a:avLst/>
              <a:gdLst>
                <a:gd name="T0" fmla="*/ 634 w 693"/>
                <a:gd name="T1" fmla="*/ 0 h 875"/>
                <a:gd name="T2" fmla="*/ 58 w 693"/>
                <a:gd name="T3" fmla="*/ 0 h 875"/>
                <a:gd name="T4" fmla="*/ 4 w 693"/>
                <a:gd name="T5" fmla="*/ 61 h 875"/>
                <a:gd name="T6" fmla="*/ 19 w 693"/>
                <a:gd name="T7" fmla="*/ 194 h 875"/>
                <a:gd name="T8" fmla="*/ 96 w 693"/>
                <a:gd name="T9" fmla="*/ 138 h 875"/>
                <a:gd name="T10" fmla="*/ 180 w 693"/>
                <a:gd name="T11" fmla="*/ 199 h 875"/>
                <a:gd name="T12" fmla="*/ 263 w 693"/>
                <a:gd name="T13" fmla="*/ 138 h 875"/>
                <a:gd name="T14" fmla="*/ 346 w 693"/>
                <a:gd name="T15" fmla="*/ 199 h 875"/>
                <a:gd name="T16" fmla="*/ 430 w 693"/>
                <a:gd name="T17" fmla="*/ 138 h 875"/>
                <a:gd name="T18" fmla="*/ 513 w 693"/>
                <a:gd name="T19" fmla="*/ 199 h 875"/>
                <a:gd name="T20" fmla="*/ 597 w 693"/>
                <a:gd name="T21" fmla="*/ 138 h 875"/>
                <a:gd name="T22" fmla="*/ 675 w 693"/>
                <a:gd name="T23" fmla="*/ 196 h 875"/>
                <a:gd name="T24" fmla="*/ 689 w 693"/>
                <a:gd name="T25" fmla="*/ 61 h 875"/>
                <a:gd name="T26" fmla="*/ 634 w 693"/>
                <a:gd name="T27" fmla="*/ 0 h 875"/>
                <a:gd name="T28" fmla="*/ 596 w 693"/>
                <a:gd name="T29" fmla="*/ 224 h 875"/>
                <a:gd name="T30" fmla="*/ 513 w 693"/>
                <a:gd name="T31" fmla="*/ 285 h 875"/>
                <a:gd name="T32" fmla="*/ 429 w 693"/>
                <a:gd name="T33" fmla="*/ 224 h 875"/>
                <a:gd name="T34" fmla="*/ 346 w 693"/>
                <a:gd name="T35" fmla="*/ 285 h 875"/>
                <a:gd name="T36" fmla="*/ 263 w 693"/>
                <a:gd name="T37" fmla="*/ 224 h 875"/>
                <a:gd name="T38" fmla="*/ 179 w 693"/>
                <a:gd name="T39" fmla="*/ 285 h 875"/>
                <a:gd name="T40" fmla="*/ 96 w 693"/>
                <a:gd name="T41" fmla="*/ 224 h 875"/>
                <a:gd name="T42" fmla="*/ 28 w 693"/>
                <a:gd name="T43" fmla="*/ 274 h 875"/>
                <a:gd name="T44" fmla="*/ 89 w 693"/>
                <a:gd name="T45" fmla="*/ 814 h 875"/>
                <a:gd name="T46" fmla="*/ 158 w 693"/>
                <a:gd name="T47" fmla="*/ 875 h 875"/>
                <a:gd name="T48" fmla="*/ 542 w 693"/>
                <a:gd name="T49" fmla="*/ 875 h 875"/>
                <a:gd name="T50" fmla="*/ 610 w 693"/>
                <a:gd name="T51" fmla="*/ 814 h 875"/>
                <a:gd name="T52" fmla="*/ 667 w 693"/>
                <a:gd name="T53" fmla="*/ 275 h 875"/>
                <a:gd name="T54" fmla="*/ 596 w 693"/>
                <a:gd name="T55" fmla="*/ 224 h 875"/>
                <a:gd name="T56" fmla="*/ 596 w 693"/>
                <a:gd name="T57" fmla="*/ 224 h 875"/>
                <a:gd name="T58" fmla="*/ 596 w 693"/>
                <a:gd name="T59" fmla="*/ 224 h 8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693" h="875">
                  <a:moveTo>
                    <a:pt x="634" y="0"/>
                  </a:moveTo>
                  <a:cubicBezTo>
                    <a:pt x="58" y="0"/>
                    <a:pt x="58" y="0"/>
                    <a:pt x="58" y="0"/>
                  </a:cubicBezTo>
                  <a:cubicBezTo>
                    <a:pt x="24" y="0"/>
                    <a:pt x="0" y="28"/>
                    <a:pt x="4" y="61"/>
                  </a:cubicBezTo>
                  <a:cubicBezTo>
                    <a:pt x="19" y="194"/>
                    <a:pt x="19" y="194"/>
                    <a:pt x="19" y="194"/>
                  </a:cubicBezTo>
                  <a:cubicBezTo>
                    <a:pt x="96" y="138"/>
                    <a:pt x="96" y="138"/>
                    <a:pt x="96" y="138"/>
                  </a:cubicBezTo>
                  <a:cubicBezTo>
                    <a:pt x="180" y="199"/>
                    <a:pt x="180" y="199"/>
                    <a:pt x="180" y="199"/>
                  </a:cubicBezTo>
                  <a:cubicBezTo>
                    <a:pt x="263" y="138"/>
                    <a:pt x="263" y="138"/>
                    <a:pt x="263" y="138"/>
                  </a:cubicBezTo>
                  <a:cubicBezTo>
                    <a:pt x="346" y="199"/>
                    <a:pt x="346" y="199"/>
                    <a:pt x="346" y="199"/>
                  </a:cubicBezTo>
                  <a:cubicBezTo>
                    <a:pt x="430" y="138"/>
                    <a:pt x="430" y="138"/>
                    <a:pt x="430" y="138"/>
                  </a:cubicBezTo>
                  <a:cubicBezTo>
                    <a:pt x="513" y="199"/>
                    <a:pt x="513" y="199"/>
                    <a:pt x="513" y="199"/>
                  </a:cubicBezTo>
                  <a:cubicBezTo>
                    <a:pt x="597" y="138"/>
                    <a:pt x="597" y="138"/>
                    <a:pt x="597" y="138"/>
                  </a:cubicBezTo>
                  <a:cubicBezTo>
                    <a:pt x="675" y="196"/>
                    <a:pt x="675" y="196"/>
                    <a:pt x="675" y="196"/>
                  </a:cubicBezTo>
                  <a:cubicBezTo>
                    <a:pt x="689" y="61"/>
                    <a:pt x="689" y="61"/>
                    <a:pt x="689" y="61"/>
                  </a:cubicBezTo>
                  <a:cubicBezTo>
                    <a:pt x="693" y="28"/>
                    <a:pt x="668" y="0"/>
                    <a:pt x="634" y="0"/>
                  </a:cubicBezTo>
                  <a:close/>
                  <a:moveTo>
                    <a:pt x="596" y="224"/>
                  </a:moveTo>
                  <a:cubicBezTo>
                    <a:pt x="513" y="285"/>
                    <a:pt x="513" y="285"/>
                    <a:pt x="513" y="285"/>
                  </a:cubicBezTo>
                  <a:cubicBezTo>
                    <a:pt x="429" y="224"/>
                    <a:pt x="429" y="224"/>
                    <a:pt x="429" y="224"/>
                  </a:cubicBezTo>
                  <a:cubicBezTo>
                    <a:pt x="346" y="285"/>
                    <a:pt x="346" y="285"/>
                    <a:pt x="346" y="285"/>
                  </a:cubicBezTo>
                  <a:cubicBezTo>
                    <a:pt x="263" y="224"/>
                    <a:pt x="263" y="224"/>
                    <a:pt x="263" y="224"/>
                  </a:cubicBezTo>
                  <a:cubicBezTo>
                    <a:pt x="179" y="285"/>
                    <a:pt x="179" y="285"/>
                    <a:pt x="179" y="285"/>
                  </a:cubicBezTo>
                  <a:cubicBezTo>
                    <a:pt x="96" y="224"/>
                    <a:pt x="96" y="224"/>
                    <a:pt x="96" y="224"/>
                  </a:cubicBezTo>
                  <a:cubicBezTo>
                    <a:pt x="28" y="274"/>
                    <a:pt x="28" y="274"/>
                    <a:pt x="28" y="274"/>
                  </a:cubicBezTo>
                  <a:cubicBezTo>
                    <a:pt x="89" y="814"/>
                    <a:pt x="89" y="814"/>
                    <a:pt x="89" y="814"/>
                  </a:cubicBezTo>
                  <a:cubicBezTo>
                    <a:pt x="93" y="848"/>
                    <a:pt x="124" y="875"/>
                    <a:pt x="158" y="875"/>
                  </a:cubicBezTo>
                  <a:cubicBezTo>
                    <a:pt x="542" y="875"/>
                    <a:pt x="542" y="875"/>
                    <a:pt x="542" y="875"/>
                  </a:cubicBezTo>
                  <a:cubicBezTo>
                    <a:pt x="576" y="875"/>
                    <a:pt x="606" y="848"/>
                    <a:pt x="610" y="814"/>
                  </a:cubicBezTo>
                  <a:cubicBezTo>
                    <a:pt x="667" y="275"/>
                    <a:pt x="667" y="275"/>
                    <a:pt x="667" y="275"/>
                  </a:cubicBezTo>
                  <a:lnTo>
                    <a:pt x="596" y="224"/>
                  </a:lnTo>
                  <a:close/>
                  <a:moveTo>
                    <a:pt x="596" y="224"/>
                  </a:moveTo>
                  <a:cubicBezTo>
                    <a:pt x="596" y="224"/>
                    <a:pt x="596" y="224"/>
                    <a:pt x="596" y="224"/>
                  </a:cubicBezTo>
                </a:path>
              </a:pathLst>
            </a:custGeom>
            <a:solidFill>
              <a:srgbClr val="FCA3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" name="Freeform 180"/>
            <p:cNvSpPr>
              <a:spLocks noEditPoints="1"/>
            </p:cNvSpPr>
            <p:nvPr userDrawn="1"/>
          </p:nvSpPr>
          <p:spPr bwMode="auto">
            <a:xfrm>
              <a:off x="6334126" y="3698875"/>
              <a:ext cx="5102225" cy="1666875"/>
            </a:xfrm>
            <a:custGeom>
              <a:avLst/>
              <a:gdLst>
                <a:gd name="T0" fmla="*/ 825 w 3215"/>
                <a:gd name="T1" fmla="*/ 0 h 1050"/>
                <a:gd name="T2" fmla="*/ 742 w 3215"/>
                <a:gd name="T3" fmla="*/ 61 h 1050"/>
                <a:gd name="T4" fmla="*/ 658 w 3215"/>
                <a:gd name="T5" fmla="*/ 0 h 1050"/>
                <a:gd name="T6" fmla="*/ 575 w 3215"/>
                <a:gd name="T7" fmla="*/ 61 h 1050"/>
                <a:gd name="T8" fmla="*/ 575 w 3215"/>
                <a:gd name="T9" fmla="*/ 61 h 1050"/>
                <a:gd name="T10" fmla="*/ 492 w 3215"/>
                <a:gd name="T11" fmla="*/ 0 h 1050"/>
                <a:gd name="T12" fmla="*/ 409 w 3215"/>
                <a:gd name="T13" fmla="*/ 61 h 1050"/>
                <a:gd name="T14" fmla="*/ 325 w 3215"/>
                <a:gd name="T15" fmla="*/ 0 h 1050"/>
                <a:gd name="T16" fmla="*/ 248 w 3215"/>
                <a:gd name="T17" fmla="*/ 56 h 1050"/>
                <a:gd name="T18" fmla="*/ 257 w 3215"/>
                <a:gd name="T19" fmla="*/ 136 h 1050"/>
                <a:gd name="T20" fmla="*/ 325 w 3215"/>
                <a:gd name="T21" fmla="*/ 86 h 1050"/>
                <a:gd name="T22" fmla="*/ 409 w 3215"/>
                <a:gd name="T23" fmla="*/ 147 h 1050"/>
                <a:gd name="T24" fmla="*/ 492 w 3215"/>
                <a:gd name="T25" fmla="*/ 86 h 1050"/>
                <a:gd name="T26" fmla="*/ 575 w 3215"/>
                <a:gd name="T27" fmla="*/ 147 h 1050"/>
                <a:gd name="T28" fmla="*/ 575 w 3215"/>
                <a:gd name="T29" fmla="*/ 147 h 1050"/>
                <a:gd name="T30" fmla="*/ 658 w 3215"/>
                <a:gd name="T31" fmla="*/ 86 h 1050"/>
                <a:gd name="T32" fmla="*/ 742 w 3215"/>
                <a:gd name="T33" fmla="*/ 147 h 1050"/>
                <a:gd name="T34" fmla="*/ 825 w 3215"/>
                <a:gd name="T35" fmla="*/ 86 h 1050"/>
                <a:gd name="T36" fmla="*/ 896 w 3215"/>
                <a:gd name="T37" fmla="*/ 137 h 1050"/>
                <a:gd name="T38" fmla="*/ 904 w 3215"/>
                <a:gd name="T39" fmla="*/ 58 h 1050"/>
                <a:gd name="T40" fmla="*/ 825 w 3215"/>
                <a:gd name="T41" fmla="*/ 0 h 1050"/>
                <a:gd name="T42" fmla="*/ 0 w 3215"/>
                <a:gd name="T43" fmla="*/ 894 h 1050"/>
                <a:gd name="T44" fmla="*/ 156 w 3215"/>
                <a:gd name="T45" fmla="*/ 1050 h 1050"/>
                <a:gd name="T46" fmla="*/ 3059 w 3215"/>
                <a:gd name="T47" fmla="*/ 1050 h 1050"/>
                <a:gd name="T48" fmla="*/ 3215 w 3215"/>
                <a:gd name="T49" fmla="*/ 894 h 1050"/>
                <a:gd name="T50" fmla="*/ 3059 w 3215"/>
                <a:gd name="T51" fmla="*/ 737 h 1050"/>
                <a:gd name="T52" fmla="*/ 156 w 3215"/>
                <a:gd name="T53" fmla="*/ 737 h 1050"/>
                <a:gd name="T54" fmla="*/ 0 w 3215"/>
                <a:gd name="T55" fmla="*/ 894 h 1050"/>
                <a:gd name="T56" fmla="*/ 0 w 3215"/>
                <a:gd name="T57" fmla="*/ 894 h 1050"/>
                <a:gd name="T58" fmla="*/ 0 w 3215"/>
                <a:gd name="T59" fmla="*/ 894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215" h="1050">
                  <a:moveTo>
                    <a:pt x="825" y="0"/>
                  </a:moveTo>
                  <a:cubicBezTo>
                    <a:pt x="742" y="61"/>
                    <a:pt x="742" y="61"/>
                    <a:pt x="742" y="61"/>
                  </a:cubicBezTo>
                  <a:cubicBezTo>
                    <a:pt x="658" y="0"/>
                    <a:pt x="658" y="0"/>
                    <a:pt x="658" y="0"/>
                  </a:cubicBezTo>
                  <a:cubicBezTo>
                    <a:pt x="575" y="61"/>
                    <a:pt x="575" y="61"/>
                    <a:pt x="575" y="61"/>
                  </a:cubicBezTo>
                  <a:cubicBezTo>
                    <a:pt x="575" y="61"/>
                    <a:pt x="575" y="61"/>
                    <a:pt x="575" y="61"/>
                  </a:cubicBezTo>
                  <a:cubicBezTo>
                    <a:pt x="492" y="0"/>
                    <a:pt x="492" y="0"/>
                    <a:pt x="492" y="0"/>
                  </a:cubicBezTo>
                  <a:cubicBezTo>
                    <a:pt x="409" y="61"/>
                    <a:pt x="409" y="61"/>
                    <a:pt x="409" y="61"/>
                  </a:cubicBezTo>
                  <a:cubicBezTo>
                    <a:pt x="325" y="0"/>
                    <a:pt x="325" y="0"/>
                    <a:pt x="325" y="0"/>
                  </a:cubicBezTo>
                  <a:cubicBezTo>
                    <a:pt x="248" y="56"/>
                    <a:pt x="248" y="56"/>
                    <a:pt x="248" y="56"/>
                  </a:cubicBezTo>
                  <a:cubicBezTo>
                    <a:pt x="257" y="136"/>
                    <a:pt x="257" y="136"/>
                    <a:pt x="257" y="136"/>
                  </a:cubicBezTo>
                  <a:cubicBezTo>
                    <a:pt x="325" y="86"/>
                    <a:pt x="325" y="86"/>
                    <a:pt x="325" y="86"/>
                  </a:cubicBezTo>
                  <a:cubicBezTo>
                    <a:pt x="409" y="147"/>
                    <a:pt x="409" y="147"/>
                    <a:pt x="409" y="147"/>
                  </a:cubicBezTo>
                  <a:cubicBezTo>
                    <a:pt x="492" y="86"/>
                    <a:pt x="492" y="86"/>
                    <a:pt x="492" y="86"/>
                  </a:cubicBezTo>
                  <a:cubicBezTo>
                    <a:pt x="575" y="147"/>
                    <a:pt x="575" y="147"/>
                    <a:pt x="575" y="147"/>
                  </a:cubicBezTo>
                  <a:cubicBezTo>
                    <a:pt x="575" y="147"/>
                    <a:pt x="575" y="147"/>
                    <a:pt x="575" y="147"/>
                  </a:cubicBezTo>
                  <a:cubicBezTo>
                    <a:pt x="658" y="86"/>
                    <a:pt x="658" y="86"/>
                    <a:pt x="658" y="86"/>
                  </a:cubicBezTo>
                  <a:cubicBezTo>
                    <a:pt x="742" y="147"/>
                    <a:pt x="742" y="147"/>
                    <a:pt x="742" y="147"/>
                  </a:cubicBezTo>
                  <a:cubicBezTo>
                    <a:pt x="825" y="86"/>
                    <a:pt x="825" y="86"/>
                    <a:pt x="825" y="86"/>
                  </a:cubicBezTo>
                  <a:cubicBezTo>
                    <a:pt x="896" y="137"/>
                    <a:pt x="896" y="137"/>
                    <a:pt x="896" y="137"/>
                  </a:cubicBezTo>
                  <a:cubicBezTo>
                    <a:pt x="904" y="58"/>
                    <a:pt x="904" y="58"/>
                    <a:pt x="904" y="58"/>
                  </a:cubicBezTo>
                  <a:lnTo>
                    <a:pt x="825" y="0"/>
                  </a:lnTo>
                  <a:close/>
                  <a:moveTo>
                    <a:pt x="0" y="894"/>
                  </a:moveTo>
                  <a:cubicBezTo>
                    <a:pt x="0" y="980"/>
                    <a:pt x="70" y="1050"/>
                    <a:pt x="156" y="1050"/>
                  </a:cubicBezTo>
                  <a:cubicBezTo>
                    <a:pt x="3059" y="1050"/>
                    <a:pt x="3059" y="1050"/>
                    <a:pt x="3059" y="1050"/>
                  </a:cubicBezTo>
                  <a:cubicBezTo>
                    <a:pt x="3145" y="1050"/>
                    <a:pt x="3215" y="980"/>
                    <a:pt x="3215" y="894"/>
                  </a:cubicBezTo>
                  <a:cubicBezTo>
                    <a:pt x="3215" y="807"/>
                    <a:pt x="3145" y="737"/>
                    <a:pt x="3059" y="737"/>
                  </a:cubicBezTo>
                  <a:cubicBezTo>
                    <a:pt x="156" y="737"/>
                    <a:pt x="156" y="737"/>
                    <a:pt x="156" y="737"/>
                  </a:cubicBezTo>
                  <a:cubicBezTo>
                    <a:pt x="70" y="737"/>
                    <a:pt x="0" y="807"/>
                    <a:pt x="0" y="894"/>
                  </a:cubicBezTo>
                  <a:close/>
                  <a:moveTo>
                    <a:pt x="0" y="894"/>
                  </a:moveTo>
                  <a:cubicBezTo>
                    <a:pt x="0" y="894"/>
                    <a:pt x="0" y="894"/>
                    <a:pt x="0" y="894"/>
                  </a:cubicBezTo>
                </a:path>
              </a:pathLst>
            </a:custGeom>
            <a:solidFill>
              <a:srgbClr val="3131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5" name="Freeform 181"/>
            <p:cNvSpPr>
              <a:spLocks noEditPoints="1"/>
            </p:cNvSpPr>
            <p:nvPr userDrawn="1"/>
          </p:nvSpPr>
          <p:spPr bwMode="auto">
            <a:xfrm>
              <a:off x="8445501" y="2706687"/>
              <a:ext cx="28575" cy="1203325"/>
            </a:xfrm>
            <a:custGeom>
              <a:avLst/>
              <a:gdLst>
                <a:gd name="T0" fmla="*/ 13 w 18"/>
                <a:gd name="T1" fmla="*/ 0 h 758"/>
                <a:gd name="T2" fmla="*/ 8 w 18"/>
                <a:gd name="T3" fmla="*/ 4 h 758"/>
                <a:gd name="T4" fmla="*/ 6 w 18"/>
                <a:gd name="T5" fmla="*/ 36 h 758"/>
                <a:gd name="T6" fmla="*/ 18 w 18"/>
                <a:gd name="T7" fmla="*/ 38 h 758"/>
                <a:gd name="T8" fmla="*/ 18 w 18"/>
                <a:gd name="T9" fmla="*/ 0 h 758"/>
                <a:gd name="T10" fmla="*/ 13 w 18"/>
                <a:gd name="T11" fmla="*/ 0 h 758"/>
                <a:gd name="T12" fmla="*/ 3 w 18"/>
                <a:gd name="T13" fmla="*/ 649 h 758"/>
                <a:gd name="T14" fmla="*/ 1 w 18"/>
                <a:gd name="T15" fmla="*/ 740 h 758"/>
                <a:gd name="T16" fmla="*/ 9 w 18"/>
                <a:gd name="T17" fmla="*/ 758 h 758"/>
                <a:gd name="T18" fmla="*/ 17 w 18"/>
                <a:gd name="T19" fmla="*/ 757 h 758"/>
                <a:gd name="T20" fmla="*/ 17 w 18"/>
                <a:gd name="T21" fmla="*/ 727 h 758"/>
                <a:gd name="T22" fmla="*/ 3 w 18"/>
                <a:gd name="T23" fmla="*/ 699 h 758"/>
                <a:gd name="T24" fmla="*/ 4 w 18"/>
                <a:gd name="T25" fmla="*/ 691 h 758"/>
                <a:gd name="T26" fmla="*/ 17 w 18"/>
                <a:gd name="T27" fmla="*/ 675 h 758"/>
                <a:gd name="T28" fmla="*/ 17 w 18"/>
                <a:gd name="T29" fmla="*/ 635 h 758"/>
                <a:gd name="T30" fmla="*/ 3 w 18"/>
                <a:gd name="T31" fmla="*/ 649 h 758"/>
                <a:gd name="T32" fmla="*/ 6 w 18"/>
                <a:gd name="T33" fmla="*/ 70 h 758"/>
                <a:gd name="T34" fmla="*/ 4 w 18"/>
                <a:gd name="T35" fmla="*/ 96 h 758"/>
                <a:gd name="T36" fmla="*/ 18 w 18"/>
                <a:gd name="T37" fmla="*/ 107 h 758"/>
                <a:gd name="T38" fmla="*/ 18 w 18"/>
                <a:gd name="T39" fmla="*/ 70 h 758"/>
                <a:gd name="T40" fmla="*/ 6 w 18"/>
                <a:gd name="T41" fmla="*/ 70 h 758"/>
                <a:gd name="T42" fmla="*/ 2 w 18"/>
                <a:gd name="T43" fmla="*/ 476 h 758"/>
                <a:gd name="T44" fmla="*/ 18 w 18"/>
                <a:gd name="T45" fmla="*/ 531 h 758"/>
                <a:gd name="T46" fmla="*/ 18 w 18"/>
                <a:gd name="T47" fmla="*/ 432 h 758"/>
                <a:gd name="T48" fmla="*/ 2 w 18"/>
                <a:gd name="T49" fmla="*/ 476 h 758"/>
                <a:gd name="T50" fmla="*/ 2 w 18"/>
                <a:gd name="T51" fmla="*/ 476 h 758"/>
                <a:gd name="T52" fmla="*/ 2 w 18"/>
                <a:gd name="T53" fmla="*/ 476 h 7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" h="758">
                  <a:moveTo>
                    <a:pt x="13" y="0"/>
                  </a:moveTo>
                  <a:cubicBezTo>
                    <a:pt x="9" y="0"/>
                    <a:pt x="8" y="1"/>
                    <a:pt x="8" y="4"/>
                  </a:cubicBezTo>
                  <a:cubicBezTo>
                    <a:pt x="7" y="15"/>
                    <a:pt x="6" y="36"/>
                    <a:pt x="6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0"/>
                    <a:pt x="18" y="0"/>
                    <a:pt x="18" y="0"/>
                  </a:cubicBezTo>
                  <a:lnTo>
                    <a:pt x="13" y="0"/>
                  </a:lnTo>
                  <a:close/>
                  <a:moveTo>
                    <a:pt x="3" y="649"/>
                  </a:moveTo>
                  <a:cubicBezTo>
                    <a:pt x="1" y="740"/>
                    <a:pt x="1" y="740"/>
                    <a:pt x="1" y="740"/>
                  </a:cubicBezTo>
                  <a:cubicBezTo>
                    <a:pt x="0" y="755"/>
                    <a:pt x="2" y="758"/>
                    <a:pt x="9" y="758"/>
                  </a:cubicBezTo>
                  <a:cubicBezTo>
                    <a:pt x="14" y="758"/>
                    <a:pt x="17" y="757"/>
                    <a:pt x="17" y="757"/>
                  </a:cubicBezTo>
                  <a:cubicBezTo>
                    <a:pt x="17" y="727"/>
                    <a:pt x="17" y="727"/>
                    <a:pt x="17" y="727"/>
                  </a:cubicBezTo>
                  <a:cubicBezTo>
                    <a:pt x="3" y="699"/>
                    <a:pt x="3" y="699"/>
                    <a:pt x="3" y="699"/>
                  </a:cubicBezTo>
                  <a:cubicBezTo>
                    <a:pt x="4" y="691"/>
                    <a:pt x="4" y="691"/>
                    <a:pt x="4" y="691"/>
                  </a:cubicBezTo>
                  <a:cubicBezTo>
                    <a:pt x="17" y="675"/>
                    <a:pt x="17" y="675"/>
                    <a:pt x="17" y="675"/>
                  </a:cubicBezTo>
                  <a:cubicBezTo>
                    <a:pt x="17" y="635"/>
                    <a:pt x="17" y="635"/>
                    <a:pt x="17" y="635"/>
                  </a:cubicBezTo>
                  <a:cubicBezTo>
                    <a:pt x="6" y="638"/>
                    <a:pt x="3" y="640"/>
                    <a:pt x="3" y="649"/>
                  </a:cubicBezTo>
                  <a:close/>
                  <a:moveTo>
                    <a:pt x="6" y="70"/>
                  </a:moveTo>
                  <a:cubicBezTo>
                    <a:pt x="4" y="96"/>
                    <a:pt x="4" y="96"/>
                    <a:pt x="4" y="96"/>
                  </a:cubicBezTo>
                  <a:cubicBezTo>
                    <a:pt x="4" y="103"/>
                    <a:pt x="8" y="107"/>
                    <a:pt x="18" y="107"/>
                  </a:cubicBezTo>
                  <a:cubicBezTo>
                    <a:pt x="18" y="70"/>
                    <a:pt x="18" y="70"/>
                    <a:pt x="18" y="70"/>
                  </a:cubicBezTo>
                  <a:lnTo>
                    <a:pt x="6" y="70"/>
                  </a:lnTo>
                  <a:close/>
                  <a:moveTo>
                    <a:pt x="2" y="476"/>
                  </a:moveTo>
                  <a:cubicBezTo>
                    <a:pt x="2" y="507"/>
                    <a:pt x="7" y="525"/>
                    <a:pt x="18" y="531"/>
                  </a:cubicBezTo>
                  <a:cubicBezTo>
                    <a:pt x="18" y="432"/>
                    <a:pt x="18" y="432"/>
                    <a:pt x="18" y="432"/>
                  </a:cubicBezTo>
                  <a:cubicBezTo>
                    <a:pt x="6" y="435"/>
                    <a:pt x="2" y="447"/>
                    <a:pt x="2" y="476"/>
                  </a:cubicBezTo>
                  <a:close/>
                  <a:moveTo>
                    <a:pt x="2" y="476"/>
                  </a:moveTo>
                  <a:cubicBezTo>
                    <a:pt x="2" y="476"/>
                    <a:pt x="2" y="476"/>
                    <a:pt x="2" y="4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6" name="Freeform 182"/>
            <p:cNvSpPr>
              <a:spLocks noEditPoints="1"/>
            </p:cNvSpPr>
            <p:nvPr userDrawn="1"/>
          </p:nvSpPr>
          <p:spPr bwMode="auto">
            <a:xfrm>
              <a:off x="8062913" y="1785937"/>
              <a:ext cx="411163" cy="3082925"/>
            </a:xfrm>
            <a:custGeom>
              <a:avLst/>
              <a:gdLst>
                <a:gd name="T0" fmla="*/ 72 w 259"/>
                <a:gd name="T1" fmla="*/ 1482 h 1942"/>
                <a:gd name="T2" fmla="*/ 259 w 259"/>
                <a:gd name="T3" fmla="*/ 1512 h 1942"/>
                <a:gd name="T4" fmla="*/ 223 w 259"/>
                <a:gd name="T5" fmla="*/ 1482 h 1942"/>
                <a:gd name="T6" fmla="*/ 259 w 259"/>
                <a:gd name="T7" fmla="*/ 1452 h 1942"/>
                <a:gd name="T8" fmla="*/ 259 w 259"/>
                <a:gd name="T9" fmla="*/ 1363 h 1942"/>
                <a:gd name="T10" fmla="*/ 172 w 259"/>
                <a:gd name="T11" fmla="*/ 1363 h 1942"/>
                <a:gd name="T12" fmla="*/ 191 w 259"/>
                <a:gd name="T13" fmla="*/ 1320 h 1942"/>
                <a:gd name="T14" fmla="*/ 182 w 259"/>
                <a:gd name="T15" fmla="*/ 1216 h 1942"/>
                <a:gd name="T16" fmla="*/ 173 w 259"/>
                <a:gd name="T17" fmla="*/ 1213 h 1942"/>
                <a:gd name="T18" fmla="*/ 216 w 259"/>
                <a:gd name="T19" fmla="*/ 1194 h 1942"/>
                <a:gd name="T20" fmla="*/ 259 w 259"/>
                <a:gd name="T21" fmla="*/ 1151 h 1942"/>
                <a:gd name="T22" fmla="*/ 259 w 259"/>
                <a:gd name="T23" fmla="*/ 977 h 1942"/>
                <a:gd name="T24" fmla="*/ 257 w 259"/>
                <a:gd name="T25" fmla="*/ 933 h 1942"/>
                <a:gd name="T26" fmla="*/ 259 w 259"/>
                <a:gd name="T27" fmla="*/ 911 h 1942"/>
                <a:gd name="T28" fmla="*/ 253 w 259"/>
                <a:gd name="T29" fmla="*/ 886 h 1942"/>
                <a:gd name="T30" fmla="*/ 229 w 259"/>
                <a:gd name="T31" fmla="*/ 899 h 1942"/>
                <a:gd name="T32" fmla="*/ 236 w 259"/>
                <a:gd name="T33" fmla="*/ 910 h 1942"/>
                <a:gd name="T34" fmla="*/ 245 w 259"/>
                <a:gd name="T35" fmla="*/ 913 h 1942"/>
                <a:gd name="T36" fmla="*/ 203 w 259"/>
                <a:gd name="T37" fmla="*/ 933 h 1942"/>
                <a:gd name="T38" fmla="*/ 170 w 259"/>
                <a:gd name="T39" fmla="*/ 911 h 1942"/>
                <a:gd name="T40" fmla="*/ 225 w 259"/>
                <a:gd name="T41" fmla="*/ 766 h 1942"/>
                <a:gd name="T42" fmla="*/ 258 w 259"/>
                <a:gd name="T43" fmla="*/ 721 h 1942"/>
                <a:gd name="T44" fmla="*/ 174 w 259"/>
                <a:gd name="T45" fmla="*/ 721 h 1942"/>
                <a:gd name="T46" fmla="*/ 194 w 259"/>
                <a:gd name="T47" fmla="*/ 678 h 1942"/>
                <a:gd name="T48" fmla="*/ 188 w 259"/>
                <a:gd name="T49" fmla="*/ 573 h 1942"/>
                <a:gd name="T50" fmla="*/ 176 w 259"/>
                <a:gd name="T51" fmla="*/ 571 h 1942"/>
                <a:gd name="T52" fmla="*/ 223 w 259"/>
                <a:gd name="T53" fmla="*/ 550 h 1942"/>
                <a:gd name="T54" fmla="*/ 258 w 259"/>
                <a:gd name="T55" fmla="*/ 496 h 1942"/>
                <a:gd name="T56" fmla="*/ 222 w 259"/>
                <a:gd name="T57" fmla="*/ 465 h 1942"/>
                <a:gd name="T58" fmla="*/ 258 w 259"/>
                <a:gd name="T59" fmla="*/ 435 h 1942"/>
                <a:gd name="T60" fmla="*/ 255 w 259"/>
                <a:gd name="T61" fmla="*/ 381 h 1942"/>
                <a:gd name="T62" fmla="*/ 72 w 259"/>
                <a:gd name="T63" fmla="*/ 74 h 1942"/>
                <a:gd name="T64" fmla="*/ 259 w 259"/>
                <a:gd name="T65" fmla="*/ 0 h 1942"/>
                <a:gd name="T66" fmla="*/ 0 w 259"/>
                <a:gd name="T67" fmla="*/ 1942 h 1942"/>
                <a:gd name="T68" fmla="*/ 259 w 259"/>
                <a:gd name="T69" fmla="*/ 1872 h 1942"/>
                <a:gd name="T70" fmla="*/ 72 w 259"/>
                <a:gd name="T71" fmla="*/ 1872 h 1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9" h="1942">
                  <a:moveTo>
                    <a:pt x="72" y="1872"/>
                  </a:moveTo>
                  <a:cubicBezTo>
                    <a:pt x="72" y="1482"/>
                    <a:pt x="72" y="1482"/>
                    <a:pt x="72" y="1482"/>
                  </a:cubicBezTo>
                  <a:cubicBezTo>
                    <a:pt x="259" y="1565"/>
                    <a:pt x="259" y="1565"/>
                    <a:pt x="259" y="1565"/>
                  </a:cubicBezTo>
                  <a:cubicBezTo>
                    <a:pt x="259" y="1512"/>
                    <a:pt x="259" y="1512"/>
                    <a:pt x="259" y="1512"/>
                  </a:cubicBezTo>
                  <a:cubicBezTo>
                    <a:pt x="257" y="1513"/>
                    <a:pt x="255" y="1513"/>
                    <a:pt x="254" y="1513"/>
                  </a:cubicBezTo>
                  <a:cubicBezTo>
                    <a:pt x="237" y="1513"/>
                    <a:pt x="223" y="1499"/>
                    <a:pt x="223" y="1482"/>
                  </a:cubicBezTo>
                  <a:cubicBezTo>
                    <a:pt x="223" y="1465"/>
                    <a:pt x="237" y="1451"/>
                    <a:pt x="254" y="1451"/>
                  </a:cubicBezTo>
                  <a:cubicBezTo>
                    <a:pt x="255" y="1451"/>
                    <a:pt x="257" y="1452"/>
                    <a:pt x="259" y="1452"/>
                  </a:cubicBezTo>
                  <a:cubicBezTo>
                    <a:pt x="259" y="1361"/>
                    <a:pt x="259" y="1361"/>
                    <a:pt x="259" y="1361"/>
                  </a:cubicBezTo>
                  <a:cubicBezTo>
                    <a:pt x="259" y="1363"/>
                    <a:pt x="259" y="1363"/>
                    <a:pt x="259" y="1363"/>
                  </a:cubicBezTo>
                  <a:cubicBezTo>
                    <a:pt x="259" y="1363"/>
                    <a:pt x="226" y="1362"/>
                    <a:pt x="215" y="1362"/>
                  </a:cubicBezTo>
                  <a:cubicBezTo>
                    <a:pt x="199" y="1362"/>
                    <a:pt x="172" y="1363"/>
                    <a:pt x="172" y="1363"/>
                  </a:cubicBezTo>
                  <a:cubicBezTo>
                    <a:pt x="174" y="1341"/>
                    <a:pt x="174" y="1341"/>
                    <a:pt x="174" y="1341"/>
                  </a:cubicBezTo>
                  <a:cubicBezTo>
                    <a:pt x="188" y="1338"/>
                    <a:pt x="191" y="1334"/>
                    <a:pt x="191" y="1320"/>
                  </a:cubicBezTo>
                  <a:cubicBezTo>
                    <a:pt x="191" y="1229"/>
                    <a:pt x="191" y="1229"/>
                    <a:pt x="191" y="1229"/>
                  </a:cubicBezTo>
                  <a:cubicBezTo>
                    <a:pt x="191" y="1219"/>
                    <a:pt x="189" y="1216"/>
                    <a:pt x="182" y="1216"/>
                  </a:cubicBezTo>
                  <a:cubicBezTo>
                    <a:pt x="179" y="1216"/>
                    <a:pt x="175" y="1216"/>
                    <a:pt x="175" y="1216"/>
                  </a:cubicBezTo>
                  <a:cubicBezTo>
                    <a:pt x="173" y="1213"/>
                    <a:pt x="173" y="1213"/>
                    <a:pt x="173" y="1213"/>
                  </a:cubicBezTo>
                  <a:cubicBezTo>
                    <a:pt x="175" y="1193"/>
                    <a:pt x="175" y="1193"/>
                    <a:pt x="175" y="1193"/>
                  </a:cubicBezTo>
                  <a:cubicBezTo>
                    <a:pt x="175" y="1193"/>
                    <a:pt x="212" y="1194"/>
                    <a:pt x="216" y="1194"/>
                  </a:cubicBezTo>
                  <a:cubicBezTo>
                    <a:pt x="226" y="1194"/>
                    <a:pt x="250" y="1193"/>
                    <a:pt x="259" y="1192"/>
                  </a:cubicBezTo>
                  <a:cubicBezTo>
                    <a:pt x="259" y="1151"/>
                    <a:pt x="259" y="1151"/>
                    <a:pt x="259" y="1151"/>
                  </a:cubicBezTo>
                  <a:cubicBezTo>
                    <a:pt x="211" y="1150"/>
                    <a:pt x="183" y="1119"/>
                    <a:pt x="183" y="1067"/>
                  </a:cubicBezTo>
                  <a:cubicBezTo>
                    <a:pt x="183" y="1014"/>
                    <a:pt x="210" y="982"/>
                    <a:pt x="259" y="977"/>
                  </a:cubicBezTo>
                  <a:cubicBezTo>
                    <a:pt x="259" y="935"/>
                    <a:pt x="259" y="935"/>
                    <a:pt x="259" y="935"/>
                  </a:cubicBezTo>
                  <a:cubicBezTo>
                    <a:pt x="257" y="933"/>
                    <a:pt x="257" y="933"/>
                    <a:pt x="257" y="933"/>
                  </a:cubicBezTo>
                  <a:cubicBezTo>
                    <a:pt x="258" y="911"/>
                    <a:pt x="258" y="911"/>
                    <a:pt x="258" y="911"/>
                  </a:cubicBezTo>
                  <a:cubicBezTo>
                    <a:pt x="259" y="911"/>
                    <a:pt x="259" y="911"/>
                    <a:pt x="259" y="911"/>
                  </a:cubicBezTo>
                  <a:cubicBezTo>
                    <a:pt x="259" y="886"/>
                    <a:pt x="259" y="886"/>
                    <a:pt x="259" y="886"/>
                  </a:cubicBezTo>
                  <a:cubicBezTo>
                    <a:pt x="253" y="886"/>
                    <a:pt x="253" y="886"/>
                    <a:pt x="253" y="886"/>
                  </a:cubicBezTo>
                  <a:cubicBezTo>
                    <a:pt x="247" y="886"/>
                    <a:pt x="238" y="887"/>
                    <a:pt x="232" y="888"/>
                  </a:cubicBezTo>
                  <a:cubicBezTo>
                    <a:pt x="229" y="899"/>
                    <a:pt x="229" y="899"/>
                    <a:pt x="229" y="899"/>
                  </a:cubicBezTo>
                  <a:cubicBezTo>
                    <a:pt x="228" y="902"/>
                    <a:pt x="228" y="904"/>
                    <a:pt x="228" y="905"/>
                  </a:cubicBezTo>
                  <a:cubicBezTo>
                    <a:pt x="228" y="910"/>
                    <a:pt x="229" y="910"/>
                    <a:pt x="236" y="910"/>
                  </a:cubicBezTo>
                  <a:cubicBezTo>
                    <a:pt x="243" y="910"/>
                    <a:pt x="243" y="910"/>
                    <a:pt x="243" y="910"/>
                  </a:cubicBezTo>
                  <a:cubicBezTo>
                    <a:pt x="245" y="913"/>
                    <a:pt x="245" y="913"/>
                    <a:pt x="245" y="913"/>
                  </a:cubicBezTo>
                  <a:cubicBezTo>
                    <a:pt x="243" y="934"/>
                    <a:pt x="243" y="934"/>
                    <a:pt x="243" y="934"/>
                  </a:cubicBezTo>
                  <a:cubicBezTo>
                    <a:pt x="243" y="934"/>
                    <a:pt x="219" y="933"/>
                    <a:pt x="203" y="933"/>
                  </a:cubicBezTo>
                  <a:cubicBezTo>
                    <a:pt x="187" y="933"/>
                    <a:pt x="168" y="934"/>
                    <a:pt x="168" y="934"/>
                  </a:cubicBezTo>
                  <a:cubicBezTo>
                    <a:pt x="170" y="911"/>
                    <a:pt x="170" y="911"/>
                    <a:pt x="170" y="911"/>
                  </a:cubicBezTo>
                  <a:cubicBezTo>
                    <a:pt x="176" y="910"/>
                    <a:pt x="180" y="905"/>
                    <a:pt x="183" y="897"/>
                  </a:cubicBezTo>
                  <a:cubicBezTo>
                    <a:pt x="225" y="766"/>
                    <a:pt x="225" y="766"/>
                    <a:pt x="225" y="766"/>
                  </a:cubicBezTo>
                  <a:cubicBezTo>
                    <a:pt x="258" y="764"/>
                    <a:pt x="258" y="764"/>
                    <a:pt x="258" y="764"/>
                  </a:cubicBezTo>
                  <a:cubicBezTo>
                    <a:pt x="258" y="721"/>
                    <a:pt x="258" y="721"/>
                    <a:pt x="258" y="721"/>
                  </a:cubicBezTo>
                  <a:cubicBezTo>
                    <a:pt x="247" y="720"/>
                    <a:pt x="227" y="719"/>
                    <a:pt x="222" y="719"/>
                  </a:cubicBezTo>
                  <a:cubicBezTo>
                    <a:pt x="205" y="719"/>
                    <a:pt x="174" y="721"/>
                    <a:pt x="174" y="721"/>
                  </a:cubicBezTo>
                  <a:cubicBezTo>
                    <a:pt x="177" y="698"/>
                    <a:pt x="177" y="698"/>
                    <a:pt x="177" y="698"/>
                  </a:cubicBezTo>
                  <a:cubicBezTo>
                    <a:pt x="190" y="695"/>
                    <a:pt x="194" y="691"/>
                    <a:pt x="194" y="678"/>
                  </a:cubicBezTo>
                  <a:cubicBezTo>
                    <a:pt x="195" y="585"/>
                    <a:pt x="195" y="585"/>
                    <a:pt x="195" y="585"/>
                  </a:cubicBezTo>
                  <a:cubicBezTo>
                    <a:pt x="195" y="577"/>
                    <a:pt x="192" y="573"/>
                    <a:pt x="188" y="573"/>
                  </a:cubicBezTo>
                  <a:cubicBezTo>
                    <a:pt x="184" y="573"/>
                    <a:pt x="179" y="574"/>
                    <a:pt x="179" y="574"/>
                  </a:cubicBezTo>
                  <a:cubicBezTo>
                    <a:pt x="176" y="571"/>
                    <a:pt x="176" y="571"/>
                    <a:pt x="176" y="571"/>
                  </a:cubicBezTo>
                  <a:cubicBezTo>
                    <a:pt x="179" y="550"/>
                    <a:pt x="179" y="550"/>
                    <a:pt x="179" y="550"/>
                  </a:cubicBezTo>
                  <a:cubicBezTo>
                    <a:pt x="179" y="550"/>
                    <a:pt x="215" y="550"/>
                    <a:pt x="223" y="550"/>
                  </a:cubicBezTo>
                  <a:cubicBezTo>
                    <a:pt x="228" y="550"/>
                    <a:pt x="245" y="550"/>
                    <a:pt x="258" y="549"/>
                  </a:cubicBezTo>
                  <a:cubicBezTo>
                    <a:pt x="258" y="496"/>
                    <a:pt x="258" y="496"/>
                    <a:pt x="258" y="496"/>
                  </a:cubicBezTo>
                  <a:cubicBezTo>
                    <a:pt x="257" y="496"/>
                    <a:pt x="255" y="496"/>
                    <a:pt x="253" y="496"/>
                  </a:cubicBezTo>
                  <a:cubicBezTo>
                    <a:pt x="236" y="496"/>
                    <a:pt x="222" y="482"/>
                    <a:pt x="222" y="465"/>
                  </a:cubicBezTo>
                  <a:cubicBezTo>
                    <a:pt x="222" y="448"/>
                    <a:pt x="236" y="435"/>
                    <a:pt x="253" y="435"/>
                  </a:cubicBezTo>
                  <a:cubicBezTo>
                    <a:pt x="255" y="435"/>
                    <a:pt x="256" y="435"/>
                    <a:pt x="258" y="435"/>
                  </a:cubicBezTo>
                  <a:cubicBezTo>
                    <a:pt x="258" y="382"/>
                    <a:pt x="258" y="382"/>
                    <a:pt x="258" y="382"/>
                  </a:cubicBezTo>
                  <a:cubicBezTo>
                    <a:pt x="255" y="381"/>
                    <a:pt x="255" y="381"/>
                    <a:pt x="255" y="381"/>
                  </a:cubicBezTo>
                  <a:cubicBezTo>
                    <a:pt x="72" y="464"/>
                    <a:pt x="72" y="464"/>
                    <a:pt x="72" y="464"/>
                  </a:cubicBezTo>
                  <a:cubicBezTo>
                    <a:pt x="72" y="74"/>
                    <a:pt x="72" y="74"/>
                    <a:pt x="72" y="74"/>
                  </a:cubicBezTo>
                  <a:cubicBezTo>
                    <a:pt x="259" y="74"/>
                    <a:pt x="259" y="74"/>
                    <a:pt x="259" y="74"/>
                  </a:cubicBezTo>
                  <a:cubicBezTo>
                    <a:pt x="259" y="0"/>
                    <a:pt x="259" y="0"/>
                    <a:pt x="25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942"/>
                    <a:pt x="0" y="1942"/>
                    <a:pt x="0" y="1942"/>
                  </a:cubicBezTo>
                  <a:cubicBezTo>
                    <a:pt x="259" y="1942"/>
                    <a:pt x="259" y="1942"/>
                    <a:pt x="259" y="1942"/>
                  </a:cubicBezTo>
                  <a:cubicBezTo>
                    <a:pt x="259" y="1872"/>
                    <a:pt x="259" y="1872"/>
                    <a:pt x="259" y="1872"/>
                  </a:cubicBezTo>
                  <a:cubicBezTo>
                    <a:pt x="72" y="1872"/>
                    <a:pt x="72" y="1872"/>
                    <a:pt x="72" y="1872"/>
                  </a:cubicBezTo>
                  <a:close/>
                  <a:moveTo>
                    <a:pt x="72" y="1872"/>
                  </a:moveTo>
                  <a:cubicBezTo>
                    <a:pt x="72" y="1872"/>
                    <a:pt x="72" y="1872"/>
                    <a:pt x="72" y="18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Freeform 183"/>
            <p:cNvSpPr>
              <a:spLocks noEditPoints="1"/>
            </p:cNvSpPr>
            <p:nvPr userDrawn="1"/>
          </p:nvSpPr>
          <p:spPr bwMode="auto">
            <a:xfrm>
              <a:off x="8443913" y="3067050"/>
              <a:ext cx="28575" cy="74613"/>
            </a:xfrm>
            <a:custGeom>
              <a:avLst/>
              <a:gdLst>
                <a:gd name="T0" fmla="*/ 18 w 18"/>
                <a:gd name="T1" fmla="*/ 0 h 47"/>
                <a:gd name="T2" fmla="*/ 12 w 18"/>
                <a:gd name="T3" fmla="*/ 0 h 47"/>
                <a:gd name="T4" fmla="*/ 0 w 18"/>
                <a:gd name="T5" fmla="*/ 47 h 47"/>
                <a:gd name="T6" fmla="*/ 18 w 18"/>
                <a:gd name="T7" fmla="*/ 47 h 47"/>
                <a:gd name="T8" fmla="*/ 18 w 18"/>
                <a:gd name="T9" fmla="*/ 0 h 47"/>
                <a:gd name="T10" fmla="*/ 18 w 18"/>
                <a:gd name="T11" fmla="*/ 0 h 47"/>
                <a:gd name="T12" fmla="*/ 18 w 18"/>
                <a:gd name="T13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47">
                  <a:moveTo>
                    <a:pt x="18" y="0"/>
                  </a:moveTo>
                  <a:lnTo>
                    <a:pt x="12" y="0"/>
                  </a:lnTo>
                  <a:lnTo>
                    <a:pt x="0" y="47"/>
                  </a:lnTo>
                  <a:lnTo>
                    <a:pt x="18" y="47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8" name="Freeform 184"/>
            <p:cNvSpPr>
              <a:spLocks noEditPoints="1"/>
            </p:cNvSpPr>
            <p:nvPr userDrawn="1"/>
          </p:nvSpPr>
          <p:spPr bwMode="auto">
            <a:xfrm>
              <a:off x="8443913" y="3067050"/>
              <a:ext cx="28575" cy="74613"/>
            </a:xfrm>
            <a:custGeom>
              <a:avLst/>
              <a:gdLst>
                <a:gd name="T0" fmla="*/ 18 w 18"/>
                <a:gd name="T1" fmla="*/ 0 h 47"/>
                <a:gd name="T2" fmla="*/ 12 w 18"/>
                <a:gd name="T3" fmla="*/ 0 h 47"/>
                <a:gd name="T4" fmla="*/ 0 w 18"/>
                <a:gd name="T5" fmla="*/ 47 h 47"/>
                <a:gd name="T6" fmla="*/ 18 w 18"/>
                <a:gd name="T7" fmla="*/ 47 h 47"/>
                <a:gd name="T8" fmla="*/ 18 w 18"/>
                <a:gd name="T9" fmla="*/ 0 h 47"/>
                <a:gd name="T10" fmla="*/ 18 w 18"/>
                <a:gd name="T11" fmla="*/ 0 h 47"/>
                <a:gd name="T12" fmla="*/ 18 w 18"/>
                <a:gd name="T13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47">
                  <a:moveTo>
                    <a:pt x="18" y="0"/>
                  </a:moveTo>
                  <a:lnTo>
                    <a:pt x="12" y="0"/>
                  </a:lnTo>
                  <a:lnTo>
                    <a:pt x="0" y="47"/>
                  </a:lnTo>
                  <a:lnTo>
                    <a:pt x="18" y="47"/>
                  </a:lnTo>
                  <a:lnTo>
                    <a:pt x="18" y="0"/>
                  </a:lnTo>
                  <a:moveTo>
                    <a:pt x="18" y="0"/>
                  </a:moveTo>
                  <a:lnTo>
                    <a:pt x="1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Freeform 185"/>
            <p:cNvSpPr>
              <a:spLocks noEditPoints="1"/>
            </p:cNvSpPr>
            <p:nvPr userDrawn="1"/>
          </p:nvSpPr>
          <p:spPr bwMode="auto">
            <a:xfrm>
              <a:off x="8470901" y="3230562"/>
              <a:ext cx="3175" cy="38100"/>
            </a:xfrm>
            <a:custGeom>
              <a:avLst/>
              <a:gdLst>
                <a:gd name="T0" fmla="*/ 1 w 2"/>
                <a:gd name="T1" fmla="*/ 0 h 24"/>
                <a:gd name="T2" fmla="*/ 0 w 2"/>
                <a:gd name="T3" fmla="*/ 22 h 24"/>
                <a:gd name="T4" fmla="*/ 2 w 2"/>
                <a:gd name="T5" fmla="*/ 24 h 24"/>
                <a:gd name="T6" fmla="*/ 1 w 2"/>
                <a:gd name="T7" fmla="*/ 0 h 24"/>
                <a:gd name="T8" fmla="*/ 1 w 2"/>
                <a:gd name="T9" fmla="*/ 0 h 24"/>
                <a:gd name="T10" fmla="*/ 1 w 2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24">
                  <a:moveTo>
                    <a:pt x="1" y="0"/>
                  </a:moveTo>
                  <a:lnTo>
                    <a:pt x="0" y="22"/>
                  </a:lnTo>
                  <a:lnTo>
                    <a:pt x="2" y="24"/>
                  </a:lnTo>
                  <a:lnTo>
                    <a:pt x="1" y="0"/>
                  </a:lnTo>
                  <a:close/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BC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0" name="Freeform 186"/>
            <p:cNvSpPr>
              <a:spLocks noEditPoints="1"/>
            </p:cNvSpPr>
            <p:nvPr userDrawn="1"/>
          </p:nvSpPr>
          <p:spPr bwMode="auto">
            <a:xfrm>
              <a:off x="8470901" y="3230562"/>
              <a:ext cx="3175" cy="38100"/>
            </a:xfrm>
            <a:custGeom>
              <a:avLst/>
              <a:gdLst>
                <a:gd name="T0" fmla="*/ 1 w 2"/>
                <a:gd name="T1" fmla="*/ 0 h 24"/>
                <a:gd name="T2" fmla="*/ 0 w 2"/>
                <a:gd name="T3" fmla="*/ 22 h 24"/>
                <a:gd name="T4" fmla="*/ 2 w 2"/>
                <a:gd name="T5" fmla="*/ 24 h 24"/>
                <a:gd name="T6" fmla="*/ 1 w 2"/>
                <a:gd name="T7" fmla="*/ 0 h 24"/>
                <a:gd name="T8" fmla="*/ 1 w 2"/>
                <a:gd name="T9" fmla="*/ 0 h 24"/>
                <a:gd name="T10" fmla="*/ 1 w 2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24">
                  <a:moveTo>
                    <a:pt x="1" y="0"/>
                  </a:moveTo>
                  <a:lnTo>
                    <a:pt x="0" y="22"/>
                  </a:lnTo>
                  <a:lnTo>
                    <a:pt x="2" y="24"/>
                  </a:lnTo>
                  <a:lnTo>
                    <a:pt x="1" y="0"/>
                  </a:lnTo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Freeform 187"/>
            <p:cNvSpPr>
              <a:spLocks noEditPoints="1"/>
            </p:cNvSpPr>
            <p:nvPr userDrawn="1"/>
          </p:nvSpPr>
          <p:spPr bwMode="auto">
            <a:xfrm>
              <a:off x="8416926" y="2474912"/>
              <a:ext cx="57150" cy="1385888"/>
            </a:xfrm>
            <a:custGeom>
              <a:avLst/>
              <a:gdLst>
                <a:gd name="T0" fmla="*/ 21 w 36"/>
                <a:gd name="T1" fmla="*/ 844 h 873"/>
                <a:gd name="T2" fmla="*/ 36 w 36"/>
                <a:gd name="T3" fmla="*/ 873 h 873"/>
                <a:gd name="T4" fmla="*/ 36 w 36"/>
                <a:gd name="T5" fmla="*/ 821 h 873"/>
                <a:gd name="T6" fmla="*/ 22 w 36"/>
                <a:gd name="T7" fmla="*/ 837 h 873"/>
                <a:gd name="T8" fmla="*/ 21 w 36"/>
                <a:gd name="T9" fmla="*/ 844 h 873"/>
                <a:gd name="T10" fmla="*/ 0 w 36"/>
                <a:gd name="T11" fmla="*/ 30 h 873"/>
                <a:gd name="T12" fmla="*/ 31 w 36"/>
                <a:gd name="T13" fmla="*/ 61 h 873"/>
                <a:gd name="T14" fmla="*/ 36 w 36"/>
                <a:gd name="T15" fmla="*/ 61 h 873"/>
                <a:gd name="T16" fmla="*/ 36 w 36"/>
                <a:gd name="T17" fmla="*/ 0 h 873"/>
                <a:gd name="T18" fmla="*/ 31 w 36"/>
                <a:gd name="T19" fmla="*/ 0 h 873"/>
                <a:gd name="T20" fmla="*/ 0 w 36"/>
                <a:gd name="T21" fmla="*/ 30 h 873"/>
                <a:gd name="T22" fmla="*/ 0 w 36"/>
                <a:gd name="T23" fmla="*/ 30 h 873"/>
                <a:gd name="T24" fmla="*/ 0 w 36"/>
                <a:gd name="T25" fmla="*/ 30 h 8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873">
                  <a:moveTo>
                    <a:pt x="21" y="844"/>
                  </a:moveTo>
                  <a:cubicBezTo>
                    <a:pt x="36" y="873"/>
                    <a:pt x="36" y="873"/>
                    <a:pt x="36" y="873"/>
                  </a:cubicBezTo>
                  <a:cubicBezTo>
                    <a:pt x="36" y="821"/>
                    <a:pt x="36" y="821"/>
                    <a:pt x="36" y="821"/>
                  </a:cubicBezTo>
                  <a:cubicBezTo>
                    <a:pt x="22" y="837"/>
                    <a:pt x="22" y="837"/>
                    <a:pt x="22" y="837"/>
                  </a:cubicBezTo>
                  <a:lnTo>
                    <a:pt x="21" y="844"/>
                  </a:lnTo>
                  <a:close/>
                  <a:moveTo>
                    <a:pt x="0" y="30"/>
                  </a:moveTo>
                  <a:cubicBezTo>
                    <a:pt x="0" y="47"/>
                    <a:pt x="14" y="61"/>
                    <a:pt x="31" y="61"/>
                  </a:cubicBezTo>
                  <a:cubicBezTo>
                    <a:pt x="32" y="61"/>
                    <a:pt x="34" y="61"/>
                    <a:pt x="36" y="61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4" y="0"/>
                    <a:pt x="32" y="0"/>
                    <a:pt x="31" y="0"/>
                  </a:cubicBezTo>
                  <a:cubicBezTo>
                    <a:pt x="14" y="0"/>
                    <a:pt x="0" y="13"/>
                    <a:pt x="0" y="30"/>
                  </a:cubicBezTo>
                  <a:close/>
                  <a:moveTo>
                    <a:pt x="0" y="30"/>
                  </a:moveTo>
                  <a:cubicBezTo>
                    <a:pt x="0" y="30"/>
                    <a:pt x="0" y="30"/>
                    <a:pt x="0" y="30"/>
                  </a:cubicBezTo>
                </a:path>
              </a:pathLst>
            </a:custGeom>
            <a:solidFill>
              <a:srgbClr val="8557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2" name="Rectangle 188"/>
            <p:cNvSpPr>
              <a:spLocks noChangeArrowheads="1"/>
            </p:cNvSpPr>
            <p:nvPr userDrawn="1"/>
          </p:nvSpPr>
          <p:spPr bwMode="auto">
            <a:xfrm>
              <a:off x="8883651" y="1785937"/>
              <a:ext cx="1588" cy="3082925"/>
            </a:xfrm>
            <a:prstGeom prst="rect">
              <a:avLst/>
            </a:prstGeom>
            <a:solidFill>
              <a:srgbClr val="3F2B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Freeform 189"/>
            <p:cNvSpPr>
              <a:spLocks noEditPoints="1"/>
            </p:cNvSpPr>
            <p:nvPr userDrawn="1"/>
          </p:nvSpPr>
          <p:spPr bwMode="auto">
            <a:xfrm>
              <a:off x="8474076" y="3070225"/>
              <a:ext cx="12700" cy="71438"/>
            </a:xfrm>
            <a:custGeom>
              <a:avLst/>
              <a:gdLst>
                <a:gd name="T0" fmla="*/ 0 w 8"/>
                <a:gd name="T1" fmla="*/ 0 h 45"/>
                <a:gd name="T2" fmla="*/ 0 w 8"/>
                <a:gd name="T3" fmla="*/ 45 h 45"/>
                <a:gd name="T4" fmla="*/ 8 w 8"/>
                <a:gd name="T5" fmla="*/ 44 h 45"/>
                <a:gd name="T6" fmla="*/ 0 w 8"/>
                <a:gd name="T7" fmla="*/ 0 h 45"/>
                <a:gd name="T8" fmla="*/ 0 w 8"/>
                <a:gd name="T9" fmla="*/ 0 h 45"/>
                <a:gd name="T10" fmla="*/ 0 w 8"/>
                <a:gd name="T11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45">
                  <a:moveTo>
                    <a:pt x="0" y="0"/>
                  </a:moveTo>
                  <a:cubicBezTo>
                    <a:pt x="0" y="45"/>
                    <a:pt x="0" y="45"/>
                    <a:pt x="0" y="45"/>
                  </a:cubicBezTo>
                  <a:cubicBezTo>
                    <a:pt x="2" y="45"/>
                    <a:pt x="5" y="45"/>
                    <a:pt x="8" y="44"/>
                  </a:cubicBezTo>
                  <a:lnTo>
                    <a:pt x="0" y="0"/>
                  </a:lnTo>
                  <a:close/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EFE9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4" name="Freeform 190"/>
            <p:cNvSpPr>
              <a:spLocks noEditPoints="1"/>
            </p:cNvSpPr>
            <p:nvPr userDrawn="1"/>
          </p:nvSpPr>
          <p:spPr bwMode="auto">
            <a:xfrm>
              <a:off x="8474076" y="2817812"/>
              <a:ext cx="39688" cy="60325"/>
            </a:xfrm>
            <a:custGeom>
              <a:avLst/>
              <a:gdLst>
                <a:gd name="T0" fmla="*/ 25 w 25"/>
                <a:gd name="T1" fmla="*/ 19 h 38"/>
                <a:gd name="T2" fmla="*/ 8 w 25"/>
                <a:gd name="T3" fmla="*/ 0 h 38"/>
                <a:gd name="T4" fmla="*/ 0 w 25"/>
                <a:gd name="T5" fmla="*/ 0 h 38"/>
                <a:gd name="T6" fmla="*/ 0 w 25"/>
                <a:gd name="T7" fmla="*/ 37 h 38"/>
                <a:gd name="T8" fmla="*/ 6 w 25"/>
                <a:gd name="T9" fmla="*/ 38 h 38"/>
                <a:gd name="T10" fmla="*/ 25 w 25"/>
                <a:gd name="T11" fmla="*/ 19 h 38"/>
                <a:gd name="T12" fmla="*/ 25 w 25"/>
                <a:gd name="T13" fmla="*/ 19 h 38"/>
                <a:gd name="T14" fmla="*/ 25 w 25"/>
                <a:gd name="T15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38">
                  <a:moveTo>
                    <a:pt x="25" y="19"/>
                  </a:moveTo>
                  <a:cubicBezTo>
                    <a:pt x="25" y="10"/>
                    <a:pt x="19" y="4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" y="37"/>
                    <a:pt x="3" y="38"/>
                    <a:pt x="6" y="38"/>
                  </a:cubicBezTo>
                  <a:cubicBezTo>
                    <a:pt x="18" y="38"/>
                    <a:pt x="25" y="32"/>
                    <a:pt x="25" y="19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5" name="Freeform 191"/>
            <p:cNvSpPr>
              <a:spLocks noEditPoints="1"/>
            </p:cNvSpPr>
            <p:nvPr userDrawn="1"/>
          </p:nvSpPr>
          <p:spPr bwMode="auto">
            <a:xfrm>
              <a:off x="8474076" y="1785937"/>
              <a:ext cx="411163" cy="3087688"/>
            </a:xfrm>
            <a:custGeom>
              <a:avLst/>
              <a:gdLst>
                <a:gd name="T0" fmla="*/ 0 w 259"/>
                <a:gd name="T1" fmla="*/ 74 h 1945"/>
                <a:gd name="T2" fmla="*/ 186 w 259"/>
                <a:gd name="T3" fmla="*/ 464 h 1945"/>
                <a:gd name="T4" fmla="*/ 0 w 259"/>
                <a:gd name="T5" fmla="*/ 434 h 1945"/>
                <a:gd name="T6" fmla="*/ 0 w 259"/>
                <a:gd name="T7" fmla="*/ 495 h 1945"/>
                <a:gd name="T8" fmla="*/ 14 w 259"/>
                <a:gd name="T9" fmla="*/ 547 h 1945"/>
                <a:gd name="T10" fmla="*/ 49 w 259"/>
                <a:gd name="T11" fmla="*/ 628 h 1945"/>
                <a:gd name="T12" fmla="*/ 6 w 259"/>
                <a:gd name="T13" fmla="*/ 721 h 1945"/>
                <a:gd name="T14" fmla="*/ 0 w 259"/>
                <a:gd name="T15" fmla="*/ 763 h 1945"/>
                <a:gd name="T16" fmla="*/ 39 w 259"/>
                <a:gd name="T17" fmla="*/ 764 h 1945"/>
                <a:gd name="T18" fmla="*/ 87 w 259"/>
                <a:gd name="T19" fmla="*/ 910 h 1945"/>
                <a:gd name="T20" fmla="*/ 87 w 259"/>
                <a:gd name="T21" fmla="*/ 933 h 1945"/>
                <a:gd name="T22" fmla="*/ 0 w 259"/>
                <a:gd name="T23" fmla="*/ 934 h 1945"/>
                <a:gd name="T24" fmla="*/ 16 w 259"/>
                <a:gd name="T25" fmla="*/ 976 h 1945"/>
                <a:gd name="T26" fmla="*/ 73 w 259"/>
                <a:gd name="T27" fmla="*/ 987 h 1945"/>
                <a:gd name="T28" fmla="*/ 26 w 259"/>
                <a:gd name="T29" fmla="*/ 1046 h 1945"/>
                <a:gd name="T30" fmla="*/ 8 w 259"/>
                <a:gd name="T31" fmla="*/ 1012 h 1945"/>
                <a:gd name="T32" fmla="*/ 0 w 259"/>
                <a:gd name="T33" fmla="*/ 1112 h 1945"/>
                <a:gd name="T34" fmla="*/ 30 w 259"/>
                <a:gd name="T35" fmla="*/ 1084 h 1945"/>
                <a:gd name="T36" fmla="*/ 67 w 259"/>
                <a:gd name="T37" fmla="*/ 1136 h 1945"/>
                <a:gd name="T38" fmla="*/ 2 w 259"/>
                <a:gd name="T39" fmla="*/ 1151 h 1945"/>
                <a:gd name="T40" fmla="*/ 0 w 259"/>
                <a:gd name="T41" fmla="*/ 1192 h 1945"/>
                <a:gd name="T42" fmla="*/ 1 w 259"/>
                <a:gd name="T43" fmla="*/ 1216 h 1945"/>
                <a:gd name="T44" fmla="*/ 0 w 259"/>
                <a:gd name="T45" fmla="*/ 1256 h 1945"/>
                <a:gd name="T46" fmla="*/ 22 w 259"/>
                <a:gd name="T47" fmla="*/ 1225 h 1945"/>
                <a:gd name="T48" fmla="*/ 10 w 259"/>
                <a:gd name="T49" fmla="*/ 1214 h 1945"/>
                <a:gd name="T50" fmla="*/ 50 w 259"/>
                <a:gd name="T51" fmla="*/ 1193 h 1945"/>
                <a:gd name="T52" fmla="*/ 89 w 259"/>
                <a:gd name="T53" fmla="*/ 1196 h 1945"/>
                <a:gd name="T54" fmla="*/ 49 w 259"/>
                <a:gd name="T55" fmla="*/ 1254 h 1945"/>
                <a:gd name="T56" fmla="*/ 62 w 259"/>
                <a:gd name="T57" fmla="*/ 1317 h 1945"/>
                <a:gd name="T58" fmla="*/ 91 w 259"/>
                <a:gd name="T59" fmla="*/ 1345 h 1945"/>
                <a:gd name="T60" fmla="*/ 48 w 259"/>
                <a:gd name="T61" fmla="*/ 1367 h 1945"/>
                <a:gd name="T62" fmla="*/ 1 w 259"/>
                <a:gd name="T63" fmla="*/ 1309 h 1945"/>
                <a:gd name="T64" fmla="*/ 3 w 259"/>
                <a:gd name="T65" fmla="*/ 1342 h 1945"/>
                <a:gd name="T66" fmla="*/ 1 w 259"/>
                <a:gd name="T67" fmla="*/ 1453 h 1945"/>
                <a:gd name="T68" fmla="*/ 1 w 259"/>
                <a:gd name="T69" fmla="*/ 1514 h 1945"/>
                <a:gd name="T70" fmla="*/ 3 w 259"/>
                <a:gd name="T71" fmla="*/ 1568 h 1945"/>
                <a:gd name="T72" fmla="*/ 187 w 259"/>
                <a:gd name="T73" fmla="*/ 1874 h 1945"/>
                <a:gd name="T74" fmla="*/ 1 w 259"/>
                <a:gd name="T75" fmla="*/ 1945 h 1945"/>
                <a:gd name="T76" fmla="*/ 259 w 259"/>
                <a:gd name="T77" fmla="*/ 0 h 1945"/>
                <a:gd name="T78" fmla="*/ 0 w 259"/>
                <a:gd name="T79" fmla="*/ 0 h 19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9" h="1945">
                  <a:moveTo>
                    <a:pt x="0" y="0"/>
                  </a:moveTo>
                  <a:cubicBezTo>
                    <a:pt x="0" y="74"/>
                    <a:pt x="0" y="74"/>
                    <a:pt x="0" y="74"/>
                  </a:cubicBezTo>
                  <a:cubicBezTo>
                    <a:pt x="186" y="74"/>
                    <a:pt x="186" y="74"/>
                    <a:pt x="186" y="74"/>
                  </a:cubicBezTo>
                  <a:cubicBezTo>
                    <a:pt x="186" y="464"/>
                    <a:pt x="186" y="464"/>
                    <a:pt x="186" y="464"/>
                  </a:cubicBezTo>
                  <a:cubicBezTo>
                    <a:pt x="0" y="381"/>
                    <a:pt x="0" y="381"/>
                    <a:pt x="0" y="381"/>
                  </a:cubicBezTo>
                  <a:cubicBezTo>
                    <a:pt x="0" y="434"/>
                    <a:pt x="0" y="434"/>
                    <a:pt x="0" y="434"/>
                  </a:cubicBezTo>
                  <a:cubicBezTo>
                    <a:pt x="14" y="437"/>
                    <a:pt x="26" y="449"/>
                    <a:pt x="26" y="464"/>
                  </a:cubicBezTo>
                  <a:cubicBezTo>
                    <a:pt x="26" y="480"/>
                    <a:pt x="14" y="492"/>
                    <a:pt x="0" y="495"/>
                  </a:cubicBezTo>
                  <a:cubicBezTo>
                    <a:pt x="0" y="548"/>
                    <a:pt x="0" y="548"/>
                    <a:pt x="0" y="548"/>
                  </a:cubicBezTo>
                  <a:cubicBezTo>
                    <a:pt x="8" y="547"/>
                    <a:pt x="14" y="547"/>
                    <a:pt x="14" y="547"/>
                  </a:cubicBezTo>
                  <a:cubicBezTo>
                    <a:pt x="53" y="547"/>
                    <a:pt x="74" y="562"/>
                    <a:pt x="74" y="589"/>
                  </a:cubicBezTo>
                  <a:cubicBezTo>
                    <a:pt x="74" y="608"/>
                    <a:pt x="62" y="620"/>
                    <a:pt x="49" y="628"/>
                  </a:cubicBezTo>
                  <a:cubicBezTo>
                    <a:pt x="64" y="634"/>
                    <a:pt x="81" y="643"/>
                    <a:pt x="81" y="666"/>
                  </a:cubicBezTo>
                  <a:cubicBezTo>
                    <a:pt x="81" y="703"/>
                    <a:pt x="56" y="721"/>
                    <a:pt x="6" y="721"/>
                  </a:cubicBezTo>
                  <a:cubicBezTo>
                    <a:pt x="5" y="721"/>
                    <a:pt x="2" y="720"/>
                    <a:pt x="0" y="720"/>
                  </a:cubicBezTo>
                  <a:cubicBezTo>
                    <a:pt x="0" y="763"/>
                    <a:pt x="0" y="763"/>
                    <a:pt x="0" y="763"/>
                  </a:cubicBezTo>
                  <a:cubicBezTo>
                    <a:pt x="35" y="761"/>
                    <a:pt x="35" y="761"/>
                    <a:pt x="35" y="761"/>
                  </a:cubicBezTo>
                  <a:cubicBezTo>
                    <a:pt x="39" y="764"/>
                    <a:pt x="39" y="764"/>
                    <a:pt x="39" y="764"/>
                  </a:cubicBezTo>
                  <a:cubicBezTo>
                    <a:pt x="39" y="764"/>
                    <a:pt x="64" y="864"/>
                    <a:pt x="72" y="893"/>
                  </a:cubicBezTo>
                  <a:cubicBezTo>
                    <a:pt x="75" y="905"/>
                    <a:pt x="79" y="909"/>
                    <a:pt x="87" y="910"/>
                  </a:cubicBezTo>
                  <a:cubicBezTo>
                    <a:pt x="89" y="913"/>
                    <a:pt x="89" y="913"/>
                    <a:pt x="89" y="913"/>
                  </a:cubicBezTo>
                  <a:cubicBezTo>
                    <a:pt x="87" y="933"/>
                    <a:pt x="87" y="933"/>
                    <a:pt x="87" y="933"/>
                  </a:cubicBezTo>
                  <a:cubicBezTo>
                    <a:pt x="87" y="933"/>
                    <a:pt x="64" y="933"/>
                    <a:pt x="50" y="933"/>
                  </a:cubicBezTo>
                  <a:cubicBezTo>
                    <a:pt x="25" y="933"/>
                    <a:pt x="0" y="934"/>
                    <a:pt x="0" y="934"/>
                  </a:cubicBezTo>
                  <a:cubicBezTo>
                    <a:pt x="0" y="976"/>
                    <a:pt x="0" y="976"/>
                    <a:pt x="0" y="976"/>
                  </a:cubicBezTo>
                  <a:cubicBezTo>
                    <a:pt x="5" y="976"/>
                    <a:pt x="11" y="976"/>
                    <a:pt x="16" y="976"/>
                  </a:cubicBezTo>
                  <a:cubicBezTo>
                    <a:pt x="39" y="976"/>
                    <a:pt x="71" y="982"/>
                    <a:pt x="71" y="982"/>
                  </a:cubicBezTo>
                  <a:cubicBezTo>
                    <a:pt x="73" y="987"/>
                    <a:pt x="73" y="987"/>
                    <a:pt x="73" y="987"/>
                  </a:cubicBezTo>
                  <a:cubicBezTo>
                    <a:pt x="73" y="987"/>
                    <a:pt x="68" y="1011"/>
                    <a:pt x="66" y="1043"/>
                  </a:cubicBezTo>
                  <a:cubicBezTo>
                    <a:pt x="26" y="1046"/>
                    <a:pt x="26" y="1046"/>
                    <a:pt x="26" y="1046"/>
                  </a:cubicBezTo>
                  <a:cubicBezTo>
                    <a:pt x="26" y="1046"/>
                    <a:pt x="26" y="1039"/>
                    <a:pt x="26" y="1031"/>
                  </a:cubicBezTo>
                  <a:cubicBezTo>
                    <a:pt x="26" y="1017"/>
                    <a:pt x="21" y="1012"/>
                    <a:pt x="8" y="1012"/>
                  </a:cubicBezTo>
                  <a:cubicBezTo>
                    <a:pt x="5" y="1012"/>
                    <a:pt x="2" y="1012"/>
                    <a:pt x="0" y="1013"/>
                  </a:cubicBezTo>
                  <a:cubicBezTo>
                    <a:pt x="0" y="1112"/>
                    <a:pt x="0" y="1112"/>
                    <a:pt x="0" y="1112"/>
                  </a:cubicBezTo>
                  <a:cubicBezTo>
                    <a:pt x="3" y="1113"/>
                    <a:pt x="6" y="1114"/>
                    <a:pt x="10" y="1114"/>
                  </a:cubicBezTo>
                  <a:cubicBezTo>
                    <a:pt x="23" y="1114"/>
                    <a:pt x="28" y="1106"/>
                    <a:pt x="30" y="1084"/>
                  </a:cubicBezTo>
                  <a:cubicBezTo>
                    <a:pt x="70" y="1081"/>
                    <a:pt x="70" y="1081"/>
                    <a:pt x="70" y="1081"/>
                  </a:cubicBezTo>
                  <a:cubicBezTo>
                    <a:pt x="70" y="1081"/>
                    <a:pt x="67" y="1112"/>
                    <a:pt x="67" y="1136"/>
                  </a:cubicBezTo>
                  <a:cubicBezTo>
                    <a:pt x="64" y="1140"/>
                    <a:pt x="64" y="1140"/>
                    <a:pt x="64" y="1140"/>
                  </a:cubicBezTo>
                  <a:cubicBezTo>
                    <a:pt x="64" y="1140"/>
                    <a:pt x="35" y="1151"/>
                    <a:pt x="2" y="1151"/>
                  </a:cubicBezTo>
                  <a:cubicBezTo>
                    <a:pt x="0" y="1151"/>
                    <a:pt x="0" y="1151"/>
                    <a:pt x="0" y="1151"/>
                  </a:cubicBezTo>
                  <a:cubicBezTo>
                    <a:pt x="0" y="1192"/>
                    <a:pt x="0" y="1192"/>
                    <a:pt x="0" y="1192"/>
                  </a:cubicBezTo>
                  <a:cubicBezTo>
                    <a:pt x="3" y="1192"/>
                    <a:pt x="3" y="1192"/>
                    <a:pt x="3" y="1192"/>
                  </a:cubicBezTo>
                  <a:cubicBezTo>
                    <a:pt x="1" y="1216"/>
                    <a:pt x="1" y="1216"/>
                    <a:pt x="1" y="1216"/>
                  </a:cubicBezTo>
                  <a:cubicBezTo>
                    <a:pt x="0" y="1216"/>
                    <a:pt x="0" y="1216"/>
                    <a:pt x="0" y="1216"/>
                  </a:cubicBezTo>
                  <a:cubicBezTo>
                    <a:pt x="0" y="1256"/>
                    <a:pt x="0" y="1256"/>
                    <a:pt x="0" y="1256"/>
                  </a:cubicBezTo>
                  <a:cubicBezTo>
                    <a:pt x="16" y="1237"/>
                    <a:pt x="16" y="1237"/>
                    <a:pt x="16" y="1237"/>
                  </a:cubicBezTo>
                  <a:cubicBezTo>
                    <a:pt x="19" y="1233"/>
                    <a:pt x="22" y="1228"/>
                    <a:pt x="22" y="1225"/>
                  </a:cubicBezTo>
                  <a:cubicBezTo>
                    <a:pt x="22" y="1219"/>
                    <a:pt x="19" y="1217"/>
                    <a:pt x="11" y="1216"/>
                  </a:cubicBezTo>
                  <a:cubicBezTo>
                    <a:pt x="10" y="1214"/>
                    <a:pt x="10" y="1214"/>
                    <a:pt x="10" y="1214"/>
                  </a:cubicBezTo>
                  <a:cubicBezTo>
                    <a:pt x="12" y="1192"/>
                    <a:pt x="12" y="1192"/>
                    <a:pt x="12" y="1192"/>
                  </a:cubicBezTo>
                  <a:cubicBezTo>
                    <a:pt x="12" y="1192"/>
                    <a:pt x="37" y="1193"/>
                    <a:pt x="50" y="1193"/>
                  </a:cubicBezTo>
                  <a:cubicBezTo>
                    <a:pt x="59" y="1193"/>
                    <a:pt x="87" y="1192"/>
                    <a:pt x="87" y="1192"/>
                  </a:cubicBezTo>
                  <a:cubicBezTo>
                    <a:pt x="89" y="1196"/>
                    <a:pt x="89" y="1196"/>
                    <a:pt x="89" y="1196"/>
                  </a:cubicBezTo>
                  <a:cubicBezTo>
                    <a:pt x="87" y="1216"/>
                    <a:pt x="87" y="1216"/>
                    <a:pt x="87" y="1216"/>
                  </a:cubicBezTo>
                  <a:cubicBezTo>
                    <a:pt x="74" y="1223"/>
                    <a:pt x="62" y="1235"/>
                    <a:pt x="49" y="1254"/>
                  </a:cubicBezTo>
                  <a:cubicBezTo>
                    <a:pt x="38" y="1270"/>
                    <a:pt x="38" y="1270"/>
                    <a:pt x="38" y="1270"/>
                  </a:cubicBezTo>
                  <a:cubicBezTo>
                    <a:pt x="62" y="1317"/>
                    <a:pt x="62" y="1317"/>
                    <a:pt x="62" y="1317"/>
                  </a:cubicBezTo>
                  <a:cubicBezTo>
                    <a:pt x="70" y="1332"/>
                    <a:pt x="77" y="1339"/>
                    <a:pt x="88" y="1341"/>
                  </a:cubicBezTo>
                  <a:cubicBezTo>
                    <a:pt x="91" y="1345"/>
                    <a:pt x="91" y="1345"/>
                    <a:pt x="91" y="1345"/>
                  </a:cubicBezTo>
                  <a:cubicBezTo>
                    <a:pt x="88" y="1364"/>
                    <a:pt x="88" y="1364"/>
                    <a:pt x="88" y="1364"/>
                  </a:cubicBezTo>
                  <a:cubicBezTo>
                    <a:pt x="88" y="1364"/>
                    <a:pt x="55" y="1367"/>
                    <a:pt x="48" y="1367"/>
                  </a:cubicBezTo>
                  <a:cubicBezTo>
                    <a:pt x="34" y="1367"/>
                    <a:pt x="28" y="1362"/>
                    <a:pt x="19" y="1346"/>
                  </a:cubicBezTo>
                  <a:cubicBezTo>
                    <a:pt x="1" y="1309"/>
                    <a:pt x="1" y="1309"/>
                    <a:pt x="1" y="1309"/>
                  </a:cubicBezTo>
                  <a:cubicBezTo>
                    <a:pt x="1" y="1339"/>
                    <a:pt x="1" y="1339"/>
                    <a:pt x="1" y="1339"/>
                  </a:cubicBezTo>
                  <a:cubicBezTo>
                    <a:pt x="3" y="1342"/>
                    <a:pt x="3" y="1342"/>
                    <a:pt x="3" y="1342"/>
                  </a:cubicBezTo>
                  <a:cubicBezTo>
                    <a:pt x="1" y="1362"/>
                    <a:pt x="1" y="1362"/>
                    <a:pt x="1" y="1362"/>
                  </a:cubicBezTo>
                  <a:cubicBezTo>
                    <a:pt x="1" y="1453"/>
                    <a:pt x="1" y="1453"/>
                    <a:pt x="1" y="1453"/>
                  </a:cubicBezTo>
                  <a:cubicBezTo>
                    <a:pt x="15" y="1456"/>
                    <a:pt x="27" y="1468"/>
                    <a:pt x="27" y="1483"/>
                  </a:cubicBezTo>
                  <a:cubicBezTo>
                    <a:pt x="27" y="1499"/>
                    <a:pt x="15" y="1511"/>
                    <a:pt x="1" y="1514"/>
                  </a:cubicBezTo>
                  <a:cubicBezTo>
                    <a:pt x="1" y="1567"/>
                    <a:pt x="1" y="1567"/>
                    <a:pt x="1" y="1567"/>
                  </a:cubicBezTo>
                  <a:cubicBezTo>
                    <a:pt x="3" y="1568"/>
                    <a:pt x="3" y="1568"/>
                    <a:pt x="3" y="1568"/>
                  </a:cubicBezTo>
                  <a:cubicBezTo>
                    <a:pt x="187" y="1484"/>
                    <a:pt x="187" y="1484"/>
                    <a:pt x="187" y="1484"/>
                  </a:cubicBezTo>
                  <a:cubicBezTo>
                    <a:pt x="187" y="1874"/>
                    <a:pt x="187" y="1874"/>
                    <a:pt x="187" y="1874"/>
                  </a:cubicBezTo>
                  <a:cubicBezTo>
                    <a:pt x="1" y="1874"/>
                    <a:pt x="1" y="1874"/>
                    <a:pt x="1" y="1874"/>
                  </a:cubicBezTo>
                  <a:cubicBezTo>
                    <a:pt x="1" y="1945"/>
                    <a:pt x="1" y="1945"/>
                    <a:pt x="1" y="1945"/>
                  </a:cubicBezTo>
                  <a:cubicBezTo>
                    <a:pt x="259" y="1945"/>
                    <a:pt x="259" y="1945"/>
                    <a:pt x="259" y="1945"/>
                  </a:cubicBezTo>
                  <a:cubicBezTo>
                    <a:pt x="259" y="0"/>
                    <a:pt x="259" y="0"/>
                    <a:pt x="259" y="0"/>
                  </a:cubicBezTo>
                  <a:lnTo>
                    <a:pt x="0" y="0"/>
                  </a:lnTo>
                  <a:close/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6" name="Freeform 192"/>
            <p:cNvSpPr>
              <a:spLocks noEditPoints="1"/>
            </p:cNvSpPr>
            <p:nvPr userDrawn="1"/>
          </p:nvSpPr>
          <p:spPr bwMode="auto">
            <a:xfrm>
              <a:off x="8474076" y="3192462"/>
              <a:ext cx="25400" cy="38100"/>
            </a:xfrm>
            <a:custGeom>
              <a:avLst/>
              <a:gdLst>
                <a:gd name="T0" fmla="*/ 16 w 16"/>
                <a:gd name="T1" fmla="*/ 15 h 24"/>
                <a:gd name="T2" fmla="*/ 16 w 16"/>
                <a:gd name="T3" fmla="*/ 10 h 24"/>
                <a:gd name="T4" fmla="*/ 14 w 16"/>
                <a:gd name="T5" fmla="*/ 0 h 24"/>
                <a:gd name="T6" fmla="*/ 0 w 16"/>
                <a:gd name="T7" fmla="*/ 0 h 24"/>
                <a:gd name="T8" fmla="*/ 0 w 16"/>
                <a:gd name="T9" fmla="*/ 24 h 24"/>
                <a:gd name="T10" fmla="*/ 16 w 16"/>
                <a:gd name="T11" fmla="*/ 15 h 24"/>
                <a:gd name="T12" fmla="*/ 16 w 16"/>
                <a:gd name="T13" fmla="*/ 15 h 24"/>
                <a:gd name="T14" fmla="*/ 16 w 16"/>
                <a:gd name="T15" fmla="*/ 15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24">
                  <a:moveTo>
                    <a:pt x="16" y="15"/>
                  </a:moveTo>
                  <a:cubicBezTo>
                    <a:pt x="16" y="14"/>
                    <a:pt x="16" y="12"/>
                    <a:pt x="16" y="1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0" y="0"/>
                    <a:pt x="4" y="0"/>
                    <a:pt x="0" y="0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15" y="22"/>
                    <a:pt x="16" y="21"/>
                    <a:pt x="16" y="15"/>
                  </a:cubicBezTo>
                  <a:close/>
                  <a:moveTo>
                    <a:pt x="16" y="15"/>
                  </a:moveTo>
                  <a:cubicBezTo>
                    <a:pt x="16" y="15"/>
                    <a:pt x="16" y="15"/>
                    <a:pt x="16" y="15"/>
                  </a:cubicBezTo>
                </a:path>
              </a:pathLst>
            </a:custGeom>
            <a:solidFill>
              <a:srgbClr val="EFE9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7" name="Freeform 193"/>
            <p:cNvSpPr>
              <a:spLocks noEditPoints="1"/>
            </p:cNvSpPr>
            <p:nvPr userDrawn="1"/>
          </p:nvSpPr>
          <p:spPr bwMode="auto">
            <a:xfrm>
              <a:off x="8472488" y="2706687"/>
              <a:ext cx="33338" cy="61913"/>
            </a:xfrm>
            <a:custGeom>
              <a:avLst/>
              <a:gdLst>
                <a:gd name="T0" fmla="*/ 21 w 21"/>
                <a:gd name="T1" fmla="*/ 18 h 39"/>
                <a:gd name="T2" fmla="*/ 0 w 21"/>
                <a:gd name="T3" fmla="*/ 0 h 39"/>
                <a:gd name="T4" fmla="*/ 0 w 21"/>
                <a:gd name="T5" fmla="*/ 38 h 39"/>
                <a:gd name="T6" fmla="*/ 10 w 21"/>
                <a:gd name="T7" fmla="*/ 39 h 39"/>
                <a:gd name="T8" fmla="*/ 21 w 21"/>
                <a:gd name="T9" fmla="*/ 18 h 39"/>
                <a:gd name="T10" fmla="*/ 21 w 21"/>
                <a:gd name="T11" fmla="*/ 18 h 39"/>
                <a:gd name="T12" fmla="*/ 21 w 21"/>
                <a:gd name="T13" fmla="*/ 1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9">
                  <a:moveTo>
                    <a:pt x="21" y="18"/>
                  </a:moveTo>
                  <a:cubicBezTo>
                    <a:pt x="21" y="7"/>
                    <a:pt x="14" y="1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4" y="39"/>
                    <a:pt x="7" y="39"/>
                    <a:pt x="10" y="39"/>
                  </a:cubicBezTo>
                  <a:cubicBezTo>
                    <a:pt x="10" y="39"/>
                    <a:pt x="21" y="32"/>
                    <a:pt x="21" y="18"/>
                  </a:cubicBezTo>
                  <a:close/>
                  <a:moveTo>
                    <a:pt x="21" y="18"/>
                  </a:moveTo>
                  <a:cubicBezTo>
                    <a:pt x="21" y="18"/>
                    <a:pt x="21" y="18"/>
                    <a:pt x="21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8" name="Freeform 194"/>
            <p:cNvSpPr>
              <a:spLocks noEditPoints="1"/>
            </p:cNvSpPr>
            <p:nvPr userDrawn="1"/>
          </p:nvSpPr>
          <p:spPr bwMode="auto">
            <a:xfrm>
              <a:off x="8329613" y="2654300"/>
              <a:ext cx="285750" cy="1298575"/>
            </a:xfrm>
            <a:custGeom>
              <a:avLst/>
              <a:gdLst>
                <a:gd name="T0" fmla="*/ 105 w 180"/>
                <a:gd name="T1" fmla="*/ 0 h 818"/>
                <a:gd name="T2" fmla="*/ 11 w 180"/>
                <a:gd name="T3" fmla="*/ 2 h 818"/>
                <a:gd name="T4" fmla="*/ 20 w 180"/>
                <a:gd name="T5" fmla="*/ 26 h 818"/>
                <a:gd name="T6" fmla="*/ 9 w 180"/>
                <a:gd name="T7" fmla="*/ 150 h 818"/>
                <a:gd name="T8" fmla="*/ 90 w 180"/>
                <a:gd name="T9" fmla="*/ 173 h 818"/>
                <a:gd name="T10" fmla="*/ 139 w 180"/>
                <a:gd name="T11" fmla="*/ 81 h 818"/>
                <a:gd name="T12" fmla="*/ 91 w 180"/>
                <a:gd name="T13" fmla="*/ 33 h 818"/>
                <a:gd name="T14" fmla="*/ 91 w 180"/>
                <a:gd name="T15" fmla="*/ 71 h 818"/>
                <a:gd name="T16" fmla="*/ 96 w 180"/>
                <a:gd name="T17" fmla="*/ 141 h 818"/>
                <a:gd name="T18" fmla="*/ 78 w 180"/>
                <a:gd name="T19" fmla="*/ 103 h 818"/>
                <a:gd name="T20" fmla="*/ 96 w 180"/>
                <a:gd name="T21" fmla="*/ 141 h 818"/>
                <a:gd name="T22" fmla="*/ 130 w 180"/>
                <a:gd name="T23" fmla="*/ 216 h 818"/>
                <a:gd name="T24" fmla="*/ 57 w 180"/>
                <a:gd name="T25" fmla="*/ 217 h 818"/>
                <a:gd name="T26" fmla="*/ 0 w 180"/>
                <a:gd name="T27" fmla="*/ 386 h 818"/>
                <a:gd name="T28" fmla="*/ 77 w 180"/>
                <a:gd name="T29" fmla="*/ 364 h 818"/>
                <a:gd name="T30" fmla="*/ 60 w 180"/>
                <a:gd name="T31" fmla="*/ 357 h 818"/>
                <a:gd name="T32" fmla="*/ 85 w 180"/>
                <a:gd name="T33" fmla="*/ 338 h 818"/>
                <a:gd name="T34" fmla="*/ 106 w 180"/>
                <a:gd name="T35" fmla="*/ 348 h 818"/>
                <a:gd name="T36" fmla="*/ 90 w 180"/>
                <a:gd name="T37" fmla="*/ 386 h 818"/>
                <a:gd name="T38" fmla="*/ 179 w 180"/>
                <a:gd name="T39" fmla="*/ 364 h 818"/>
                <a:gd name="T40" fmla="*/ 72 w 180"/>
                <a:gd name="T41" fmla="*/ 307 h 818"/>
                <a:gd name="T42" fmla="*/ 91 w 180"/>
                <a:gd name="T43" fmla="*/ 262 h 818"/>
                <a:gd name="T44" fmla="*/ 92 w 180"/>
                <a:gd name="T45" fmla="*/ 793 h 818"/>
                <a:gd name="T46" fmla="*/ 92 w 180"/>
                <a:gd name="T47" fmla="*/ 793 h 818"/>
                <a:gd name="T48" fmla="*/ 91 w 180"/>
                <a:gd name="T49" fmla="*/ 644 h 818"/>
                <a:gd name="T50" fmla="*/ 74 w 180"/>
                <a:gd name="T51" fmla="*/ 773 h 818"/>
                <a:gd name="T52" fmla="*/ 90 w 180"/>
                <a:gd name="T53" fmla="*/ 644 h 818"/>
                <a:gd name="T54" fmla="*/ 4 w 180"/>
                <a:gd name="T55" fmla="*/ 665 h 818"/>
                <a:gd name="T56" fmla="*/ 22 w 180"/>
                <a:gd name="T57" fmla="*/ 681 h 818"/>
                <a:gd name="T58" fmla="*/ 3 w 180"/>
                <a:gd name="T59" fmla="*/ 815 h 818"/>
                <a:gd name="T60" fmla="*/ 90 w 180"/>
                <a:gd name="T61" fmla="*/ 790 h 818"/>
                <a:gd name="T62" fmla="*/ 91 w 180"/>
                <a:gd name="T63" fmla="*/ 603 h 818"/>
                <a:gd name="T64" fmla="*/ 157 w 180"/>
                <a:gd name="T65" fmla="*/ 588 h 818"/>
                <a:gd name="T66" fmla="*/ 100 w 180"/>
                <a:gd name="T67" fmla="*/ 566 h 818"/>
                <a:gd name="T68" fmla="*/ 90 w 180"/>
                <a:gd name="T69" fmla="*/ 465 h 818"/>
                <a:gd name="T70" fmla="*/ 116 w 180"/>
                <a:gd name="T71" fmla="*/ 498 h 818"/>
                <a:gd name="T72" fmla="*/ 161 w 180"/>
                <a:gd name="T73" fmla="*/ 435 h 818"/>
                <a:gd name="T74" fmla="*/ 15 w 180"/>
                <a:gd name="T75" fmla="*/ 518 h 818"/>
                <a:gd name="T76" fmla="*/ 152 w 180"/>
                <a:gd name="T77" fmla="*/ 769 h 818"/>
                <a:gd name="T78" fmla="*/ 177 w 180"/>
                <a:gd name="T79" fmla="*/ 667 h 818"/>
                <a:gd name="T80" fmla="*/ 140 w 180"/>
                <a:gd name="T81" fmla="*/ 645 h 818"/>
                <a:gd name="T82" fmla="*/ 101 w 180"/>
                <a:gd name="T83" fmla="*/ 668 h 818"/>
                <a:gd name="T84" fmla="*/ 90 w 180"/>
                <a:gd name="T85" fmla="*/ 707 h 818"/>
                <a:gd name="T86" fmla="*/ 138 w 180"/>
                <a:gd name="T87" fmla="*/ 818 h 818"/>
                <a:gd name="T88" fmla="*/ 178 w 180"/>
                <a:gd name="T89" fmla="*/ 792 h 8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80" h="818">
                  <a:moveTo>
                    <a:pt x="139" y="81"/>
                  </a:moveTo>
                  <a:cubicBezTo>
                    <a:pt x="152" y="73"/>
                    <a:pt x="164" y="61"/>
                    <a:pt x="164" y="42"/>
                  </a:cubicBezTo>
                  <a:cubicBezTo>
                    <a:pt x="164" y="15"/>
                    <a:pt x="144" y="0"/>
                    <a:pt x="105" y="0"/>
                  </a:cubicBezTo>
                  <a:cubicBezTo>
                    <a:pt x="105" y="0"/>
                    <a:pt x="98" y="1"/>
                    <a:pt x="90" y="1"/>
                  </a:cubicBezTo>
                  <a:cubicBezTo>
                    <a:pt x="77" y="1"/>
                    <a:pt x="60" y="2"/>
                    <a:pt x="55" y="2"/>
                  </a:cubicBezTo>
                  <a:cubicBezTo>
                    <a:pt x="47" y="2"/>
                    <a:pt x="11" y="2"/>
                    <a:pt x="11" y="2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7" y="26"/>
                    <a:pt x="20" y="26"/>
                  </a:cubicBezTo>
                  <a:cubicBezTo>
                    <a:pt x="24" y="26"/>
                    <a:pt x="27" y="30"/>
                    <a:pt x="27" y="37"/>
                  </a:cubicBezTo>
                  <a:cubicBezTo>
                    <a:pt x="26" y="130"/>
                    <a:pt x="26" y="130"/>
                    <a:pt x="26" y="130"/>
                  </a:cubicBezTo>
                  <a:cubicBezTo>
                    <a:pt x="26" y="143"/>
                    <a:pt x="22" y="147"/>
                    <a:pt x="9" y="150"/>
                  </a:cubicBezTo>
                  <a:cubicBezTo>
                    <a:pt x="6" y="173"/>
                    <a:pt x="6" y="173"/>
                    <a:pt x="6" y="173"/>
                  </a:cubicBezTo>
                  <a:cubicBezTo>
                    <a:pt x="6" y="173"/>
                    <a:pt x="37" y="171"/>
                    <a:pt x="54" y="171"/>
                  </a:cubicBezTo>
                  <a:cubicBezTo>
                    <a:pt x="59" y="171"/>
                    <a:pt x="79" y="173"/>
                    <a:pt x="90" y="173"/>
                  </a:cubicBezTo>
                  <a:cubicBezTo>
                    <a:pt x="93" y="174"/>
                    <a:pt x="95" y="174"/>
                    <a:pt x="97" y="174"/>
                  </a:cubicBezTo>
                  <a:cubicBezTo>
                    <a:pt x="147" y="174"/>
                    <a:pt x="172" y="156"/>
                    <a:pt x="172" y="119"/>
                  </a:cubicBezTo>
                  <a:cubicBezTo>
                    <a:pt x="172" y="96"/>
                    <a:pt x="155" y="87"/>
                    <a:pt x="139" y="81"/>
                  </a:cubicBezTo>
                  <a:close/>
                  <a:moveTo>
                    <a:pt x="81" y="37"/>
                  </a:moveTo>
                  <a:cubicBezTo>
                    <a:pt x="81" y="34"/>
                    <a:pt x="82" y="33"/>
                    <a:pt x="86" y="33"/>
                  </a:cubicBezTo>
                  <a:cubicBezTo>
                    <a:pt x="91" y="33"/>
                    <a:pt x="91" y="33"/>
                    <a:pt x="91" y="33"/>
                  </a:cubicBezTo>
                  <a:cubicBezTo>
                    <a:pt x="104" y="34"/>
                    <a:pt x="111" y="40"/>
                    <a:pt x="111" y="50"/>
                  </a:cubicBezTo>
                  <a:cubicBezTo>
                    <a:pt x="111" y="64"/>
                    <a:pt x="100" y="72"/>
                    <a:pt x="100" y="72"/>
                  </a:cubicBezTo>
                  <a:cubicBezTo>
                    <a:pt x="98" y="72"/>
                    <a:pt x="94" y="71"/>
                    <a:pt x="91" y="71"/>
                  </a:cubicBezTo>
                  <a:cubicBezTo>
                    <a:pt x="79" y="69"/>
                    <a:pt x="79" y="69"/>
                    <a:pt x="79" y="69"/>
                  </a:cubicBezTo>
                  <a:cubicBezTo>
                    <a:pt x="79" y="69"/>
                    <a:pt x="80" y="48"/>
                    <a:pt x="81" y="37"/>
                  </a:cubicBezTo>
                  <a:close/>
                  <a:moveTo>
                    <a:pt x="96" y="141"/>
                  </a:moveTo>
                  <a:cubicBezTo>
                    <a:pt x="94" y="141"/>
                    <a:pt x="92" y="141"/>
                    <a:pt x="90" y="140"/>
                  </a:cubicBezTo>
                  <a:cubicBezTo>
                    <a:pt x="81" y="140"/>
                    <a:pt x="77" y="136"/>
                    <a:pt x="77" y="129"/>
                  </a:cubicBezTo>
                  <a:cubicBezTo>
                    <a:pt x="78" y="103"/>
                    <a:pt x="78" y="103"/>
                    <a:pt x="78" y="103"/>
                  </a:cubicBezTo>
                  <a:cubicBezTo>
                    <a:pt x="99" y="103"/>
                    <a:pt x="99" y="103"/>
                    <a:pt x="99" y="103"/>
                  </a:cubicBezTo>
                  <a:cubicBezTo>
                    <a:pt x="109" y="106"/>
                    <a:pt x="115" y="113"/>
                    <a:pt x="115" y="122"/>
                  </a:cubicBezTo>
                  <a:cubicBezTo>
                    <a:pt x="116" y="135"/>
                    <a:pt x="109" y="141"/>
                    <a:pt x="96" y="141"/>
                  </a:cubicBezTo>
                  <a:close/>
                  <a:moveTo>
                    <a:pt x="178" y="363"/>
                  </a:moveTo>
                  <a:cubicBezTo>
                    <a:pt x="169" y="362"/>
                    <a:pt x="165" y="357"/>
                    <a:pt x="162" y="345"/>
                  </a:cubicBezTo>
                  <a:cubicBezTo>
                    <a:pt x="154" y="317"/>
                    <a:pt x="130" y="216"/>
                    <a:pt x="130" y="216"/>
                  </a:cubicBezTo>
                  <a:cubicBezTo>
                    <a:pt x="125" y="213"/>
                    <a:pt x="125" y="213"/>
                    <a:pt x="125" y="213"/>
                  </a:cubicBezTo>
                  <a:cubicBezTo>
                    <a:pt x="90" y="216"/>
                    <a:pt x="90" y="216"/>
                    <a:pt x="90" y="216"/>
                  </a:cubicBezTo>
                  <a:cubicBezTo>
                    <a:pt x="57" y="217"/>
                    <a:pt x="57" y="217"/>
                    <a:pt x="57" y="217"/>
                  </a:cubicBezTo>
                  <a:cubicBezTo>
                    <a:pt x="15" y="348"/>
                    <a:pt x="15" y="348"/>
                    <a:pt x="15" y="348"/>
                  </a:cubicBezTo>
                  <a:cubicBezTo>
                    <a:pt x="12" y="357"/>
                    <a:pt x="8" y="361"/>
                    <a:pt x="2" y="363"/>
                  </a:cubicBezTo>
                  <a:cubicBezTo>
                    <a:pt x="0" y="386"/>
                    <a:pt x="0" y="386"/>
                    <a:pt x="0" y="386"/>
                  </a:cubicBezTo>
                  <a:cubicBezTo>
                    <a:pt x="0" y="386"/>
                    <a:pt x="18" y="385"/>
                    <a:pt x="35" y="385"/>
                  </a:cubicBezTo>
                  <a:cubicBezTo>
                    <a:pt x="51" y="385"/>
                    <a:pt x="75" y="386"/>
                    <a:pt x="75" y="386"/>
                  </a:cubicBezTo>
                  <a:cubicBezTo>
                    <a:pt x="77" y="364"/>
                    <a:pt x="77" y="364"/>
                    <a:pt x="77" y="364"/>
                  </a:cubicBezTo>
                  <a:cubicBezTo>
                    <a:pt x="75" y="362"/>
                    <a:pt x="75" y="362"/>
                    <a:pt x="75" y="362"/>
                  </a:cubicBezTo>
                  <a:cubicBezTo>
                    <a:pt x="68" y="362"/>
                    <a:pt x="68" y="362"/>
                    <a:pt x="68" y="362"/>
                  </a:cubicBezTo>
                  <a:cubicBezTo>
                    <a:pt x="61" y="362"/>
                    <a:pt x="60" y="361"/>
                    <a:pt x="60" y="357"/>
                  </a:cubicBezTo>
                  <a:cubicBezTo>
                    <a:pt x="60" y="356"/>
                    <a:pt x="60" y="354"/>
                    <a:pt x="61" y="351"/>
                  </a:cubicBezTo>
                  <a:cubicBezTo>
                    <a:pt x="64" y="339"/>
                    <a:pt x="64" y="339"/>
                    <a:pt x="64" y="339"/>
                  </a:cubicBezTo>
                  <a:cubicBezTo>
                    <a:pt x="70" y="339"/>
                    <a:pt x="78" y="338"/>
                    <a:pt x="85" y="338"/>
                  </a:cubicBezTo>
                  <a:cubicBezTo>
                    <a:pt x="91" y="338"/>
                    <a:pt x="91" y="338"/>
                    <a:pt x="91" y="338"/>
                  </a:cubicBezTo>
                  <a:cubicBezTo>
                    <a:pt x="95" y="338"/>
                    <a:pt x="100" y="338"/>
                    <a:pt x="105" y="338"/>
                  </a:cubicBezTo>
                  <a:cubicBezTo>
                    <a:pt x="106" y="348"/>
                    <a:pt x="106" y="348"/>
                    <a:pt x="106" y="348"/>
                  </a:cubicBezTo>
                  <a:cubicBezTo>
                    <a:pt x="107" y="351"/>
                    <a:pt x="107" y="352"/>
                    <a:pt x="107" y="353"/>
                  </a:cubicBezTo>
                  <a:cubicBezTo>
                    <a:pt x="107" y="360"/>
                    <a:pt x="106" y="360"/>
                    <a:pt x="90" y="362"/>
                  </a:cubicBezTo>
                  <a:cubicBezTo>
                    <a:pt x="90" y="386"/>
                    <a:pt x="90" y="386"/>
                    <a:pt x="90" y="386"/>
                  </a:cubicBezTo>
                  <a:cubicBezTo>
                    <a:pt x="90" y="386"/>
                    <a:pt x="115" y="385"/>
                    <a:pt x="140" y="385"/>
                  </a:cubicBezTo>
                  <a:cubicBezTo>
                    <a:pt x="154" y="385"/>
                    <a:pt x="177" y="385"/>
                    <a:pt x="177" y="385"/>
                  </a:cubicBezTo>
                  <a:cubicBezTo>
                    <a:pt x="179" y="364"/>
                    <a:pt x="179" y="364"/>
                    <a:pt x="179" y="364"/>
                  </a:cubicBezTo>
                  <a:lnTo>
                    <a:pt x="178" y="363"/>
                  </a:lnTo>
                  <a:close/>
                  <a:moveTo>
                    <a:pt x="91" y="307"/>
                  </a:moveTo>
                  <a:cubicBezTo>
                    <a:pt x="72" y="307"/>
                    <a:pt x="72" y="307"/>
                    <a:pt x="72" y="307"/>
                  </a:cubicBezTo>
                  <a:cubicBezTo>
                    <a:pt x="85" y="260"/>
                    <a:pt x="85" y="260"/>
                    <a:pt x="85" y="260"/>
                  </a:cubicBezTo>
                  <a:cubicBezTo>
                    <a:pt x="91" y="260"/>
                    <a:pt x="91" y="260"/>
                    <a:pt x="91" y="260"/>
                  </a:cubicBezTo>
                  <a:cubicBezTo>
                    <a:pt x="91" y="262"/>
                    <a:pt x="91" y="262"/>
                    <a:pt x="91" y="262"/>
                  </a:cubicBezTo>
                  <a:cubicBezTo>
                    <a:pt x="100" y="306"/>
                    <a:pt x="100" y="306"/>
                    <a:pt x="100" y="306"/>
                  </a:cubicBezTo>
                  <a:cubicBezTo>
                    <a:pt x="96" y="306"/>
                    <a:pt x="93" y="306"/>
                    <a:pt x="91" y="307"/>
                  </a:cubicBezTo>
                  <a:close/>
                  <a:moveTo>
                    <a:pt x="92" y="793"/>
                  </a:moveTo>
                  <a:cubicBezTo>
                    <a:pt x="91" y="791"/>
                    <a:pt x="91" y="791"/>
                    <a:pt x="91" y="791"/>
                  </a:cubicBezTo>
                  <a:cubicBezTo>
                    <a:pt x="91" y="813"/>
                    <a:pt x="91" y="813"/>
                    <a:pt x="91" y="813"/>
                  </a:cubicBezTo>
                  <a:lnTo>
                    <a:pt x="92" y="793"/>
                  </a:lnTo>
                  <a:close/>
                  <a:moveTo>
                    <a:pt x="92" y="668"/>
                  </a:moveTo>
                  <a:cubicBezTo>
                    <a:pt x="93" y="644"/>
                    <a:pt x="93" y="644"/>
                    <a:pt x="93" y="644"/>
                  </a:cubicBezTo>
                  <a:cubicBezTo>
                    <a:pt x="91" y="644"/>
                    <a:pt x="91" y="644"/>
                    <a:pt x="91" y="644"/>
                  </a:cubicBezTo>
                  <a:cubicBezTo>
                    <a:pt x="91" y="668"/>
                    <a:pt x="91" y="668"/>
                    <a:pt x="91" y="668"/>
                  </a:cubicBezTo>
                  <a:cubicBezTo>
                    <a:pt x="91" y="668"/>
                    <a:pt x="91" y="668"/>
                    <a:pt x="92" y="668"/>
                  </a:cubicBezTo>
                  <a:close/>
                  <a:moveTo>
                    <a:pt x="74" y="773"/>
                  </a:moveTo>
                  <a:cubicBezTo>
                    <a:pt x="76" y="682"/>
                    <a:pt x="76" y="682"/>
                    <a:pt x="76" y="682"/>
                  </a:cubicBezTo>
                  <a:cubicBezTo>
                    <a:pt x="76" y="674"/>
                    <a:pt x="78" y="671"/>
                    <a:pt x="90" y="668"/>
                  </a:cubicBezTo>
                  <a:cubicBezTo>
                    <a:pt x="90" y="644"/>
                    <a:pt x="90" y="644"/>
                    <a:pt x="90" y="644"/>
                  </a:cubicBezTo>
                  <a:cubicBezTo>
                    <a:pt x="82" y="645"/>
                    <a:pt x="57" y="646"/>
                    <a:pt x="48" y="646"/>
                  </a:cubicBezTo>
                  <a:cubicBezTo>
                    <a:pt x="43" y="646"/>
                    <a:pt x="6" y="645"/>
                    <a:pt x="6" y="645"/>
                  </a:cubicBezTo>
                  <a:cubicBezTo>
                    <a:pt x="4" y="665"/>
                    <a:pt x="4" y="665"/>
                    <a:pt x="4" y="665"/>
                  </a:cubicBezTo>
                  <a:cubicBezTo>
                    <a:pt x="6" y="669"/>
                    <a:pt x="6" y="669"/>
                    <a:pt x="6" y="669"/>
                  </a:cubicBezTo>
                  <a:cubicBezTo>
                    <a:pt x="6" y="669"/>
                    <a:pt x="10" y="668"/>
                    <a:pt x="13" y="668"/>
                  </a:cubicBezTo>
                  <a:cubicBezTo>
                    <a:pt x="21" y="668"/>
                    <a:pt x="22" y="671"/>
                    <a:pt x="22" y="681"/>
                  </a:cubicBezTo>
                  <a:cubicBezTo>
                    <a:pt x="22" y="772"/>
                    <a:pt x="22" y="772"/>
                    <a:pt x="22" y="772"/>
                  </a:cubicBezTo>
                  <a:cubicBezTo>
                    <a:pt x="22" y="786"/>
                    <a:pt x="19" y="790"/>
                    <a:pt x="5" y="793"/>
                  </a:cubicBezTo>
                  <a:cubicBezTo>
                    <a:pt x="3" y="815"/>
                    <a:pt x="3" y="815"/>
                    <a:pt x="3" y="815"/>
                  </a:cubicBezTo>
                  <a:cubicBezTo>
                    <a:pt x="3" y="815"/>
                    <a:pt x="30" y="814"/>
                    <a:pt x="47" y="814"/>
                  </a:cubicBezTo>
                  <a:cubicBezTo>
                    <a:pt x="58" y="814"/>
                    <a:pt x="90" y="815"/>
                    <a:pt x="90" y="815"/>
                  </a:cubicBezTo>
                  <a:cubicBezTo>
                    <a:pt x="90" y="790"/>
                    <a:pt x="90" y="790"/>
                    <a:pt x="90" y="790"/>
                  </a:cubicBezTo>
                  <a:cubicBezTo>
                    <a:pt x="90" y="790"/>
                    <a:pt x="87" y="791"/>
                    <a:pt x="82" y="791"/>
                  </a:cubicBezTo>
                  <a:cubicBezTo>
                    <a:pt x="76" y="792"/>
                    <a:pt x="74" y="788"/>
                    <a:pt x="74" y="773"/>
                  </a:cubicBezTo>
                  <a:close/>
                  <a:moveTo>
                    <a:pt x="91" y="603"/>
                  </a:moveTo>
                  <a:cubicBezTo>
                    <a:pt x="92" y="603"/>
                    <a:pt x="92" y="603"/>
                    <a:pt x="92" y="603"/>
                  </a:cubicBezTo>
                  <a:cubicBezTo>
                    <a:pt x="126" y="603"/>
                    <a:pt x="154" y="593"/>
                    <a:pt x="154" y="593"/>
                  </a:cubicBezTo>
                  <a:cubicBezTo>
                    <a:pt x="157" y="588"/>
                    <a:pt x="157" y="588"/>
                    <a:pt x="157" y="588"/>
                  </a:cubicBezTo>
                  <a:cubicBezTo>
                    <a:pt x="157" y="563"/>
                    <a:pt x="161" y="533"/>
                    <a:pt x="161" y="533"/>
                  </a:cubicBezTo>
                  <a:cubicBezTo>
                    <a:pt x="120" y="536"/>
                    <a:pt x="120" y="536"/>
                    <a:pt x="120" y="536"/>
                  </a:cubicBezTo>
                  <a:cubicBezTo>
                    <a:pt x="119" y="558"/>
                    <a:pt x="113" y="566"/>
                    <a:pt x="100" y="566"/>
                  </a:cubicBezTo>
                  <a:cubicBezTo>
                    <a:pt x="96" y="566"/>
                    <a:pt x="93" y="565"/>
                    <a:pt x="90" y="564"/>
                  </a:cubicBezTo>
                  <a:cubicBezTo>
                    <a:pt x="79" y="558"/>
                    <a:pt x="74" y="540"/>
                    <a:pt x="74" y="509"/>
                  </a:cubicBezTo>
                  <a:cubicBezTo>
                    <a:pt x="74" y="480"/>
                    <a:pt x="78" y="468"/>
                    <a:pt x="90" y="465"/>
                  </a:cubicBezTo>
                  <a:cubicBezTo>
                    <a:pt x="92" y="464"/>
                    <a:pt x="95" y="464"/>
                    <a:pt x="98" y="464"/>
                  </a:cubicBezTo>
                  <a:cubicBezTo>
                    <a:pt x="112" y="464"/>
                    <a:pt x="116" y="469"/>
                    <a:pt x="116" y="483"/>
                  </a:cubicBezTo>
                  <a:cubicBezTo>
                    <a:pt x="116" y="488"/>
                    <a:pt x="116" y="493"/>
                    <a:pt x="116" y="498"/>
                  </a:cubicBezTo>
                  <a:cubicBezTo>
                    <a:pt x="156" y="495"/>
                    <a:pt x="156" y="495"/>
                    <a:pt x="156" y="495"/>
                  </a:cubicBezTo>
                  <a:cubicBezTo>
                    <a:pt x="158" y="463"/>
                    <a:pt x="163" y="440"/>
                    <a:pt x="163" y="440"/>
                  </a:cubicBezTo>
                  <a:cubicBezTo>
                    <a:pt x="161" y="435"/>
                    <a:pt x="161" y="435"/>
                    <a:pt x="161" y="435"/>
                  </a:cubicBezTo>
                  <a:cubicBezTo>
                    <a:pt x="161" y="435"/>
                    <a:pt x="129" y="428"/>
                    <a:pt x="106" y="428"/>
                  </a:cubicBezTo>
                  <a:cubicBezTo>
                    <a:pt x="101" y="428"/>
                    <a:pt x="95" y="428"/>
                    <a:pt x="90" y="429"/>
                  </a:cubicBezTo>
                  <a:cubicBezTo>
                    <a:pt x="42" y="434"/>
                    <a:pt x="15" y="466"/>
                    <a:pt x="15" y="518"/>
                  </a:cubicBezTo>
                  <a:cubicBezTo>
                    <a:pt x="15" y="571"/>
                    <a:pt x="43" y="602"/>
                    <a:pt x="91" y="603"/>
                  </a:cubicBezTo>
                  <a:close/>
                  <a:moveTo>
                    <a:pt x="178" y="792"/>
                  </a:moveTo>
                  <a:cubicBezTo>
                    <a:pt x="167" y="791"/>
                    <a:pt x="160" y="784"/>
                    <a:pt x="152" y="769"/>
                  </a:cubicBezTo>
                  <a:cubicBezTo>
                    <a:pt x="128" y="721"/>
                    <a:pt x="128" y="721"/>
                    <a:pt x="128" y="721"/>
                  </a:cubicBezTo>
                  <a:cubicBezTo>
                    <a:pt x="139" y="706"/>
                    <a:pt x="139" y="706"/>
                    <a:pt x="139" y="706"/>
                  </a:cubicBezTo>
                  <a:cubicBezTo>
                    <a:pt x="152" y="686"/>
                    <a:pt x="164" y="674"/>
                    <a:pt x="177" y="667"/>
                  </a:cubicBezTo>
                  <a:cubicBezTo>
                    <a:pt x="179" y="647"/>
                    <a:pt x="179" y="647"/>
                    <a:pt x="179" y="647"/>
                  </a:cubicBezTo>
                  <a:cubicBezTo>
                    <a:pt x="177" y="643"/>
                    <a:pt x="177" y="643"/>
                    <a:pt x="177" y="643"/>
                  </a:cubicBezTo>
                  <a:cubicBezTo>
                    <a:pt x="177" y="643"/>
                    <a:pt x="149" y="645"/>
                    <a:pt x="140" y="645"/>
                  </a:cubicBezTo>
                  <a:cubicBezTo>
                    <a:pt x="128" y="645"/>
                    <a:pt x="102" y="644"/>
                    <a:pt x="102" y="644"/>
                  </a:cubicBezTo>
                  <a:cubicBezTo>
                    <a:pt x="100" y="665"/>
                    <a:pt x="100" y="665"/>
                    <a:pt x="100" y="665"/>
                  </a:cubicBezTo>
                  <a:cubicBezTo>
                    <a:pt x="101" y="668"/>
                    <a:pt x="101" y="668"/>
                    <a:pt x="101" y="668"/>
                  </a:cubicBezTo>
                  <a:cubicBezTo>
                    <a:pt x="109" y="669"/>
                    <a:pt x="112" y="671"/>
                    <a:pt x="112" y="676"/>
                  </a:cubicBezTo>
                  <a:cubicBezTo>
                    <a:pt x="112" y="680"/>
                    <a:pt x="109" y="685"/>
                    <a:pt x="106" y="688"/>
                  </a:cubicBezTo>
                  <a:cubicBezTo>
                    <a:pt x="90" y="707"/>
                    <a:pt x="90" y="707"/>
                    <a:pt x="90" y="707"/>
                  </a:cubicBezTo>
                  <a:cubicBezTo>
                    <a:pt x="90" y="760"/>
                    <a:pt x="90" y="760"/>
                    <a:pt x="90" y="760"/>
                  </a:cubicBezTo>
                  <a:cubicBezTo>
                    <a:pt x="109" y="797"/>
                    <a:pt x="109" y="797"/>
                    <a:pt x="109" y="797"/>
                  </a:cubicBezTo>
                  <a:cubicBezTo>
                    <a:pt x="117" y="813"/>
                    <a:pt x="124" y="818"/>
                    <a:pt x="138" y="818"/>
                  </a:cubicBezTo>
                  <a:cubicBezTo>
                    <a:pt x="144" y="818"/>
                    <a:pt x="178" y="816"/>
                    <a:pt x="178" y="816"/>
                  </a:cubicBezTo>
                  <a:cubicBezTo>
                    <a:pt x="180" y="796"/>
                    <a:pt x="180" y="796"/>
                    <a:pt x="180" y="796"/>
                  </a:cubicBezTo>
                  <a:lnTo>
                    <a:pt x="178" y="792"/>
                  </a:lnTo>
                  <a:close/>
                  <a:moveTo>
                    <a:pt x="178" y="792"/>
                  </a:moveTo>
                  <a:cubicBezTo>
                    <a:pt x="178" y="792"/>
                    <a:pt x="178" y="792"/>
                    <a:pt x="178" y="792"/>
                  </a:cubicBezTo>
                </a:path>
              </a:pathLst>
            </a:custGeom>
            <a:solidFill>
              <a:srgbClr val="8557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" name="Freeform 195"/>
            <p:cNvSpPr>
              <a:spLocks noEditPoints="1"/>
            </p:cNvSpPr>
            <p:nvPr userDrawn="1"/>
          </p:nvSpPr>
          <p:spPr bwMode="auto">
            <a:xfrm>
              <a:off x="8177213" y="1903412"/>
              <a:ext cx="592138" cy="2854325"/>
            </a:xfrm>
            <a:custGeom>
              <a:avLst/>
              <a:gdLst>
                <a:gd name="T0" fmla="*/ 187 w 373"/>
                <a:gd name="T1" fmla="*/ 0 h 1798"/>
                <a:gd name="T2" fmla="*/ 0 w 373"/>
                <a:gd name="T3" fmla="*/ 0 h 1798"/>
                <a:gd name="T4" fmla="*/ 0 w 373"/>
                <a:gd name="T5" fmla="*/ 390 h 1798"/>
                <a:gd name="T6" fmla="*/ 184 w 373"/>
                <a:gd name="T7" fmla="*/ 306 h 1798"/>
                <a:gd name="T8" fmla="*/ 187 w 373"/>
                <a:gd name="T9" fmla="*/ 307 h 1798"/>
                <a:gd name="T10" fmla="*/ 373 w 373"/>
                <a:gd name="T11" fmla="*/ 390 h 1798"/>
                <a:gd name="T12" fmla="*/ 373 w 373"/>
                <a:gd name="T13" fmla="*/ 0 h 1798"/>
                <a:gd name="T14" fmla="*/ 187 w 373"/>
                <a:gd name="T15" fmla="*/ 0 h 1798"/>
                <a:gd name="T16" fmla="*/ 189 w 373"/>
                <a:gd name="T17" fmla="*/ 1492 h 1798"/>
                <a:gd name="T18" fmla="*/ 187 w 373"/>
                <a:gd name="T19" fmla="*/ 1491 h 1798"/>
                <a:gd name="T20" fmla="*/ 0 w 373"/>
                <a:gd name="T21" fmla="*/ 1408 h 1798"/>
                <a:gd name="T22" fmla="*/ 0 w 373"/>
                <a:gd name="T23" fmla="*/ 1798 h 1798"/>
                <a:gd name="T24" fmla="*/ 373 w 373"/>
                <a:gd name="T25" fmla="*/ 1798 h 1798"/>
                <a:gd name="T26" fmla="*/ 373 w 373"/>
                <a:gd name="T27" fmla="*/ 1408 h 1798"/>
                <a:gd name="T28" fmla="*/ 189 w 373"/>
                <a:gd name="T29" fmla="*/ 1492 h 1798"/>
                <a:gd name="T30" fmla="*/ 189 w 373"/>
                <a:gd name="T31" fmla="*/ 1492 h 1798"/>
                <a:gd name="T32" fmla="*/ 189 w 373"/>
                <a:gd name="T33" fmla="*/ 1492 h 1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3" h="1798">
                  <a:moveTo>
                    <a:pt x="187" y="0"/>
                  </a:moveTo>
                  <a:lnTo>
                    <a:pt x="0" y="0"/>
                  </a:lnTo>
                  <a:lnTo>
                    <a:pt x="0" y="390"/>
                  </a:lnTo>
                  <a:lnTo>
                    <a:pt x="184" y="306"/>
                  </a:lnTo>
                  <a:lnTo>
                    <a:pt x="187" y="307"/>
                  </a:lnTo>
                  <a:lnTo>
                    <a:pt x="373" y="390"/>
                  </a:lnTo>
                  <a:lnTo>
                    <a:pt x="373" y="0"/>
                  </a:lnTo>
                  <a:lnTo>
                    <a:pt x="187" y="0"/>
                  </a:lnTo>
                  <a:close/>
                  <a:moveTo>
                    <a:pt x="189" y="1492"/>
                  </a:moveTo>
                  <a:lnTo>
                    <a:pt x="187" y="1491"/>
                  </a:lnTo>
                  <a:lnTo>
                    <a:pt x="0" y="1408"/>
                  </a:lnTo>
                  <a:lnTo>
                    <a:pt x="0" y="1798"/>
                  </a:lnTo>
                  <a:lnTo>
                    <a:pt x="373" y="1798"/>
                  </a:lnTo>
                  <a:lnTo>
                    <a:pt x="373" y="1408"/>
                  </a:lnTo>
                  <a:lnTo>
                    <a:pt x="189" y="1492"/>
                  </a:lnTo>
                  <a:close/>
                  <a:moveTo>
                    <a:pt x="189" y="1492"/>
                  </a:moveTo>
                  <a:lnTo>
                    <a:pt x="189" y="1492"/>
                  </a:lnTo>
                  <a:close/>
                </a:path>
              </a:pathLst>
            </a:custGeom>
            <a:solidFill>
              <a:srgbClr val="3131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0" name="Freeform 196"/>
            <p:cNvSpPr>
              <a:spLocks noEditPoints="1"/>
            </p:cNvSpPr>
            <p:nvPr userDrawn="1"/>
          </p:nvSpPr>
          <p:spPr bwMode="auto">
            <a:xfrm>
              <a:off x="8177213" y="1903412"/>
              <a:ext cx="592138" cy="2854325"/>
            </a:xfrm>
            <a:custGeom>
              <a:avLst/>
              <a:gdLst>
                <a:gd name="T0" fmla="*/ 187 w 373"/>
                <a:gd name="T1" fmla="*/ 0 h 1798"/>
                <a:gd name="T2" fmla="*/ 0 w 373"/>
                <a:gd name="T3" fmla="*/ 0 h 1798"/>
                <a:gd name="T4" fmla="*/ 0 w 373"/>
                <a:gd name="T5" fmla="*/ 390 h 1798"/>
                <a:gd name="T6" fmla="*/ 184 w 373"/>
                <a:gd name="T7" fmla="*/ 306 h 1798"/>
                <a:gd name="T8" fmla="*/ 187 w 373"/>
                <a:gd name="T9" fmla="*/ 307 h 1798"/>
                <a:gd name="T10" fmla="*/ 373 w 373"/>
                <a:gd name="T11" fmla="*/ 390 h 1798"/>
                <a:gd name="T12" fmla="*/ 373 w 373"/>
                <a:gd name="T13" fmla="*/ 0 h 1798"/>
                <a:gd name="T14" fmla="*/ 187 w 373"/>
                <a:gd name="T15" fmla="*/ 0 h 1798"/>
                <a:gd name="T16" fmla="*/ 189 w 373"/>
                <a:gd name="T17" fmla="*/ 1492 h 1798"/>
                <a:gd name="T18" fmla="*/ 187 w 373"/>
                <a:gd name="T19" fmla="*/ 1491 h 1798"/>
                <a:gd name="T20" fmla="*/ 0 w 373"/>
                <a:gd name="T21" fmla="*/ 1408 h 1798"/>
                <a:gd name="T22" fmla="*/ 0 w 373"/>
                <a:gd name="T23" fmla="*/ 1798 h 1798"/>
                <a:gd name="T24" fmla="*/ 373 w 373"/>
                <a:gd name="T25" fmla="*/ 1798 h 1798"/>
                <a:gd name="T26" fmla="*/ 373 w 373"/>
                <a:gd name="T27" fmla="*/ 1408 h 1798"/>
                <a:gd name="T28" fmla="*/ 189 w 373"/>
                <a:gd name="T29" fmla="*/ 1492 h 1798"/>
                <a:gd name="T30" fmla="*/ 189 w 373"/>
                <a:gd name="T31" fmla="*/ 1492 h 1798"/>
                <a:gd name="T32" fmla="*/ 189 w 373"/>
                <a:gd name="T33" fmla="*/ 1492 h 1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3" h="1798">
                  <a:moveTo>
                    <a:pt x="187" y="0"/>
                  </a:moveTo>
                  <a:lnTo>
                    <a:pt x="0" y="0"/>
                  </a:lnTo>
                  <a:lnTo>
                    <a:pt x="0" y="390"/>
                  </a:lnTo>
                  <a:lnTo>
                    <a:pt x="184" y="306"/>
                  </a:lnTo>
                  <a:lnTo>
                    <a:pt x="187" y="307"/>
                  </a:lnTo>
                  <a:lnTo>
                    <a:pt x="373" y="390"/>
                  </a:lnTo>
                  <a:lnTo>
                    <a:pt x="373" y="0"/>
                  </a:lnTo>
                  <a:lnTo>
                    <a:pt x="187" y="0"/>
                  </a:lnTo>
                  <a:moveTo>
                    <a:pt x="189" y="1492"/>
                  </a:moveTo>
                  <a:lnTo>
                    <a:pt x="187" y="1491"/>
                  </a:lnTo>
                  <a:lnTo>
                    <a:pt x="0" y="1408"/>
                  </a:lnTo>
                  <a:lnTo>
                    <a:pt x="0" y="1798"/>
                  </a:lnTo>
                  <a:lnTo>
                    <a:pt x="373" y="1798"/>
                  </a:lnTo>
                  <a:lnTo>
                    <a:pt x="373" y="1408"/>
                  </a:lnTo>
                  <a:lnTo>
                    <a:pt x="189" y="1492"/>
                  </a:lnTo>
                  <a:moveTo>
                    <a:pt x="189" y="1492"/>
                  </a:moveTo>
                  <a:lnTo>
                    <a:pt x="189" y="149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1" name="Freeform 197"/>
            <p:cNvSpPr>
              <a:spLocks noEditPoints="1"/>
            </p:cNvSpPr>
            <p:nvPr userDrawn="1"/>
          </p:nvSpPr>
          <p:spPr bwMode="auto">
            <a:xfrm>
              <a:off x="8416926" y="2474912"/>
              <a:ext cx="98425" cy="1711325"/>
            </a:xfrm>
            <a:custGeom>
              <a:avLst/>
              <a:gdLst>
                <a:gd name="T0" fmla="*/ 61 w 62"/>
                <a:gd name="T1" fmla="*/ 30 h 1078"/>
                <a:gd name="T2" fmla="*/ 35 w 62"/>
                <a:gd name="T3" fmla="*/ 0 h 1078"/>
                <a:gd name="T4" fmla="*/ 35 w 62"/>
                <a:gd name="T5" fmla="*/ 61 h 1078"/>
                <a:gd name="T6" fmla="*/ 61 w 62"/>
                <a:gd name="T7" fmla="*/ 30 h 1078"/>
                <a:gd name="T8" fmla="*/ 36 w 62"/>
                <a:gd name="T9" fmla="*/ 1017 h 1078"/>
                <a:gd name="T10" fmla="*/ 31 w 62"/>
                <a:gd name="T11" fmla="*/ 1017 h 1078"/>
                <a:gd name="T12" fmla="*/ 0 w 62"/>
                <a:gd name="T13" fmla="*/ 1048 h 1078"/>
                <a:gd name="T14" fmla="*/ 31 w 62"/>
                <a:gd name="T15" fmla="*/ 1078 h 1078"/>
                <a:gd name="T16" fmla="*/ 36 w 62"/>
                <a:gd name="T17" fmla="*/ 1078 h 1078"/>
                <a:gd name="T18" fmla="*/ 62 w 62"/>
                <a:gd name="T19" fmla="*/ 1048 h 1078"/>
                <a:gd name="T20" fmla="*/ 36 w 62"/>
                <a:gd name="T21" fmla="*/ 1017 h 1078"/>
                <a:gd name="T22" fmla="*/ 36 w 62"/>
                <a:gd name="T23" fmla="*/ 1017 h 1078"/>
                <a:gd name="T24" fmla="*/ 36 w 62"/>
                <a:gd name="T25" fmla="*/ 1017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2" h="1078">
                  <a:moveTo>
                    <a:pt x="61" y="30"/>
                  </a:moveTo>
                  <a:cubicBezTo>
                    <a:pt x="61" y="15"/>
                    <a:pt x="50" y="3"/>
                    <a:pt x="35" y="0"/>
                  </a:cubicBezTo>
                  <a:cubicBezTo>
                    <a:pt x="35" y="61"/>
                    <a:pt x="35" y="61"/>
                    <a:pt x="35" y="61"/>
                  </a:cubicBezTo>
                  <a:cubicBezTo>
                    <a:pt x="50" y="58"/>
                    <a:pt x="61" y="46"/>
                    <a:pt x="61" y="30"/>
                  </a:cubicBezTo>
                  <a:close/>
                  <a:moveTo>
                    <a:pt x="36" y="1017"/>
                  </a:moveTo>
                  <a:cubicBezTo>
                    <a:pt x="34" y="1017"/>
                    <a:pt x="32" y="1017"/>
                    <a:pt x="31" y="1017"/>
                  </a:cubicBezTo>
                  <a:cubicBezTo>
                    <a:pt x="14" y="1017"/>
                    <a:pt x="0" y="1031"/>
                    <a:pt x="0" y="1048"/>
                  </a:cubicBezTo>
                  <a:cubicBezTo>
                    <a:pt x="0" y="1065"/>
                    <a:pt x="14" y="1078"/>
                    <a:pt x="31" y="1078"/>
                  </a:cubicBezTo>
                  <a:cubicBezTo>
                    <a:pt x="32" y="1078"/>
                    <a:pt x="34" y="1078"/>
                    <a:pt x="36" y="1078"/>
                  </a:cubicBezTo>
                  <a:cubicBezTo>
                    <a:pt x="50" y="1076"/>
                    <a:pt x="62" y="1063"/>
                    <a:pt x="62" y="1048"/>
                  </a:cubicBezTo>
                  <a:cubicBezTo>
                    <a:pt x="61" y="1033"/>
                    <a:pt x="50" y="1020"/>
                    <a:pt x="36" y="1017"/>
                  </a:cubicBezTo>
                  <a:close/>
                  <a:moveTo>
                    <a:pt x="36" y="1017"/>
                  </a:moveTo>
                  <a:cubicBezTo>
                    <a:pt x="36" y="1017"/>
                    <a:pt x="36" y="1017"/>
                    <a:pt x="36" y="1017"/>
                  </a:cubicBezTo>
                </a:path>
              </a:pathLst>
            </a:custGeom>
            <a:solidFill>
              <a:srgbClr val="8557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2" name="Freeform 198"/>
            <p:cNvSpPr>
              <a:spLocks noEditPoints="1"/>
            </p:cNvSpPr>
            <p:nvPr userDrawn="1"/>
          </p:nvSpPr>
          <p:spPr bwMode="auto">
            <a:xfrm>
              <a:off x="8885238" y="1554162"/>
              <a:ext cx="944563" cy="3314700"/>
            </a:xfrm>
            <a:custGeom>
              <a:avLst/>
              <a:gdLst>
                <a:gd name="T0" fmla="*/ 298 w 596"/>
                <a:gd name="T1" fmla="*/ 1984 h 2088"/>
                <a:gd name="T2" fmla="*/ 0 w 596"/>
                <a:gd name="T3" fmla="*/ 1984 h 2088"/>
                <a:gd name="T4" fmla="*/ 0 w 596"/>
                <a:gd name="T5" fmla="*/ 2088 h 2088"/>
                <a:gd name="T6" fmla="*/ 596 w 596"/>
                <a:gd name="T7" fmla="*/ 2088 h 2088"/>
                <a:gd name="T8" fmla="*/ 596 w 596"/>
                <a:gd name="T9" fmla="*/ 1984 h 2088"/>
                <a:gd name="T10" fmla="*/ 298 w 596"/>
                <a:gd name="T11" fmla="*/ 1984 h 2088"/>
                <a:gd name="T12" fmla="*/ 298 w 596"/>
                <a:gd name="T13" fmla="*/ 0 h 2088"/>
                <a:gd name="T14" fmla="*/ 0 w 596"/>
                <a:gd name="T15" fmla="*/ 0 h 2088"/>
                <a:gd name="T16" fmla="*/ 0 w 596"/>
                <a:gd name="T17" fmla="*/ 110 h 2088"/>
                <a:gd name="T18" fmla="*/ 596 w 596"/>
                <a:gd name="T19" fmla="*/ 110 h 2088"/>
                <a:gd name="T20" fmla="*/ 596 w 596"/>
                <a:gd name="T21" fmla="*/ 0 h 2088"/>
                <a:gd name="T22" fmla="*/ 298 w 596"/>
                <a:gd name="T23" fmla="*/ 0 h 2088"/>
                <a:gd name="T24" fmla="*/ 298 w 596"/>
                <a:gd name="T25" fmla="*/ 182 h 2088"/>
                <a:gd name="T26" fmla="*/ 0 w 596"/>
                <a:gd name="T27" fmla="*/ 182 h 2088"/>
                <a:gd name="T28" fmla="*/ 0 w 596"/>
                <a:gd name="T29" fmla="*/ 1912 h 2088"/>
                <a:gd name="T30" fmla="*/ 596 w 596"/>
                <a:gd name="T31" fmla="*/ 1912 h 2088"/>
                <a:gd name="T32" fmla="*/ 596 w 596"/>
                <a:gd name="T33" fmla="*/ 182 h 2088"/>
                <a:gd name="T34" fmla="*/ 298 w 596"/>
                <a:gd name="T35" fmla="*/ 182 h 2088"/>
                <a:gd name="T36" fmla="*/ 489 w 596"/>
                <a:gd name="T37" fmla="*/ 1837 h 2088"/>
                <a:gd name="T38" fmla="*/ 117 w 596"/>
                <a:gd name="T39" fmla="*/ 1837 h 2088"/>
                <a:gd name="T40" fmla="*/ 105 w 596"/>
                <a:gd name="T41" fmla="*/ 1826 h 2088"/>
                <a:gd name="T42" fmla="*/ 117 w 596"/>
                <a:gd name="T43" fmla="*/ 1815 h 2088"/>
                <a:gd name="T44" fmla="*/ 489 w 596"/>
                <a:gd name="T45" fmla="*/ 1815 h 2088"/>
                <a:gd name="T46" fmla="*/ 500 w 596"/>
                <a:gd name="T47" fmla="*/ 1826 h 2088"/>
                <a:gd name="T48" fmla="*/ 489 w 596"/>
                <a:gd name="T49" fmla="*/ 1837 h 2088"/>
                <a:gd name="T50" fmla="*/ 489 w 596"/>
                <a:gd name="T51" fmla="*/ 1758 h 2088"/>
                <a:gd name="T52" fmla="*/ 117 w 596"/>
                <a:gd name="T53" fmla="*/ 1758 h 2088"/>
                <a:gd name="T54" fmla="*/ 105 w 596"/>
                <a:gd name="T55" fmla="*/ 1747 h 2088"/>
                <a:gd name="T56" fmla="*/ 117 w 596"/>
                <a:gd name="T57" fmla="*/ 1735 h 2088"/>
                <a:gd name="T58" fmla="*/ 489 w 596"/>
                <a:gd name="T59" fmla="*/ 1735 h 2088"/>
                <a:gd name="T60" fmla="*/ 500 w 596"/>
                <a:gd name="T61" fmla="*/ 1747 h 2088"/>
                <a:gd name="T62" fmla="*/ 489 w 596"/>
                <a:gd name="T63" fmla="*/ 1758 h 2088"/>
                <a:gd name="T64" fmla="*/ 112 w 596"/>
                <a:gd name="T65" fmla="*/ 1651 h 2088"/>
                <a:gd name="T66" fmla="*/ 112 w 596"/>
                <a:gd name="T67" fmla="*/ 430 h 2088"/>
                <a:gd name="T68" fmla="*/ 484 w 596"/>
                <a:gd name="T69" fmla="*/ 430 h 2088"/>
                <a:gd name="T70" fmla="*/ 484 w 596"/>
                <a:gd name="T71" fmla="*/ 1651 h 2088"/>
                <a:gd name="T72" fmla="*/ 112 w 596"/>
                <a:gd name="T73" fmla="*/ 1651 h 2088"/>
                <a:gd name="T74" fmla="*/ 489 w 596"/>
                <a:gd name="T75" fmla="*/ 364 h 2088"/>
                <a:gd name="T76" fmla="*/ 117 w 596"/>
                <a:gd name="T77" fmla="*/ 364 h 2088"/>
                <a:gd name="T78" fmla="*/ 105 w 596"/>
                <a:gd name="T79" fmla="*/ 352 h 2088"/>
                <a:gd name="T80" fmla="*/ 117 w 596"/>
                <a:gd name="T81" fmla="*/ 341 h 2088"/>
                <a:gd name="T82" fmla="*/ 489 w 596"/>
                <a:gd name="T83" fmla="*/ 341 h 2088"/>
                <a:gd name="T84" fmla="*/ 500 w 596"/>
                <a:gd name="T85" fmla="*/ 352 h 2088"/>
                <a:gd name="T86" fmla="*/ 489 w 596"/>
                <a:gd name="T87" fmla="*/ 364 h 2088"/>
                <a:gd name="T88" fmla="*/ 489 w 596"/>
                <a:gd name="T89" fmla="*/ 284 h 2088"/>
                <a:gd name="T90" fmla="*/ 117 w 596"/>
                <a:gd name="T91" fmla="*/ 284 h 2088"/>
                <a:gd name="T92" fmla="*/ 105 w 596"/>
                <a:gd name="T93" fmla="*/ 272 h 2088"/>
                <a:gd name="T94" fmla="*/ 117 w 596"/>
                <a:gd name="T95" fmla="*/ 261 h 2088"/>
                <a:gd name="T96" fmla="*/ 489 w 596"/>
                <a:gd name="T97" fmla="*/ 261 h 2088"/>
                <a:gd name="T98" fmla="*/ 500 w 596"/>
                <a:gd name="T99" fmla="*/ 272 h 2088"/>
                <a:gd name="T100" fmla="*/ 489 w 596"/>
                <a:gd name="T101" fmla="*/ 284 h 2088"/>
                <a:gd name="T102" fmla="*/ 489 w 596"/>
                <a:gd name="T103" fmla="*/ 284 h 2088"/>
                <a:gd name="T104" fmla="*/ 489 w 596"/>
                <a:gd name="T105" fmla="*/ 284 h 20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596" h="2088">
                  <a:moveTo>
                    <a:pt x="298" y="1984"/>
                  </a:moveTo>
                  <a:cubicBezTo>
                    <a:pt x="0" y="1984"/>
                    <a:pt x="0" y="1984"/>
                    <a:pt x="0" y="1984"/>
                  </a:cubicBezTo>
                  <a:cubicBezTo>
                    <a:pt x="0" y="2088"/>
                    <a:pt x="0" y="2088"/>
                    <a:pt x="0" y="2088"/>
                  </a:cubicBezTo>
                  <a:cubicBezTo>
                    <a:pt x="596" y="2088"/>
                    <a:pt x="596" y="2088"/>
                    <a:pt x="596" y="2088"/>
                  </a:cubicBezTo>
                  <a:cubicBezTo>
                    <a:pt x="596" y="1984"/>
                    <a:pt x="596" y="1984"/>
                    <a:pt x="596" y="1984"/>
                  </a:cubicBezTo>
                  <a:lnTo>
                    <a:pt x="298" y="1984"/>
                  </a:lnTo>
                  <a:close/>
                  <a:moveTo>
                    <a:pt x="2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596" y="110"/>
                    <a:pt x="596" y="110"/>
                    <a:pt x="596" y="110"/>
                  </a:cubicBezTo>
                  <a:cubicBezTo>
                    <a:pt x="596" y="0"/>
                    <a:pt x="596" y="0"/>
                    <a:pt x="596" y="0"/>
                  </a:cubicBezTo>
                  <a:lnTo>
                    <a:pt x="298" y="0"/>
                  </a:lnTo>
                  <a:close/>
                  <a:moveTo>
                    <a:pt x="298" y="182"/>
                  </a:moveTo>
                  <a:cubicBezTo>
                    <a:pt x="0" y="182"/>
                    <a:pt x="0" y="182"/>
                    <a:pt x="0" y="182"/>
                  </a:cubicBezTo>
                  <a:cubicBezTo>
                    <a:pt x="0" y="1912"/>
                    <a:pt x="0" y="1912"/>
                    <a:pt x="0" y="1912"/>
                  </a:cubicBezTo>
                  <a:cubicBezTo>
                    <a:pt x="596" y="1912"/>
                    <a:pt x="596" y="1912"/>
                    <a:pt x="596" y="1912"/>
                  </a:cubicBezTo>
                  <a:cubicBezTo>
                    <a:pt x="596" y="182"/>
                    <a:pt x="596" y="182"/>
                    <a:pt x="596" y="182"/>
                  </a:cubicBezTo>
                  <a:lnTo>
                    <a:pt x="298" y="182"/>
                  </a:lnTo>
                  <a:close/>
                  <a:moveTo>
                    <a:pt x="489" y="1837"/>
                  </a:moveTo>
                  <a:cubicBezTo>
                    <a:pt x="117" y="1837"/>
                    <a:pt x="117" y="1837"/>
                    <a:pt x="117" y="1837"/>
                  </a:cubicBezTo>
                  <a:cubicBezTo>
                    <a:pt x="110" y="1837"/>
                    <a:pt x="105" y="1832"/>
                    <a:pt x="105" y="1826"/>
                  </a:cubicBezTo>
                  <a:cubicBezTo>
                    <a:pt x="105" y="1820"/>
                    <a:pt x="110" y="1815"/>
                    <a:pt x="117" y="1815"/>
                  </a:cubicBezTo>
                  <a:cubicBezTo>
                    <a:pt x="489" y="1815"/>
                    <a:pt x="489" y="1815"/>
                    <a:pt x="489" y="1815"/>
                  </a:cubicBezTo>
                  <a:cubicBezTo>
                    <a:pt x="495" y="1815"/>
                    <a:pt x="500" y="1820"/>
                    <a:pt x="500" y="1826"/>
                  </a:cubicBezTo>
                  <a:cubicBezTo>
                    <a:pt x="500" y="1832"/>
                    <a:pt x="495" y="1837"/>
                    <a:pt x="489" y="1837"/>
                  </a:cubicBezTo>
                  <a:close/>
                  <a:moveTo>
                    <a:pt x="489" y="1758"/>
                  </a:moveTo>
                  <a:cubicBezTo>
                    <a:pt x="117" y="1758"/>
                    <a:pt x="117" y="1758"/>
                    <a:pt x="117" y="1758"/>
                  </a:cubicBezTo>
                  <a:cubicBezTo>
                    <a:pt x="110" y="1758"/>
                    <a:pt x="105" y="1753"/>
                    <a:pt x="105" y="1747"/>
                  </a:cubicBezTo>
                  <a:cubicBezTo>
                    <a:pt x="105" y="1740"/>
                    <a:pt x="110" y="1735"/>
                    <a:pt x="117" y="1735"/>
                  </a:cubicBezTo>
                  <a:cubicBezTo>
                    <a:pt x="489" y="1735"/>
                    <a:pt x="489" y="1735"/>
                    <a:pt x="489" y="1735"/>
                  </a:cubicBezTo>
                  <a:cubicBezTo>
                    <a:pt x="495" y="1735"/>
                    <a:pt x="500" y="1740"/>
                    <a:pt x="500" y="1747"/>
                  </a:cubicBezTo>
                  <a:cubicBezTo>
                    <a:pt x="500" y="1753"/>
                    <a:pt x="495" y="1758"/>
                    <a:pt x="489" y="1758"/>
                  </a:cubicBezTo>
                  <a:close/>
                  <a:moveTo>
                    <a:pt x="112" y="1651"/>
                  </a:moveTo>
                  <a:cubicBezTo>
                    <a:pt x="112" y="430"/>
                    <a:pt x="112" y="430"/>
                    <a:pt x="112" y="430"/>
                  </a:cubicBezTo>
                  <a:cubicBezTo>
                    <a:pt x="484" y="430"/>
                    <a:pt x="484" y="430"/>
                    <a:pt x="484" y="430"/>
                  </a:cubicBezTo>
                  <a:cubicBezTo>
                    <a:pt x="484" y="1651"/>
                    <a:pt x="484" y="1651"/>
                    <a:pt x="484" y="1651"/>
                  </a:cubicBezTo>
                  <a:lnTo>
                    <a:pt x="112" y="1651"/>
                  </a:lnTo>
                  <a:close/>
                  <a:moveTo>
                    <a:pt x="489" y="364"/>
                  </a:moveTo>
                  <a:cubicBezTo>
                    <a:pt x="117" y="364"/>
                    <a:pt x="117" y="364"/>
                    <a:pt x="117" y="364"/>
                  </a:cubicBezTo>
                  <a:cubicBezTo>
                    <a:pt x="110" y="364"/>
                    <a:pt x="105" y="359"/>
                    <a:pt x="105" y="352"/>
                  </a:cubicBezTo>
                  <a:cubicBezTo>
                    <a:pt x="105" y="346"/>
                    <a:pt x="110" y="341"/>
                    <a:pt x="117" y="341"/>
                  </a:cubicBezTo>
                  <a:cubicBezTo>
                    <a:pt x="489" y="341"/>
                    <a:pt x="489" y="341"/>
                    <a:pt x="489" y="341"/>
                  </a:cubicBezTo>
                  <a:cubicBezTo>
                    <a:pt x="495" y="341"/>
                    <a:pt x="500" y="346"/>
                    <a:pt x="500" y="352"/>
                  </a:cubicBezTo>
                  <a:cubicBezTo>
                    <a:pt x="500" y="358"/>
                    <a:pt x="495" y="364"/>
                    <a:pt x="489" y="364"/>
                  </a:cubicBezTo>
                  <a:close/>
                  <a:moveTo>
                    <a:pt x="489" y="284"/>
                  </a:moveTo>
                  <a:cubicBezTo>
                    <a:pt x="117" y="284"/>
                    <a:pt x="117" y="284"/>
                    <a:pt x="117" y="284"/>
                  </a:cubicBezTo>
                  <a:cubicBezTo>
                    <a:pt x="110" y="284"/>
                    <a:pt x="105" y="279"/>
                    <a:pt x="105" y="272"/>
                  </a:cubicBezTo>
                  <a:cubicBezTo>
                    <a:pt x="105" y="266"/>
                    <a:pt x="110" y="261"/>
                    <a:pt x="117" y="261"/>
                  </a:cubicBezTo>
                  <a:cubicBezTo>
                    <a:pt x="489" y="261"/>
                    <a:pt x="489" y="261"/>
                    <a:pt x="489" y="261"/>
                  </a:cubicBezTo>
                  <a:cubicBezTo>
                    <a:pt x="495" y="261"/>
                    <a:pt x="500" y="266"/>
                    <a:pt x="500" y="272"/>
                  </a:cubicBezTo>
                  <a:cubicBezTo>
                    <a:pt x="500" y="279"/>
                    <a:pt x="495" y="284"/>
                    <a:pt x="489" y="284"/>
                  </a:cubicBezTo>
                  <a:close/>
                  <a:moveTo>
                    <a:pt x="489" y="284"/>
                  </a:moveTo>
                  <a:cubicBezTo>
                    <a:pt x="489" y="284"/>
                    <a:pt x="489" y="284"/>
                    <a:pt x="489" y="284"/>
                  </a:cubicBezTo>
                </a:path>
              </a:pathLst>
            </a:custGeom>
            <a:solidFill>
              <a:srgbClr val="FCA3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3" name="Freeform 199"/>
            <p:cNvSpPr>
              <a:spLocks noEditPoints="1"/>
            </p:cNvSpPr>
            <p:nvPr userDrawn="1"/>
          </p:nvSpPr>
          <p:spPr bwMode="auto">
            <a:xfrm>
              <a:off x="9432926" y="3170237"/>
              <a:ext cx="57150" cy="169863"/>
            </a:xfrm>
            <a:custGeom>
              <a:avLst/>
              <a:gdLst>
                <a:gd name="T0" fmla="*/ 15 w 36"/>
                <a:gd name="T1" fmla="*/ 107 h 107"/>
                <a:gd name="T2" fmla="*/ 36 w 36"/>
                <a:gd name="T3" fmla="*/ 39 h 107"/>
                <a:gd name="T4" fmla="*/ 21 w 36"/>
                <a:gd name="T5" fmla="*/ 0 h 107"/>
                <a:gd name="T6" fmla="*/ 0 w 36"/>
                <a:gd name="T7" fmla="*/ 67 h 107"/>
                <a:gd name="T8" fmla="*/ 15 w 36"/>
                <a:gd name="T9" fmla="*/ 107 h 107"/>
                <a:gd name="T10" fmla="*/ 15 w 36"/>
                <a:gd name="T11" fmla="*/ 107 h 107"/>
                <a:gd name="T12" fmla="*/ 15 w 36"/>
                <a:gd name="T13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07">
                  <a:moveTo>
                    <a:pt x="15" y="107"/>
                  </a:moveTo>
                  <a:cubicBezTo>
                    <a:pt x="29" y="107"/>
                    <a:pt x="36" y="87"/>
                    <a:pt x="36" y="39"/>
                  </a:cubicBezTo>
                  <a:cubicBezTo>
                    <a:pt x="36" y="10"/>
                    <a:pt x="32" y="0"/>
                    <a:pt x="21" y="0"/>
                  </a:cubicBezTo>
                  <a:cubicBezTo>
                    <a:pt x="8" y="0"/>
                    <a:pt x="0" y="26"/>
                    <a:pt x="0" y="67"/>
                  </a:cubicBezTo>
                  <a:cubicBezTo>
                    <a:pt x="0" y="95"/>
                    <a:pt x="4" y="107"/>
                    <a:pt x="15" y="107"/>
                  </a:cubicBezTo>
                  <a:close/>
                  <a:moveTo>
                    <a:pt x="15" y="107"/>
                  </a:moveTo>
                  <a:cubicBezTo>
                    <a:pt x="15" y="107"/>
                    <a:pt x="15" y="107"/>
                    <a:pt x="15" y="107"/>
                  </a:cubicBezTo>
                </a:path>
              </a:pathLst>
            </a:custGeom>
            <a:solidFill>
              <a:srgbClr val="FD59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" name="Freeform 200"/>
            <p:cNvSpPr>
              <a:spLocks noEditPoints="1"/>
            </p:cNvSpPr>
            <p:nvPr userDrawn="1"/>
          </p:nvSpPr>
          <p:spPr bwMode="auto">
            <a:xfrm>
              <a:off x="9063038" y="2236787"/>
              <a:ext cx="588963" cy="1938338"/>
            </a:xfrm>
            <a:custGeom>
              <a:avLst/>
              <a:gdLst>
                <a:gd name="T0" fmla="*/ 186 w 372"/>
                <a:gd name="T1" fmla="*/ 0 h 1221"/>
                <a:gd name="T2" fmla="*/ 0 w 372"/>
                <a:gd name="T3" fmla="*/ 0 h 1221"/>
                <a:gd name="T4" fmla="*/ 0 w 372"/>
                <a:gd name="T5" fmla="*/ 1221 h 1221"/>
                <a:gd name="T6" fmla="*/ 372 w 372"/>
                <a:gd name="T7" fmla="*/ 1221 h 1221"/>
                <a:gd name="T8" fmla="*/ 372 w 372"/>
                <a:gd name="T9" fmla="*/ 0 h 1221"/>
                <a:gd name="T10" fmla="*/ 186 w 372"/>
                <a:gd name="T11" fmla="*/ 0 h 1221"/>
                <a:gd name="T12" fmla="*/ 93 w 372"/>
                <a:gd name="T13" fmla="*/ 738 h 1221"/>
                <a:gd name="T14" fmla="*/ 40 w 372"/>
                <a:gd name="T15" fmla="*/ 684 h 1221"/>
                <a:gd name="T16" fmla="*/ 57 w 372"/>
                <a:gd name="T17" fmla="*/ 585 h 1221"/>
                <a:gd name="T18" fmla="*/ 54 w 372"/>
                <a:gd name="T19" fmla="*/ 582 h 1221"/>
                <a:gd name="T20" fmla="*/ 32 w 372"/>
                <a:gd name="T21" fmla="*/ 582 h 1221"/>
                <a:gd name="T22" fmla="*/ 31 w 372"/>
                <a:gd name="T23" fmla="*/ 580 h 1221"/>
                <a:gd name="T24" fmla="*/ 34 w 372"/>
                <a:gd name="T25" fmla="*/ 553 h 1221"/>
                <a:gd name="T26" fmla="*/ 63 w 372"/>
                <a:gd name="T27" fmla="*/ 549 h 1221"/>
                <a:gd name="T28" fmla="*/ 68 w 372"/>
                <a:gd name="T29" fmla="*/ 504 h 1221"/>
                <a:gd name="T30" fmla="*/ 136 w 372"/>
                <a:gd name="T31" fmla="*/ 490 h 1221"/>
                <a:gd name="T32" fmla="*/ 141 w 372"/>
                <a:gd name="T33" fmla="*/ 495 h 1221"/>
                <a:gd name="T34" fmla="*/ 129 w 372"/>
                <a:gd name="T35" fmla="*/ 548 h 1221"/>
                <a:gd name="T36" fmla="*/ 167 w 372"/>
                <a:gd name="T37" fmla="*/ 548 h 1221"/>
                <a:gd name="T38" fmla="*/ 170 w 372"/>
                <a:gd name="T39" fmla="*/ 551 h 1221"/>
                <a:gd name="T40" fmla="*/ 165 w 372"/>
                <a:gd name="T41" fmla="*/ 581 h 1221"/>
                <a:gd name="T42" fmla="*/ 127 w 372"/>
                <a:gd name="T43" fmla="*/ 580 h 1221"/>
                <a:gd name="T44" fmla="*/ 122 w 372"/>
                <a:gd name="T45" fmla="*/ 583 h 1221"/>
                <a:gd name="T46" fmla="*/ 108 w 372"/>
                <a:gd name="T47" fmla="*/ 660 h 1221"/>
                <a:gd name="T48" fmla="*/ 115 w 372"/>
                <a:gd name="T49" fmla="*/ 672 h 1221"/>
                <a:gd name="T50" fmla="*/ 139 w 372"/>
                <a:gd name="T51" fmla="*/ 654 h 1221"/>
                <a:gd name="T52" fmla="*/ 148 w 372"/>
                <a:gd name="T53" fmla="*/ 656 h 1221"/>
                <a:gd name="T54" fmla="*/ 156 w 372"/>
                <a:gd name="T55" fmla="*/ 676 h 1221"/>
                <a:gd name="T56" fmla="*/ 93 w 372"/>
                <a:gd name="T57" fmla="*/ 738 h 1221"/>
                <a:gd name="T58" fmla="*/ 233 w 372"/>
                <a:gd name="T59" fmla="*/ 738 h 1221"/>
                <a:gd name="T60" fmla="*/ 186 w 372"/>
                <a:gd name="T61" fmla="*/ 723 h 1221"/>
                <a:gd name="T62" fmla="*/ 161 w 372"/>
                <a:gd name="T63" fmla="*/ 659 h 1221"/>
                <a:gd name="T64" fmla="*/ 186 w 372"/>
                <a:gd name="T65" fmla="*/ 578 h 1221"/>
                <a:gd name="T66" fmla="*/ 269 w 372"/>
                <a:gd name="T67" fmla="*/ 539 h 1221"/>
                <a:gd name="T68" fmla="*/ 341 w 372"/>
                <a:gd name="T69" fmla="*/ 615 h 1221"/>
                <a:gd name="T70" fmla="*/ 233 w 372"/>
                <a:gd name="T71" fmla="*/ 738 h 1221"/>
                <a:gd name="T72" fmla="*/ 233 w 372"/>
                <a:gd name="T73" fmla="*/ 738 h 1221"/>
                <a:gd name="T74" fmla="*/ 233 w 372"/>
                <a:gd name="T75" fmla="*/ 738 h 1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72" h="1221">
                  <a:moveTo>
                    <a:pt x="18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221"/>
                    <a:pt x="0" y="1221"/>
                    <a:pt x="0" y="1221"/>
                  </a:cubicBezTo>
                  <a:cubicBezTo>
                    <a:pt x="372" y="1221"/>
                    <a:pt x="372" y="1221"/>
                    <a:pt x="372" y="1221"/>
                  </a:cubicBezTo>
                  <a:cubicBezTo>
                    <a:pt x="372" y="0"/>
                    <a:pt x="372" y="0"/>
                    <a:pt x="372" y="0"/>
                  </a:cubicBezTo>
                  <a:lnTo>
                    <a:pt x="186" y="0"/>
                  </a:lnTo>
                  <a:close/>
                  <a:moveTo>
                    <a:pt x="93" y="738"/>
                  </a:moveTo>
                  <a:cubicBezTo>
                    <a:pt x="55" y="738"/>
                    <a:pt x="36" y="718"/>
                    <a:pt x="40" y="684"/>
                  </a:cubicBezTo>
                  <a:cubicBezTo>
                    <a:pt x="57" y="585"/>
                    <a:pt x="57" y="585"/>
                    <a:pt x="57" y="585"/>
                  </a:cubicBezTo>
                  <a:cubicBezTo>
                    <a:pt x="54" y="582"/>
                    <a:pt x="54" y="582"/>
                    <a:pt x="54" y="582"/>
                  </a:cubicBezTo>
                  <a:cubicBezTo>
                    <a:pt x="32" y="582"/>
                    <a:pt x="32" y="582"/>
                    <a:pt x="32" y="582"/>
                  </a:cubicBezTo>
                  <a:cubicBezTo>
                    <a:pt x="31" y="580"/>
                    <a:pt x="31" y="580"/>
                    <a:pt x="31" y="580"/>
                  </a:cubicBezTo>
                  <a:cubicBezTo>
                    <a:pt x="34" y="553"/>
                    <a:pt x="34" y="553"/>
                    <a:pt x="34" y="553"/>
                  </a:cubicBezTo>
                  <a:cubicBezTo>
                    <a:pt x="63" y="549"/>
                    <a:pt x="63" y="549"/>
                    <a:pt x="63" y="549"/>
                  </a:cubicBezTo>
                  <a:cubicBezTo>
                    <a:pt x="66" y="528"/>
                    <a:pt x="68" y="504"/>
                    <a:pt x="68" y="504"/>
                  </a:cubicBezTo>
                  <a:cubicBezTo>
                    <a:pt x="136" y="490"/>
                    <a:pt x="136" y="490"/>
                    <a:pt x="136" y="490"/>
                  </a:cubicBezTo>
                  <a:cubicBezTo>
                    <a:pt x="141" y="495"/>
                    <a:pt x="141" y="495"/>
                    <a:pt x="141" y="495"/>
                  </a:cubicBezTo>
                  <a:cubicBezTo>
                    <a:pt x="141" y="495"/>
                    <a:pt x="134" y="521"/>
                    <a:pt x="129" y="548"/>
                  </a:cubicBezTo>
                  <a:cubicBezTo>
                    <a:pt x="167" y="548"/>
                    <a:pt x="167" y="548"/>
                    <a:pt x="167" y="548"/>
                  </a:cubicBezTo>
                  <a:cubicBezTo>
                    <a:pt x="170" y="551"/>
                    <a:pt x="170" y="551"/>
                    <a:pt x="170" y="551"/>
                  </a:cubicBezTo>
                  <a:cubicBezTo>
                    <a:pt x="165" y="581"/>
                    <a:pt x="165" y="581"/>
                    <a:pt x="165" y="581"/>
                  </a:cubicBezTo>
                  <a:cubicBezTo>
                    <a:pt x="127" y="580"/>
                    <a:pt x="127" y="580"/>
                    <a:pt x="127" y="580"/>
                  </a:cubicBezTo>
                  <a:cubicBezTo>
                    <a:pt x="122" y="583"/>
                    <a:pt x="122" y="583"/>
                    <a:pt x="122" y="583"/>
                  </a:cubicBezTo>
                  <a:cubicBezTo>
                    <a:pt x="108" y="660"/>
                    <a:pt x="108" y="660"/>
                    <a:pt x="108" y="660"/>
                  </a:cubicBezTo>
                  <a:cubicBezTo>
                    <a:pt x="107" y="669"/>
                    <a:pt x="110" y="672"/>
                    <a:pt x="115" y="672"/>
                  </a:cubicBezTo>
                  <a:cubicBezTo>
                    <a:pt x="121" y="672"/>
                    <a:pt x="126" y="668"/>
                    <a:pt x="139" y="654"/>
                  </a:cubicBezTo>
                  <a:cubicBezTo>
                    <a:pt x="148" y="656"/>
                    <a:pt x="148" y="656"/>
                    <a:pt x="148" y="656"/>
                  </a:cubicBezTo>
                  <a:cubicBezTo>
                    <a:pt x="156" y="676"/>
                    <a:pt x="156" y="676"/>
                    <a:pt x="156" y="676"/>
                  </a:cubicBezTo>
                  <a:cubicBezTo>
                    <a:pt x="130" y="714"/>
                    <a:pt x="104" y="738"/>
                    <a:pt x="93" y="738"/>
                  </a:cubicBezTo>
                  <a:close/>
                  <a:moveTo>
                    <a:pt x="233" y="738"/>
                  </a:moveTo>
                  <a:cubicBezTo>
                    <a:pt x="214" y="738"/>
                    <a:pt x="198" y="733"/>
                    <a:pt x="186" y="723"/>
                  </a:cubicBezTo>
                  <a:cubicBezTo>
                    <a:pt x="170" y="709"/>
                    <a:pt x="161" y="688"/>
                    <a:pt x="161" y="659"/>
                  </a:cubicBezTo>
                  <a:cubicBezTo>
                    <a:pt x="161" y="627"/>
                    <a:pt x="170" y="599"/>
                    <a:pt x="186" y="578"/>
                  </a:cubicBezTo>
                  <a:cubicBezTo>
                    <a:pt x="205" y="554"/>
                    <a:pt x="234" y="539"/>
                    <a:pt x="269" y="539"/>
                  </a:cubicBezTo>
                  <a:cubicBezTo>
                    <a:pt x="316" y="539"/>
                    <a:pt x="341" y="566"/>
                    <a:pt x="341" y="615"/>
                  </a:cubicBezTo>
                  <a:cubicBezTo>
                    <a:pt x="341" y="689"/>
                    <a:pt x="298" y="738"/>
                    <a:pt x="233" y="738"/>
                  </a:cubicBezTo>
                  <a:close/>
                  <a:moveTo>
                    <a:pt x="233" y="738"/>
                  </a:moveTo>
                  <a:cubicBezTo>
                    <a:pt x="233" y="738"/>
                    <a:pt x="233" y="738"/>
                    <a:pt x="233" y="738"/>
                  </a:cubicBezTo>
                </a:path>
              </a:pathLst>
            </a:custGeom>
            <a:solidFill>
              <a:srgbClr val="FD59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" name="Freeform 201"/>
            <p:cNvSpPr>
              <a:spLocks noEditPoints="1"/>
            </p:cNvSpPr>
            <p:nvPr userDrawn="1"/>
          </p:nvSpPr>
          <p:spPr bwMode="auto">
            <a:xfrm>
              <a:off x="8885238" y="1728787"/>
              <a:ext cx="944563" cy="2974975"/>
            </a:xfrm>
            <a:custGeom>
              <a:avLst/>
              <a:gdLst>
                <a:gd name="T0" fmla="*/ 227 w 596"/>
                <a:gd name="T1" fmla="*/ 993 h 1874"/>
                <a:gd name="T2" fmla="*/ 234 w 596"/>
                <a:gd name="T3" fmla="*/ 904 h 1874"/>
                <a:gd name="T4" fmla="*/ 277 w 596"/>
                <a:gd name="T5" fmla="*/ 902 h 1874"/>
                <a:gd name="T6" fmla="*/ 279 w 596"/>
                <a:gd name="T7" fmla="*/ 869 h 1874"/>
                <a:gd name="T8" fmla="*/ 253 w 596"/>
                <a:gd name="T9" fmla="*/ 816 h 1874"/>
                <a:gd name="T10" fmla="*/ 180 w 596"/>
                <a:gd name="T11" fmla="*/ 825 h 1874"/>
                <a:gd name="T12" fmla="*/ 146 w 596"/>
                <a:gd name="T13" fmla="*/ 874 h 1874"/>
                <a:gd name="T14" fmla="*/ 144 w 596"/>
                <a:gd name="T15" fmla="*/ 903 h 1874"/>
                <a:gd name="T16" fmla="*/ 169 w 596"/>
                <a:gd name="T17" fmla="*/ 906 h 1874"/>
                <a:gd name="T18" fmla="*/ 205 w 596"/>
                <a:gd name="T19" fmla="*/ 1059 h 1874"/>
                <a:gd name="T20" fmla="*/ 260 w 596"/>
                <a:gd name="T21" fmla="*/ 977 h 1874"/>
                <a:gd name="T22" fmla="*/ 381 w 596"/>
                <a:gd name="T23" fmla="*/ 859 h 1874"/>
                <a:gd name="T24" fmla="*/ 273 w 596"/>
                <a:gd name="T25" fmla="*/ 979 h 1874"/>
                <a:gd name="T26" fmla="*/ 345 w 596"/>
                <a:gd name="T27" fmla="*/ 1058 h 1874"/>
                <a:gd name="T28" fmla="*/ 381 w 596"/>
                <a:gd name="T29" fmla="*/ 859 h 1874"/>
                <a:gd name="T30" fmla="*/ 345 w 596"/>
                <a:gd name="T31" fmla="*/ 975 h 1874"/>
                <a:gd name="T32" fmla="*/ 380 w 596"/>
                <a:gd name="T33" fmla="*/ 947 h 1874"/>
                <a:gd name="T34" fmla="*/ 298 w 596"/>
                <a:gd name="T35" fmla="*/ 0 h 1874"/>
                <a:gd name="T36" fmla="*/ 0 w 596"/>
                <a:gd name="T37" fmla="*/ 72 h 1874"/>
                <a:gd name="T38" fmla="*/ 596 w 596"/>
                <a:gd name="T39" fmla="*/ 0 h 1874"/>
                <a:gd name="T40" fmla="*/ 298 w 596"/>
                <a:gd name="T41" fmla="*/ 1802 h 1874"/>
                <a:gd name="T42" fmla="*/ 0 w 596"/>
                <a:gd name="T43" fmla="*/ 1874 h 1874"/>
                <a:gd name="T44" fmla="*/ 596 w 596"/>
                <a:gd name="T45" fmla="*/ 1802 h 1874"/>
                <a:gd name="T46" fmla="*/ 489 w 596"/>
                <a:gd name="T47" fmla="*/ 151 h 1874"/>
                <a:gd name="T48" fmla="*/ 105 w 596"/>
                <a:gd name="T49" fmla="*/ 162 h 1874"/>
                <a:gd name="T50" fmla="*/ 489 w 596"/>
                <a:gd name="T51" fmla="*/ 174 h 1874"/>
                <a:gd name="T52" fmla="*/ 489 w 596"/>
                <a:gd name="T53" fmla="*/ 151 h 1874"/>
                <a:gd name="T54" fmla="*/ 117 w 596"/>
                <a:gd name="T55" fmla="*/ 230 h 1874"/>
                <a:gd name="T56" fmla="*/ 117 w 596"/>
                <a:gd name="T57" fmla="*/ 253 h 1874"/>
                <a:gd name="T58" fmla="*/ 500 w 596"/>
                <a:gd name="T59" fmla="*/ 242 h 1874"/>
                <a:gd name="T60" fmla="*/ 489 w 596"/>
                <a:gd name="T61" fmla="*/ 1625 h 1874"/>
                <a:gd name="T62" fmla="*/ 105 w 596"/>
                <a:gd name="T63" fmla="*/ 1637 h 1874"/>
                <a:gd name="T64" fmla="*/ 489 w 596"/>
                <a:gd name="T65" fmla="*/ 1648 h 1874"/>
                <a:gd name="T66" fmla="*/ 489 w 596"/>
                <a:gd name="T67" fmla="*/ 1625 h 1874"/>
                <a:gd name="T68" fmla="*/ 117 w 596"/>
                <a:gd name="T69" fmla="*/ 1705 h 1874"/>
                <a:gd name="T70" fmla="*/ 117 w 596"/>
                <a:gd name="T71" fmla="*/ 1727 h 1874"/>
                <a:gd name="T72" fmla="*/ 500 w 596"/>
                <a:gd name="T73" fmla="*/ 1716 h 1874"/>
                <a:gd name="T74" fmla="*/ 489 w 596"/>
                <a:gd name="T75" fmla="*/ 1705 h 18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96" h="1874">
                  <a:moveTo>
                    <a:pt x="251" y="975"/>
                  </a:moveTo>
                  <a:cubicBezTo>
                    <a:pt x="239" y="989"/>
                    <a:pt x="233" y="993"/>
                    <a:pt x="227" y="993"/>
                  </a:cubicBezTo>
                  <a:cubicBezTo>
                    <a:pt x="222" y="993"/>
                    <a:pt x="220" y="990"/>
                    <a:pt x="220" y="981"/>
                  </a:cubicBezTo>
                  <a:cubicBezTo>
                    <a:pt x="234" y="904"/>
                    <a:pt x="234" y="904"/>
                    <a:pt x="234" y="904"/>
                  </a:cubicBezTo>
                  <a:cubicBezTo>
                    <a:pt x="239" y="901"/>
                    <a:pt x="239" y="901"/>
                    <a:pt x="239" y="901"/>
                  </a:cubicBezTo>
                  <a:cubicBezTo>
                    <a:pt x="277" y="902"/>
                    <a:pt x="277" y="902"/>
                    <a:pt x="277" y="902"/>
                  </a:cubicBezTo>
                  <a:cubicBezTo>
                    <a:pt x="282" y="872"/>
                    <a:pt x="282" y="872"/>
                    <a:pt x="282" y="872"/>
                  </a:cubicBezTo>
                  <a:cubicBezTo>
                    <a:pt x="279" y="869"/>
                    <a:pt x="279" y="869"/>
                    <a:pt x="279" y="869"/>
                  </a:cubicBezTo>
                  <a:cubicBezTo>
                    <a:pt x="241" y="869"/>
                    <a:pt x="241" y="869"/>
                    <a:pt x="241" y="869"/>
                  </a:cubicBezTo>
                  <a:cubicBezTo>
                    <a:pt x="246" y="842"/>
                    <a:pt x="253" y="816"/>
                    <a:pt x="253" y="816"/>
                  </a:cubicBezTo>
                  <a:cubicBezTo>
                    <a:pt x="248" y="811"/>
                    <a:pt x="248" y="811"/>
                    <a:pt x="248" y="811"/>
                  </a:cubicBezTo>
                  <a:cubicBezTo>
                    <a:pt x="180" y="825"/>
                    <a:pt x="180" y="825"/>
                    <a:pt x="180" y="825"/>
                  </a:cubicBezTo>
                  <a:cubicBezTo>
                    <a:pt x="180" y="825"/>
                    <a:pt x="178" y="849"/>
                    <a:pt x="175" y="870"/>
                  </a:cubicBezTo>
                  <a:cubicBezTo>
                    <a:pt x="146" y="874"/>
                    <a:pt x="146" y="874"/>
                    <a:pt x="146" y="874"/>
                  </a:cubicBezTo>
                  <a:cubicBezTo>
                    <a:pt x="143" y="901"/>
                    <a:pt x="143" y="901"/>
                    <a:pt x="143" y="901"/>
                  </a:cubicBezTo>
                  <a:cubicBezTo>
                    <a:pt x="144" y="903"/>
                    <a:pt x="144" y="903"/>
                    <a:pt x="144" y="903"/>
                  </a:cubicBezTo>
                  <a:cubicBezTo>
                    <a:pt x="166" y="903"/>
                    <a:pt x="166" y="903"/>
                    <a:pt x="166" y="903"/>
                  </a:cubicBezTo>
                  <a:cubicBezTo>
                    <a:pt x="169" y="906"/>
                    <a:pt x="169" y="906"/>
                    <a:pt x="169" y="906"/>
                  </a:cubicBezTo>
                  <a:cubicBezTo>
                    <a:pt x="152" y="1005"/>
                    <a:pt x="152" y="1005"/>
                    <a:pt x="152" y="1005"/>
                  </a:cubicBezTo>
                  <a:cubicBezTo>
                    <a:pt x="148" y="1039"/>
                    <a:pt x="167" y="1059"/>
                    <a:pt x="205" y="1059"/>
                  </a:cubicBezTo>
                  <a:cubicBezTo>
                    <a:pt x="216" y="1059"/>
                    <a:pt x="242" y="1034"/>
                    <a:pt x="268" y="997"/>
                  </a:cubicBezTo>
                  <a:cubicBezTo>
                    <a:pt x="260" y="977"/>
                    <a:pt x="260" y="977"/>
                    <a:pt x="260" y="977"/>
                  </a:cubicBezTo>
                  <a:lnTo>
                    <a:pt x="251" y="975"/>
                  </a:lnTo>
                  <a:close/>
                  <a:moveTo>
                    <a:pt x="381" y="859"/>
                  </a:moveTo>
                  <a:cubicBezTo>
                    <a:pt x="346" y="859"/>
                    <a:pt x="317" y="874"/>
                    <a:pt x="298" y="898"/>
                  </a:cubicBezTo>
                  <a:cubicBezTo>
                    <a:pt x="282" y="919"/>
                    <a:pt x="273" y="947"/>
                    <a:pt x="273" y="979"/>
                  </a:cubicBezTo>
                  <a:cubicBezTo>
                    <a:pt x="273" y="1008"/>
                    <a:pt x="282" y="1030"/>
                    <a:pt x="298" y="1043"/>
                  </a:cubicBezTo>
                  <a:cubicBezTo>
                    <a:pt x="310" y="1052"/>
                    <a:pt x="325" y="1058"/>
                    <a:pt x="345" y="1058"/>
                  </a:cubicBezTo>
                  <a:cubicBezTo>
                    <a:pt x="410" y="1058"/>
                    <a:pt x="453" y="1009"/>
                    <a:pt x="453" y="935"/>
                  </a:cubicBezTo>
                  <a:cubicBezTo>
                    <a:pt x="453" y="887"/>
                    <a:pt x="428" y="859"/>
                    <a:pt x="381" y="859"/>
                  </a:cubicBezTo>
                  <a:close/>
                  <a:moveTo>
                    <a:pt x="360" y="1015"/>
                  </a:moveTo>
                  <a:cubicBezTo>
                    <a:pt x="349" y="1015"/>
                    <a:pt x="345" y="1003"/>
                    <a:pt x="345" y="975"/>
                  </a:cubicBezTo>
                  <a:cubicBezTo>
                    <a:pt x="345" y="934"/>
                    <a:pt x="352" y="908"/>
                    <a:pt x="365" y="908"/>
                  </a:cubicBezTo>
                  <a:cubicBezTo>
                    <a:pt x="376" y="908"/>
                    <a:pt x="380" y="918"/>
                    <a:pt x="380" y="947"/>
                  </a:cubicBezTo>
                  <a:cubicBezTo>
                    <a:pt x="380" y="995"/>
                    <a:pt x="374" y="1015"/>
                    <a:pt x="360" y="1015"/>
                  </a:cubicBezTo>
                  <a:close/>
                  <a:moveTo>
                    <a:pt x="2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596" y="72"/>
                    <a:pt x="596" y="72"/>
                    <a:pt x="596" y="72"/>
                  </a:cubicBezTo>
                  <a:cubicBezTo>
                    <a:pt x="596" y="0"/>
                    <a:pt x="596" y="0"/>
                    <a:pt x="596" y="0"/>
                  </a:cubicBezTo>
                  <a:lnTo>
                    <a:pt x="298" y="0"/>
                  </a:lnTo>
                  <a:close/>
                  <a:moveTo>
                    <a:pt x="298" y="1802"/>
                  </a:moveTo>
                  <a:cubicBezTo>
                    <a:pt x="0" y="1802"/>
                    <a:pt x="0" y="1802"/>
                    <a:pt x="0" y="1802"/>
                  </a:cubicBezTo>
                  <a:cubicBezTo>
                    <a:pt x="0" y="1874"/>
                    <a:pt x="0" y="1874"/>
                    <a:pt x="0" y="1874"/>
                  </a:cubicBezTo>
                  <a:cubicBezTo>
                    <a:pt x="596" y="1874"/>
                    <a:pt x="596" y="1874"/>
                    <a:pt x="596" y="1874"/>
                  </a:cubicBezTo>
                  <a:cubicBezTo>
                    <a:pt x="596" y="1802"/>
                    <a:pt x="596" y="1802"/>
                    <a:pt x="596" y="1802"/>
                  </a:cubicBezTo>
                  <a:lnTo>
                    <a:pt x="298" y="1802"/>
                  </a:lnTo>
                  <a:close/>
                  <a:moveTo>
                    <a:pt x="489" y="151"/>
                  </a:moveTo>
                  <a:cubicBezTo>
                    <a:pt x="117" y="151"/>
                    <a:pt x="117" y="151"/>
                    <a:pt x="117" y="151"/>
                  </a:cubicBezTo>
                  <a:cubicBezTo>
                    <a:pt x="110" y="151"/>
                    <a:pt x="105" y="156"/>
                    <a:pt x="105" y="162"/>
                  </a:cubicBezTo>
                  <a:cubicBezTo>
                    <a:pt x="105" y="169"/>
                    <a:pt x="110" y="174"/>
                    <a:pt x="117" y="174"/>
                  </a:cubicBezTo>
                  <a:cubicBezTo>
                    <a:pt x="489" y="174"/>
                    <a:pt x="489" y="174"/>
                    <a:pt x="489" y="174"/>
                  </a:cubicBezTo>
                  <a:cubicBezTo>
                    <a:pt x="495" y="174"/>
                    <a:pt x="500" y="169"/>
                    <a:pt x="500" y="162"/>
                  </a:cubicBezTo>
                  <a:cubicBezTo>
                    <a:pt x="500" y="156"/>
                    <a:pt x="495" y="151"/>
                    <a:pt x="489" y="151"/>
                  </a:cubicBezTo>
                  <a:close/>
                  <a:moveTo>
                    <a:pt x="489" y="230"/>
                  </a:moveTo>
                  <a:cubicBezTo>
                    <a:pt x="117" y="230"/>
                    <a:pt x="117" y="230"/>
                    <a:pt x="117" y="230"/>
                  </a:cubicBezTo>
                  <a:cubicBezTo>
                    <a:pt x="110" y="230"/>
                    <a:pt x="105" y="235"/>
                    <a:pt x="105" y="242"/>
                  </a:cubicBezTo>
                  <a:cubicBezTo>
                    <a:pt x="105" y="248"/>
                    <a:pt x="110" y="253"/>
                    <a:pt x="117" y="253"/>
                  </a:cubicBezTo>
                  <a:cubicBezTo>
                    <a:pt x="489" y="253"/>
                    <a:pt x="489" y="253"/>
                    <a:pt x="489" y="253"/>
                  </a:cubicBezTo>
                  <a:cubicBezTo>
                    <a:pt x="495" y="253"/>
                    <a:pt x="500" y="248"/>
                    <a:pt x="500" y="242"/>
                  </a:cubicBezTo>
                  <a:cubicBezTo>
                    <a:pt x="500" y="235"/>
                    <a:pt x="495" y="230"/>
                    <a:pt x="489" y="230"/>
                  </a:cubicBezTo>
                  <a:close/>
                  <a:moveTo>
                    <a:pt x="489" y="1625"/>
                  </a:moveTo>
                  <a:cubicBezTo>
                    <a:pt x="117" y="1625"/>
                    <a:pt x="117" y="1625"/>
                    <a:pt x="117" y="1625"/>
                  </a:cubicBezTo>
                  <a:cubicBezTo>
                    <a:pt x="110" y="1625"/>
                    <a:pt x="105" y="1630"/>
                    <a:pt x="105" y="1637"/>
                  </a:cubicBezTo>
                  <a:cubicBezTo>
                    <a:pt x="105" y="1643"/>
                    <a:pt x="110" y="1648"/>
                    <a:pt x="117" y="1648"/>
                  </a:cubicBezTo>
                  <a:cubicBezTo>
                    <a:pt x="489" y="1648"/>
                    <a:pt x="489" y="1648"/>
                    <a:pt x="489" y="1648"/>
                  </a:cubicBezTo>
                  <a:cubicBezTo>
                    <a:pt x="495" y="1648"/>
                    <a:pt x="500" y="1643"/>
                    <a:pt x="500" y="1637"/>
                  </a:cubicBezTo>
                  <a:cubicBezTo>
                    <a:pt x="500" y="1630"/>
                    <a:pt x="495" y="1625"/>
                    <a:pt x="489" y="1625"/>
                  </a:cubicBezTo>
                  <a:close/>
                  <a:moveTo>
                    <a:pt x="489" y="1705"/>
                  </a:moveTo>
                  <a:cubicBezTo>
                    <a:pt x="117" y="1705"/>
                    <a:pt x="117" y="1705"/>
                    <a:pt x="117" y="1705"/>
                  </a:cubicBezTo>
                  <a:cubicBezTo>
                    <a:pt x="110" y="1705"/>
                    <a:pt x="105" y="1710"/>
                    <a:pt x="105" y="1716"/>
                  </a:cubicBezTo>
                  <a:cubicBezTo>
                    <a:pt x="105" y="1722"/>
                    <a:pt x="110" y="1727"/>
                    <a:pt x="117" y="1727"/>
                  </a:cubicBezTo>
                  <a:cubicBezTo>
                    <a:pt x="489" y="1727"/>
                    <a:pt x="489" y="1727"/>
                    <a:pt x="489" y="1727"/>
                  </a:cubicBezTo>
                  <a:cubicBezTo>
                    <a:pt x="495" y="1727"/>
                    <a:pt x="500" y="1722"/>
                    <a:pt x="500" y="1716"/>
                  </a:cubicBezTo>
                  <a:cubicBezTo>
                    <a:pt x="500" y="1710"/>
                    <a:pt x="495" y="1705"/>
                    <a:pt x="489" y="1705"/>
                  </a:cubicBezTo>
                  <a:close/>
                  <a:moveTo>
                    <a:pt x="489" y="1705"/>
                  </a:moveTo>
                  <a:cubicBezTo>
                    <a:pt x="489" y="1705"/>
                    <a:pt x="489" y="1705"/>
                    <a:pt x="489" y="1705"/>
                  </a:cubicBezTo>
                </a:path>
              </a:pathLst>
            </a:custGeom>
            <a:solidFill>
              <a:srgbClr val="3131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6" name="Freeform 202"/>
            <p:cNvSpPr>
              <a:spLocks noEditPoints="1"/>
            </p:cNvSpPr>
            <p:nvPr userDrawn="1"/>
          </p:nvSpPr>
          <p:spPr bwMode="auto">
            <a:xfrm>
              <a:off x="10383838" y="2078037"/>
              <a:ext cx="1019175" cy="2339975"/>
            </a:xfrm>
            <a:custGeom>
              <a:avLst/>
              <a:gdLst>
                <a:gd name="T0" fmla="*/ 253 w 642"/>
                <a:gd name="T1" fmla="*/ 110 h 1474"/>
                <a:gd name="T2" fmla="*/ 264 w 642"/>
                <a:gd name="T3" fmla="*/ 149 h 1474"/>
                <a:gd name="T4" fmla="*/ 642 w 642"/>
                <a:gd name="T5" fmla="*/ 1474 h 1474"/>
                <a:gd name="T6" fmla="*/ 222 w 642"/>
                <a:gd name="T7" fmla="*/ 0 h 1474"/>
                <a:gd name="T8" fmla="*/ 221 w 642"/>
                <a:gd name="T9" fmla="*/ 0 h 1474"/>
                <a:gd name="T10" fmla="*/ 253 w 642"/>
                <a:gd name="T11" fmla="*/ 110 h 1474"/>
                <a:gd name="T12" fmla="*/ 2 w 642"/>
                <a:gd name="T13" fmla="*/ 356 h 1474"/>
                <a:gd name="T14" fmla="*/ 17 w 642"/>
                <a:gd name="T15" fmla="*/ 366 h 1474"/>
                <a:gd name="T16" fmla="*/ 10 w 642"/>
                <a:gd name="T17" fmla="*/ 342 h 1474"/>
                <a:gd name="T18" fmla="*/ 2 w 642"/>
                <a:gd name="T19" fmla="*/ 356 h 1474"/>
                <a:gd name="T20" fmla="*/ 2 w 642"/>
                <a:gd name="T21" fmla="*/ 356 h 1474"/>
                <a:gd name="T22" fmla="*/ 2 w 642"/>
                <a:gd name="T23" fmla="*/ 356 h 1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42" h="1474">
                  <a:moveTo>
                    <a:pt x="253" y="110"/>
                  </a:moveTo>
                  <a:cubicBezTo>
                    <a:pt x="264" y="149"/>
                    <a:pt x="264" y="149"/>
                    <a:pt x="264" y="149"/>
                  </a:cubicBezTo>
                  <a:cubicBezTo>
                    <a:pt x="642" y="1474"/>
                    <a:pt x="642" y="1474"/>
                    <a:pt x="642" y="1474"/>
                  </a:cubicBezTo>
                  <a:cubicBezTo>
                    <a:pt x="222" y="0"/>
                    <a:pt x="222" y="0"/>
                    <a:pt x="222" y="0"/>
                  </a:cubicBezTo>
                  <a:cubicBezTo>
                    <a:pt x="221" y="0"/>
                    <a:pt x="221" y="0"/>
                    <a:pt x="221" y="0"/>
                  </a:cubicBezTo>
                  <a:cubicBezTo>
                    <a:pt x="253" y="110"/>
                    <a:pt x="253" y="110"/>
                    <a:pt x="253" y="110"/>
                  </a:cubicBezTo>
                  <a:close/>
                  <a:moveTo>
                    <a:pt x="2" y="356"/>
                  </a:moveTo>
                  <a:cubicBezTo>
                    <a:pt x="3" y="362"/>
                    <a:pt x="9" y="364"/>
                    <a:pt x="17" y="366"/>
                  </a:cubicBezTo>
                  <a:cubicBezTo>
                    <a:pt x="10" y="342"/>
                    <a:pt x="10" y="342"/>
                    <a:pt x="10" y="342"/>
                  </a:cubicBezTo>
                  <a:cubicBezTo>
                    <a:pt x="3" y="345"/>
                    <a:pt x="0" y="350"/>
                    <a:pt x="2" y="356"/>
                  </a:cubicBezTo>
                  <a:close/>
                  <a:moveTo>
                    <a:pt x="2" y="356"/>
                  </a:moveTo>
                  <a:cubicBezTo>
                    <a:pt x="2" y="356"/>
                    <a:pt x="2" y="356"/>
                    <a:pt x="2" y="356"/>
                  </a:cubicBezTo>
                </a:path>
              </a:pathLst>
            </a:custGeom>
            <a:solidFill>
              <a:srgbClr val="FF78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7" name="Freeform 203"/>
            <p:cNvSpPr>
              <a:spLocks noEditPoints="1"/>
            </p:cNvSpPr>
            <p:nvPr userDrawn="1"/>
          </p:nvSpPr>
          <p:spPr bwMode="auto">
            <a:xfrm>
              <a:off x="10469563" y="2936875"/>
              <a:ext cx="6350" cy="152400"/>
            </a:xfrm>
            <a:custGeom>
              <a:avLst/>
              <a:gdLst>
                <a:gd name="T0" fmla="*/ 0 w 4"/>
                <a:gd name="T1" fmla="*/ 0 h 96"/>
                <a:gd name="T2" fmla="*/ 3 w 4"/>
                <a:gd name="T3" fmla="*/ 0 h 96"/>
                <a:gd name="T4" fmla="*/ 3 w 4"/>
                <a:gd name="T5" fmla="*/ 96 h 96"/>
                <a:gd name="T6" fmla="*/ 0 w 4"/>
                <a:gd name="T7" fmla="*/ 96 h 96"/>
                <a:gd name="T8" fmla="*/ 0 w 4"/>
                <a:gd name="T9" fmla="*/ 0 h 96"/>
                <a:gd name="T10" fmla="*/ 3 w 4"/>
                <a:gd name="T11" fmla="*/ 0 h 96"/>
                <a:gd name="T12" fmla="*/ 4 w 4"/>
                <a:gd name="T13" fmla="*/ 0 h 96"/>
                <a:gd name="T14" fmla="*/ 4 w 4"/>
                <a:gd name="T15" fmla="*/ 96 h 96"/>
                <a:gd name="T16" fmla="*/ 3 w 4"/>
                <a:gd name="T17" fmla="*/ 96 h 96"/>
                <a:gd name="T18" fmla="*/ 3 w 4"/>
                <a:gd name="T19" fmla="*/ 0 h 96"/>
                <a:gd name="T20" fmla="*/ 3 w 4"/>
                <a:gd name="T21" fmla="*/ 0 h 96"/>
                <a:gd name="T22" fmla="*/ 3 w 4"/>
                <a:gd name="T23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" h="96">
                  <a:moveTo>
                    <a:pt x="0" y="0"/>
                  </a:moveTo>
                  <a:lnTo>
                    <a:pt x="3" y="0"/>
                  </a:lnTo>
                  <a:lnTo>
                    <a:pt x="3" y="96"/>
                  </a:lnTo>
                  <a:lnTo>
                    <a:pt x="0" y="96"/>
                  </a:lnTo>
                  <a:lnTo>
                    <a:pt x="0" y="0"/>
                  </a:lnTo>
                  <a:close/>
                  <a:moveTo>
                    <a:pt x="3" y="0"/>
                  </a:moveTo>
                  <a:lnTo>
                    <a:pt x="4" y="0"/>
                  </a:lnTo>
                  <a:lnTo>
                    <a:pt x="4" y="96"/>
                  </a:lnTo>
                  <a:lnTo>
                    <a:pt x="3" y="96"/>
                  </a:lnTo>
                  <a:lnTo>
                    <a:pt x="3" y="0"/>
                  </a:lnTo>
                  <a:close/>
                  <a:moveTo>
                    <a:pt x="3" y="0"/>
                  </a:moveTo>
                  <a:lnTo>
                    <a:pt x="3" y="0"/>
                  </a:lnTo>
                  <a:close/>
                </a:path>
              </a:pathLst>
            </a:custGeom>
            <a:solidFill>
              <a:srgbClr val="3F3F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8" name="Freeform 204"/>
            <p:cNvSpPr>
              <a:spLocks noEditPoints="1"/>
            </p:cNvSpPr>
            <p:nvPr userDrawn="1"/>
          </p:nvSpPr>
          <p:spPr bwMode="auto">
            <a:xfrm>
              <a:off x="10469563" y="2936875"/>
              <a:ext cx="6350" cy="152400"/>
            </a:xfrm>
            <a:custGeom>
              <a:avLst/>
              <a:gdLst>
                <a:gd name="T0" fmla="*/ 0 w 4"/>
                <a:gd name="T1" fmla="*/ 0 h 96"/>
                <a:gd name="T2" fmla="*/ 3 w 4"/>
                <a:gd name="T3" fmla="*/ 0 h 96"/>
                <a:gd name="T4" fmla="*/ 3 w 4"/>
                <a:gd name="T5" fmla="*/ 96 h 96"/>
                <a:gd name="T6" fmla="*/ 0 w 4"/>
                <a:gd name="T7" fmla="*/ 96 h 96"/>
                <a:gd name="T8" fmla="*/ 0 w 4"/>
                <a:gd name="T9" fmla="*/ 0 h 96"/>
                <a:gd name="T10" fmla="*/ 3 w 4"/>
                <a:gd name="T11" fmla="*/ 0 h 96"/>
                <a:gd name="T12" fmla="*/ 4 w 4"/>
                <a:gd name="T13" fmla="*/ 0 h 96"/>
                <a:gd name="T14" fmla="*/ 4 w 4"/>
                <a:gd name="T15" fmla="*/ 96 h 96"/>
                <a:gd name="T16" fmla="*/ 3 w 4"/>
                <a:gd name="T17" fmla="*/ 96 h 96"/>
                <a:gd name="T18" fmla="*/ 3 w 4"/>
                <a:gd name="T19" fmla="*/ 0 h 96"/>
                <a:gd name="T20" fmla="*/ 3 w 4"/>
                <a:gd name="T21" fmla="*/ 0 h 96"/>
                <a:gd name="T22" fmla="*/ 3 w 4"/>
                <a:gd name="T23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" h="96">
                  <a:moveTo>
                    <a:pt x="0" y="0"/>
                  </a:moveTo>
                  <a:lnTo>
                    <a:pt x="3" y="0"/>
                  </a:lnTo>
                  <a:lnTo>
                    <a:pt x="3" y="96"/>
                  </a:lnTo>
                  <a:lnTo>
                    <a:pt x="0" y="96"/>
                  </a:lnTo>
                  <a:lnTo>
                    <a:pt x="0" y="0"/>
                  </a:lnTo>
                  <a:moveTo>
                    <a:pt x="3" y="0"/>
                  </a:moveTo>
                  <a:lnTo>
                    <a:pt x="4" y="0"/>
                  </a:lnTo>
                  <a:lnTo>
                    <a:pt x="4" y="96"/>
                  </a:lnTo>
                  <a:lnTo>
                    <a:pt x="3" y="96"/>
                  </a:lnTo>
                  <a:lnTo>
                    <a:pt x="3" y="0"/>
                  </a:lnTo>
                  <a:moveTo>
                    <a:pt x="3" y="0"/>
                  </a:moveTo>
                  <a:lnTo>
                    <a:pt x="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9" name="Rectangle 205"/>
            <p:cNvSpPr>
              <a:spLocks noChangeArrowheads="1"/>
            </p:cNvSpPr>
            <p:nvPr userDrawn="1"/>
          </p:nvSpPr>
          <p:spPr bwMode="auto">
            <a:xfrm>
              <a:off x="10475913" y="2936875"/>
              <a:ext cx="1588" cy="152400"/>
            </a:xfrm>
            <a:prstGeom prst="rect">
              <a:avLst/>
            </a:prstGeom>
            <a:solidFill>
              <a:srgbClr val="3E3E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0" name="Rectangle 206"/>
            <p:cNvSpPr>
              <a:spLocks noChangeArrowheads="1"/>
            </p:cNvSpPr>
            <p:nvPr userDrawn="1"/>
          </p:nvSpPr>
          <p:spPr bwMode="auto">
            <a:xfrm>
              <a:off x="10477501" y="2936875"/>
              <a:ext cx="1588" cy="152400"/>
            </a:xfrm>
            <a:prstGeom prst="rect">
              <a:avLst/>
            </a:prstGeom>
            <a:solidFill>
              <a:srgbClr val="3E3E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1" name="Rectangle 207"/>
            <p:cNvSpPr>
              <a:spLocks noChangeArrowheads="1"/>
            </p:cNvSpPr>
            <p:nvPr userDrawn="1"/>
          </p:nvSpPr>
          <p:spPr bwMode="auto">
            <a:xfrm>
              <a:off x="10477501" y="2936875"/>
              <a:ext cx="1588" cy="152400"/>
            </a:xfrm>
            <a:prstGeom prst="rect">
              <a:avLst/>
            </a:prstGeom>
            <a:solidFill>
              <a:srgbClr val="3D3D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2" name="Rectangle 208"/>
            <p:cNvSpPr>
              <a:spLocks noChangeArrowheads="1"/>
            </p:cNvSpPr>
            <p:nvPr userDrawn="1"/>
          </p:nvSpPr>
          <p:spPr bwMode="auto">
            <a:xfrm>
              <a:off x="10479088" y="2936875"/>
              <a:ext cx="1588" cy="152400"/>
            </a:xfrm>
            <a:prstGeom prst="rect">
              <a:avLst/>
            </a:prstGeom>
            <a:solidFill>
              <a:srgbClr val="3C3C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3" name="Rectangle 209"/>
            <p:cNvSpPr>
              <a:spLocks noChangeArrowheads="1"/>
            </p:cNvSpPr>
            <p:nvPr userDrawn="1"/>
          </p:nvSpPr>
          <p:spPr bwMode="auto">
            <a:xfrm>
              <a:off x="10480676" y="2936875"/>
              <a:ext cx="1588" cy="152400"/>
            </a:xfrm>
            <a:prstGeom prst="rect">
              <a:avLst/>
            </a:prstGeom>
            <a:solidFill>
              <a:srgbClr val="3B3B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4" name="Rectangle 210"/>
            <p:cNvSpPr>
              <a:spLocks noChangeArrowheads="1"/>
            </p:cNvSpPr>
            <p:nvPr userDrawn="1"/>
          </p:nvSpPr>
          <p:spPr bwMode="auto">
            <a:xfrm>
              <a:off x="10482263" y="2936875"/>
              <a:ext cx="1588" cy="152400"/>
            </a:xfrm>
            <a:prstGeom prst="rect">
              <a:avLst/>
            </a:prstGeom>
            <a:solidFill>
              <a:srgbClr val="3B3B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5" name="Rectangle 211"/>
            <p:cNvSpPr>
              <a:spLocks noChangeArrowheads="1"/>
            </p:cNvSpPr>
            <p:nvPr userDrawn="1"/>
          </p:nvSpPr>
          <p:spPr bwMode="auto">
            <a:xfrm>
              <a:off x="10482263" y="2936875"/>
              <a:ext cx="1588" cy="152400"/>
            </a:xfrm>
            <a:prstGeom prst="rect">
              <a:avLst/>
            </a:prstGeom>
            <a:solidFill>
              <a:srgbClr val="3A3A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6" name="Rectangle 212"/>
            <p:cNvSpPr>
              <a:spLocks noChangeArrowheads="1"/>
            </p:cNvSpPr>
            <p:nvPr userDrawn="1"/>
          </p:nvSpPr>
          <p:spPr bwMode="auto">
            <a:xfrm>
              <a:off x="10483851" y="2936875"/>
              <a:ext cx="1588" cy="152400"/>
            </a:xfrm>
            <a:prstGeom prst="rect">
              <a:avLst/>
            </a:prstGeom>
            <a:solidFill>
              <a:srgbClr val="3939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7" name="Rectangle 213"/>
            <p:cNvSpPr>
              <a:spLocks noChangeArrowheads="1"/>
            </p:cNvSpPr>
            <p:nvPr userDrawn="1"/>
          </p:nvSpPr>
          <p:spPr bwMode="auto">
            <a:xfrm>
              <a:off x="10485438" y="2936875"/>
              <a:ext cx="1588" cy="152400"/>
            </a:xfrm>
            <a:prstGeom prst="rect">
              <a:avLst/>
            </a:prstGeom>
            <a:solidFill>
              <a:srgbClr val="3838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8" name="Rectangle 214"/>
            <p:cNvSpPr>
              <a:spLocks noChangeArrowheads="1"/>
            </p:cNvSpPr>
            <p:nvPr userDrawn="1"/>
          </p:nvSpPr>
          <p:spPr bwMode="auto">
            <a:xfrm>
              <a:off x="10487026" y="2936875"/>
              <a:ext cx="1588" cy="152400"/>
            </a:xfrm>
            <a:prstGeom prst="rect">
              <a:avLst/>
            </a:prstGeom>
            <a:solidFill>
              <a:srgbClr val="38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9" name="Rectangle 215"/>
            <p:cNvSpPr>
              <a:spLocks noChangeArrowheads="1"/>
            </p:cNvSpPr>
            <p:nvPr userDrawn="1"/>
          </p:nvSpPr>
          <p:spPr bwMode="auto">
            <a:xfrm>
              <a:off x="10487026" y="2936875"/>
              <a:ext cx="1588" cy="152400"/>
            </a:xfrm>
            <a:prstGeom prst="rect">
              <a:avLst/>
            </a:prstGeom>
            <a:solidFill>
              <a:srgbClr val="3737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0" name="Rectangle 216"/>
            <p:cNvSpPr>
              <a:spLocks noChangeArrowheads="1"/>
            </p:cNvSpPr>
            <p:nvPr userDrawn="1"/>
          </p:nvSpPr>
          <p:spPr bwMode="auto">
            <a:xfrm>
              <a:off x="10488613" y="2936875"/>
              <a:ext cx="1588" cy="152400"/>
            </a:xfrm>
            <a:prstGeom prst="rect">
              <a:avLst/>
            </a:prstGeom>
            <a:solidFill>
              <a:srgbClr val="3636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1" name="Rectangle 217"/>
            <p:cNvSpPr>
              <a:spLocks noChangeArrowheads="1"/>
            </p:cNvSpPr>
            <p:nvPr userDrawn="1"/>
          </p:nvSpPr>
          <p:spPr bwMode="auto">
            <a:xfrm>
              <a:off x="10490201" y="2936875"/>
              <a:ext cx="1588" cy="152400"/>
            </a:xfrm>
            <a:prstGeom prst="rect">
              <a:avLst/>
            </a:prstGeom>
            <a:solidFill>
              <a:srgbClr val="363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2" name="Rectangle 218"/>
            <p:cNvSpPr>
              <a:spLocks noChangeArrowheads="1"/>
            </p:cNvSpPr>
            <p:nvPr userDrawn="1"/>
          </p:nvSpPr>
          <p:spPr bwMode="auto">
            <a:xfrm>
              <a:off x="10490201" y="2936875"/>
              <a:ext cx="1588" cy="152400"/>
            </a:xfrm>
            <a:prstGeom prst="rect">
              <a:avLst/>
            </a:prstGeom>
            <a:solidFill>
              <a:srgbClr val="3535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3" name="Rectangle 219"/>
            <p:cNvSpPr>
              <a:spLocks noChangeArrowheads="1"/>
            </p:cNvSpPr>
            <p:nvPr userDrawn="1"/>
          </p:nvSpPr>
          <p:spPr bwMode="auto">
            <a:xfrm>
              <a:off x="10491788" y="2936875"/>
              <a:ext cx="1588" cy="152400"/>
            </a:xfrm>
            <a:prstGeom prst="rect">
              <a:avLst/>
            </a:prstGeom>
            <a:solidFill>
              <a:srgbClr val="3434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4" name="Rectangle 220"/>
            <p:cNvSpPr>
              <a:spLocks noChangeArrowheads="1"/>
            </p:cNvSpPr>
            <p:nvPr userDrawn="1"/>
          </p:nvSpPr>
          <p:spPr bwMode="auto">
            <a:xfrm>
              <a:off x="10493376" y="2936875"/>
              <a:ext cx="1588" cy="152400"/>
            </a:xfrm>
            <a:prstGeom prst="rect">
              <a:avLst/>
            </a:prstGeom>
            <a:solidFill>
              <a:srgbClr val="3333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5" name="Rectangle 221"/>
            <p:cNvSpPr>
              <a:spLocks noChangeArrowheads="1"/>
            </p:cNvSpPr>
            <p:nvPr userDrawn="1"/>
          </p:nvSpPr>
          <p:spPr bwMode="auto">
            <a:xfrm>
              <a:off x="10494963" y="2936875"/>
              <a:ext cx="1588" cy="152400"/>
            </a:xfrm>
            <a:prstGeom prst="rect">
              <a:avLst/>
            </a:prstGeom>
            <a:solidFill>
              <a:srgbClr val="3333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6" name="Rectangle 222"/>
            <p:cNvSpPr>
              <a:spLocks noChangeArrowheads="1"/>
            </p:cNvSpPr>
            <p:nvPr userDrawn="1"/>
          </p:nvSpPr>
          <p:spPr bwMode="auto">
            <a:xfrm>
              <a:off x="10496551" y="2936875"/>
              <a:ext cx="1588" cy="152400"/>
            </a:xfrm>
            <a:prstGeom prst="rect">
              <a:avLst/>
            </a:prstGeom>
            <a:solidFill>
              <a:srgbClr val="3232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7" name="Rectangle 223"/>
            <p:cNvSpPr>
              <a:spLocks noChangeArrowheads="1"/>
            </p:cNvSpPr>
            <p:nvPr userDrawn="1"/>
          </p:nvSpPr>
          <p:spPr bwMode="auto">
            <a:xfrm>
              <a:off x="10496551" y="2936875"/>
              <a:ext cx="1588" cy="152400"/>
            </a:xfrm>
            <a:prstGeom prst="rect">
              <a:avLst/>
            </a:prstGeom>
            <a:solidFill>
              <a:srgbClr val="3131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8" name="Rectangle 224"/>
            <p:cNvSpPr>
              <a:spLocks noChangeArrowheads="1"/>
            </p:cNvSpPr>
            <p:nvPr userDrawn="1"/>
          </p:nvSpPr>
          <p:spPr bwMode="auto">
            <a:xfrm>
              <a:off x="10498138" y="2936875"/>
              <a:ext cx="1588" cy="152400"/>
            </a:xfrm>
            <a:prstGeom prst="rect">
              <a:avLst/>
            </a:prstGeom>
            <a:solidFill>
              <a:srgbClr val="3030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9" name="Rectangle 225"/>
            <p:cNvSpPr>
              <a:spLocks noChangeArrowheads="1"/>
            </p:cNvSpPr>
            <p:nvPr userDrawn="1"/>
          </p:nvSpPr>
          <p:spPr bwMode="auto">
            <a:xfrm>
              <a:off x="10499726" y="2936875"/>
              <a:ext cx="1588" cy="152400"/>
            </a:xfrm>
            <a:prstGeom prst="rect">
              <a:avLst/>
            </a:prstGeom>
            <a:solidFill>
              <a:srgbClr val="3030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0" name="Rectangle 226"/>
            <p:cNvSpPr>
              <a:spLocks noChangeArrowheads="1"/>
            </p:cNvSpPr>
            <p:nvPr userDrawn="1"/>
          </p:nvSpPr>
          <p:spPr bwMode="auto">
            <a:xfrm>
              <a:off x="10499726" y="2936875"/>
              <a:ext cx="1588" cy="152400"/>
            </a:xfrm>
            <a:prstGeom prst="rect">
              <a:avLst/>
            </a:prstGeom>
            <a:solidFill>
              <a:srgbClr val="2F2F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1" name="Rectangle 227"/>
            <p:cNvSpPr>
              <a:spLocks noChangeArrowheads="1"/>
            </p:cNvSpPr>
            <p:nvPr userDrawn="1"/>
          </p:nvSpPr>
          <p:spPr bwMode="auto">
            <a:xfrm>
              <a:off x="10501313" y="2936875"/>
              <a:ext cx="1588" cy="152400"/>
            </a:xfrm>
            <a:prstGeom prst="rect">
              <a:avLst/>
            </a:prstGeom>
            <a:solidFill>
              <a:srgbClr val="2E2E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2" name="Rectangle 228"/>
            <p:cNvSpPr>
              <a:spLocks noChangeArrowheads="1"/>
            </p:cNvSpPr>
            <p:nvPr userDrawn="1"/>
          </p:nvSpPr>
          <p:spPr bwMode="auto">
            <a:xfrm>
              <a:off x="10502901" y="2936875"/>
              <a:ext cx="1588" cy="152400"/>
            </a:xfrm>
            <a:prstGeom prst="rect">
              <a:avLst/>
            </a:prstGeom>
            <a:solidFill>
              <a:srgbClr val="2E2E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3" name="Rectangle 229"/>
            <p:cNvSpPr>
              <a:spLocks noChangeArrowheads="1"/>
            </p:cNvSpPr>
            <p:nvPr userDrawn="1"/>
          </p:nvSpPr>
          <p:spPr bwMode="auto">
            <a:xfrm>
              <a:off x="10504488" y="2936875"/>
              <a:ext cx="1588" cy="152400"/>
            </a:xfrm>
            <a:prstGeom prst="rect">
              <a:avLst/>
            </a:prstGeom>
            <a:solidFill>
              <a:srgbClr val="2D2D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" name="Rectangle 230"/>
            <p:cNvSpPr>
              <a:spLocks noChangeArrowheads="1"/>
            </p:cNvSpPr>
            <p:nvPr userDrawn="1"/>
          </p:nvSpPr>
          <p:spPr bwMode="auto">
            <a:xfrm>
              <a:off x="10506076" y="2936875"/>
              <a:ext cx="1588" cy="152400"/>
            </a:xfrm>
            <a:prstGeom prst="rect">
              <a:avLst/>
            </a:prstGeom>
            <a:solidFill>
              <a:srgbClr val="2C2C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5" name="Rectangle 231"/>
            <p:cNvSpPr>
              <a:spLocks noChangeArrowheads="1"/>
            </p:cNvSpPr>
            <p:nvPr userDrawn="1"/>
          </p:nvSpPr>
          <p:spPr bwMode="auto">
            <a:xfrm>
              <a:off x="10507663" y="2936875"/>
              <a:ext cx="1588" cy="152400"/>
            </a:xfrm>
            <a:prstGeom prst="rect">
              <a:avLst/>
            </a:prstGeom>
            <a:solidFill>
              <a:srgbClr val="2B2B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6" name="Rectangle 232"/>
            <p:cNvSpPr>
              <a:spLocks noChangeArrowheads="1"/>
            </p:cNvSpPr>
            <p:nvPr userDrawn="1"/>
          </p:nvSpPr>
          <p:spPr bwMode="auto">
            <a:xfrm>
              <a:off x="10507663" y="2936875"/>
              <a:ext cx="1588" cy="152400"/>
            </a:xfrm>
            <a:prstGeom prst="rect">
              <a:avLst/>
            </a:prstGeom>
            <a:solidFill>
              <a:srgbClr val="2B2B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7" name="Rectangle 233"/>
            <p:cNvSpPr>
              <a:spLocks noChangeArrowheads="1"/>
            </p:cNvSpPr>
            <p:nvPr userDrawn="1"/>
          </p:nvSpPr>
          <p:spPr bwMode="auto">
            <a:xfrm>
              <a:off x="10509251" y="2936875"/>
              <a:ext cx="1588" cy="152400"/>
            </a:xfrm>
            <a:prstGeom prst="rect">
              <a:avLst/>
            </a:prstGeom>
            <a:solidFill>
              <a:srgbClr val="2A2A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8" name="Rectangle 234"/>
            <p:cNvSpPr>
              <a:spLocks noChangeArrowheads="1"/>
            </p:cNvSpPr>
            <p:nvPr userDrawn="1"/>
          </p:nvSpPr>
          <p:spPr bwMode="auto">
            <a:xfrm>
              <a:off x="10509251" y="2936875"/>
              <a:ext cx="1588" cy="152400"/>
            </a:xfrm>
            <a:prstGeom prst="rect">
              <a:avLst/>
            </a:prstGeom>
            <a:solidFill>
              <a:srgbClr val="2929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9" name="Rectangle 235"/>
            <p:cNvSpPr>
              <a:spLocks noChangeArrowheads="1"/>
            </p:cNvSpPr>
            <p:nvPr userDrawn="1"/>
          </p:nvSpPr>
          <p:spPr bwMode="auto">
            <a:xfrm>
              <a:off x="10510838" y="2936875"/>
              <a:ext cx="1588" cy="152400"/>
            </a:xfrm>
            <a:prstGeom prst="rect">
              <a:avLst/>
            </a:prstGeom>
            <a:solidFill>
              <a:srgbClr val="2828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0" name="Rectangle 236"/>
            <p:cNvSpPr>
              <a:spLocks noChangeArrowheads="1"/>
            </p:cNvSpPr>
            <p:nvPr userDrawn="1"/>
          </p:nvSpPr>
          <p:spPr bwMode="auto">
            <a:xfrm>
              <a:off x="10512426" y="2936875"/>
              <a:ext cx="1588" cy="152400"/>
            </a:xfrm>
            <a:prstGeom prst="rect">
              <a:avLst/>
            </a:prstGeom>
            <a:solidFill>
              <a:srgbClr val="282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1" name="Rectangle 237"/>
            <p:cNvSpPr>
              <a:spLocks noChangeArrowheads="1"/>
            </p:cNvSpPr>
            <p:nvPr userDrawn="1"/>
          </p:nvSpPr>
          <p:spPr bwMode="auto">
            <a:xfrm>
              <a:off x="10514013" y="2936875"/>
              <a:ext cx="1588" cy="152400"/>
            </a:xfrm>
            <a:prstGeom prst="rect">
              <a:avLst/>
            </a:prstGeom>
            <a:solidFill>
              <a:srgbClr val="272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2" name="Rectangle 238"/>
            <p:cNvSpPr>
              <a:spLocks noChangeArrowheads="1"/>
            </p:cNvSpPr>
            <p:nvPr userDrawn="1"/>
          </p:nvSpPr>
          <p:spPr bwMode="auto">
            <a:xfrm>
              <a:off x="10515601" y="2936875"/>
              <a:ext cx="1588" cy="152400"/>
            </a:xfrm>
            <a:prstGeom prst="rect">
              <a:avLst/>
            </a:prstGeom>
            <a:solidFill>
              <a:srgbClr val="2626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" name="Rectangle 239"/>
            <p:cNvSpPr>
              <a:spLocks noChangeArrowheads="1"/>
            </p:cNvSpPr>
            <p:nvPr userDrawn="1"/>
          </p:nvSpPr>
          <p:spPr bwMode="auto">
            <a:xfrm>
              <a:off x="10517188" y="2936875"/>
              <a:ext cx="1588" cy="152400"/>
            </a:xfrm>
            <a:prstGeom prst="rect">
              <a:avLst/>
            </a:prstGeom>
            <a:solidFill>
              <a:srgbClr val="2525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4" name="Rectangle 240"/>
            <p:cNvSpPr>
              <a:spLocks noChangeArrowheads="1"/>
            </p:cNvSpPr>
            <p:nvPr userDrawn="1"/>
          </p:nvSpPr>
          <p:spPr bwMode="auto">
            <a:xfrm>
              <a:off x="10517188" y="2936875"/>
              <a:ext cx="1588" cy="152400"/>
            </a:xfrm>
            <a:prstGeom prst="rect">
              <a:avLst/>
            </a:prstGeom>
            <a:solidFill>
              <a:srgbClr val="2525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5" name="Rectangle 241"/>
            <p:cNvSpPr>
              <a:spLocks noChangeArrowheads="1"/>
            </p:cNvSpPr>
            <p:nvPr userDrawn="1"/>
          </p:nvSpPr>
          <p:spPr bwMode="auto">
            <a:xfrm>
              <a:off x="10518776" y="2936875"/>
              <a:ext cx="1588" cy="152400"/>
            </a:xfrm>
            <a:prstGeom prst="rect">
              <a:avLst/>
            </a:prstGeom>
            <a:solidFill>
              <a:srgbClr val="2424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6" name="Rectangle 242"/>
            <p:cNvSpPr>
              <a:spLocks noChangeArrowheads="1"/>
            </p:cNvSpPr>
            <p:nvPr userDrawn="1"/>
          </p:nvSpPr>
          <p:spPr bwMode="auto">
            <a:xfrm>
              <a:off x="10520363" y="2936875"/>
              <a:ext cx="1588" cy="152400"/>
            </a:xfrm>
            <a:prstGeom prst="rect">
              <a:avLst/>
            </a:prstGeom>
            <a:solidFill>
              <a:srgbClr val="2323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7" name="Rectangle 243"/>
            <p:cNvSpPr>
              <a:spLocks noChangeArrowheads="1"/>
            </p:cNvSpPr>
            <p:nvPr userDrawn="1"/>
          </p:nvSpPr>
          <p:spPr bwMode="auto">
            <a:xfrm>
              <a:off x="10520363" y="2936875"/>
              <a:ext cx="1588" cy="152400"/>
            </a:xfrm>
            <a:prstGeom prst="rect">
              <a:avLst/>
            </a:prstGeom>
            <a:solidFill>
              <a:srgbClr val="2323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8" name="Rectangle 244"/>
            <p:cNvSpPr>
              <a:spLocks noChangeArrowheads="1"/>
            </p:cNvSpPr>
            <p:nvPr userDrawn="1"/>
          </p:nvSpPr>
          <p:spPr bwMode="auto">
            <a:xfrm>
              <a:off x="10521951" y="2936875"/>
              <a:ext cx="1588" cy="152400"/>
            </a:xfrm>
            <a:prstGeom prst="rect">
              <a:avLst/>
            </a:prstGeom>
            <a:solidFill>
              <a:srgbClr val="222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9" name="Rectangle 245"/>
            <p:cNvSpPr>
              <a:spLocks noChangeArrowheads="1"/>
            </p:cNvSpPr>
            <p:nvPr userDrawn="1"/>
          </p:nvSpPr>
          <p:spPr bwMode="auto">
            <a:xfrm>
              <a:off x="10523538" y="2936875"/>
              <a:ext cx="1588" cy="152400"/>
            </a:xfrm>
            <a:prstGeom prst="rect">
              <a:avLst/>
            </a:prstGeom>
            <a:solidFill>
              <a:srgbClr val="2121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0" name="Rectangle 246"/>
            <p:cNvSpPr>
              <a:spLocks noChangeArrowheads="1"/>
            </p:cNvSpPr>
            <p:nvPr userDrawn="1"/>
          </p:nvSpPr>
          <p:spPr bwMode="auto">
            <a:xfrm>
              <a:off x="10525126" y="2936875"/>
              <a:ext cx="1588" cy="152400"/>
            </a:xfrm>
            <a:prstGeom prst="rect">
              <a:avLst/>
            </a:prstGeom>
            <a:solidFill>
              <a:srgbClr val="2020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1" name="Rectangle 247"/>
            <p:cNvSpPr>
              <a:spLocks noChangeArrowheads="1"/>
            </p:cNvSpPr>
            <p:nvPr userDrawn="1"/>
          </p:nvSpPr>
          <p:spPr bwMode="auto">
            <a:xfrm>
              <a:off x="10525126" y="2936875"/>
              <a:ext cx="1588" cy="152400"/>
            </a:xfrm>
            <a:prstGeom prst="rect">
              <a:avLst/>
            </a:prstGeom>
            <a:solidFill>
              <a:srgbClr val="2020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2" name="Rectangle 248"/>
            <p:cNvSpPr>
              <a:spLocks noChangeArrowheads="1"/>
            </p:cNvSpPr>
            <p:nvPr userDrawn="1"/>
          </p:nvSpPr>
          <p:spPr bwMode="auto">
            <a:xfrm>
              <a:off x="10526713" y="2936875"/>
              <a:ext cx="1588" cy="152400"/>
            </a:xfrm>
            <a:prstGeom prst="rect">
              <a:avLst/>
            </a:prstGeom>
            <a:solidFill>
              <a:srgbClr val="1F1F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3" name="Rectangle 249"/>
            <p:cNvSpPr>
              <a:spLocks noChangeArrowheads="1"/>
            </p:cNvSpPr>
            <p:nvPr userDrawn="1"/>
          </p:nvSpPr>
          <p:spPr bwMode="auto">
            <a:xfrm>
              <a:off x="10528301" y="2936875"/>
              <a:ext cx="1588" cy="152400"/>
            </a:xfrm>
            <a:prstGeom prst="rect">
              <a:avLst/>
            </a:prstGeom>
            <a:solidFill>
              <a:srgbClr val="1E1E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4" name="Rectangle 250"/>
            <p:cNvSpPr>
              <a:spLocks noChangeArrowheads="1"/>
            </p:cNvSpPr>
            <p:nvPr userDrawn="1"/>
          </p:nvSpPr>
          <p:spPr bwMode="auto">
            <a:xfrm>
              <a:off x="10529888" y="2936875"/>
              <a:ext cx="1588" cy="152400"/>
            </a:xfrm>
            <a:prstGeom prst="rect">
              <a:avLst/>
            </a:prstGeom>
            <a:solidFill>
              <a:srgbClr val="1D1D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5" name="Rectangle 251"/>
            <p:cNvSpPr>
              <a:spLocks noChangeArrowheads="1"/>
            </p:cNvSpPr>
            <p:nvPr userDrawn="1"/>
          </p:nvSpPr>
          <p:spPr bwMode="auto">
            <a:xfrm>
              <a:off x="10529888" y="2936875"/>
              <a:ext cx="1588" cy="152400"/>
            </a:xfrm>
            <a:prstGeom prst="rect">
              <a:avLst/>
            </a:prstGeom>
            <a:solidFill>
              <a:srgbClr val="1D1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6" name="Rectangle 252"/>
            <p:cNvSpPr>
              <a:spLocks noChangeArrowheads="1"/>
            </p:cNvSpPr>
            <p:nvPr userDrawn="1"/>
          </p:nvSpPr>
          <p:spPr bwMode="auto">
            <a:xfrm>
              <a:off x="10531476" y="2936875"/>
              <a:ext cx="1588" cy="152400"/>
            </a:xfrm>
            <a:prstGeom prst="rect">
              <a:avLst/>
            </a:prstGeom>
            <a:solidFill>
              <a:srgbClr val="1C1C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7" name="Freeform 253"/>
            <p:cNvSpPr>
              <a:spLocks noEditPoints="1"/>
            </p:cNvSpPr>
            <p:nvPr userDrawn="1"/>
          </p:nvSpPr>
          <p:spPr bwMode="auto">
            <a:xfrm>
              <a:off x="10877551" y="4295775"/>
              <a:ext cx="581025" cy="314325"/>
            </a:xfrm>
            <a:custGeom>
              <a:avLst/>
              <a:gdLst>
                <a:gd name="T0" fmla="*/ 9 w 366"/>
                <a:gd name="T1" fmla="*/ 33 h 198"/>
                <a:gd name="T2" fmla="*/ 0 w 366"/>
                <a:gd name="T3" fmla="*/ 0 h 198"/>
                <a:gd name="T4" fmla="*/ 8 w 366"/>
                <a:gd name="T5" fmla="*/ 30 h 198"/>
                <a:gd name="T6" fmla="*/ 9 w 366"/>
                <a:gd name="T7" fmla="*/ 33 h 198"/>
                <a:gd name="T8" fmla="*/ 366 w 366"/>
                <a:gd name="T9" fmla="*/ 198 h 198"/>
                <a:gd name="T10" fmla="*/ 342 w 366"/>
                <a:gd name="T11" fmla="*/ 116 h 198"/>
                <a:gd name="T12" fmla="*/ 366 w 366"/>
                <a:gd name="T13" fmla="*/ 198 h 198"/>
                <a:gd name="T14" fmla="*/ 366 w 366"/>
                <a:gd name="T15" fmla="*/ 198 h 198"/>
                <a:gd name="T16" fmla="*/ 366 w 366"/>
                <a:gd name="T17" fmla="*/ 198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6" h="198">
                  <a:moveTo>
                    <a:pt x="9" y="3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9"/>
                    <a:pt x="5" y="19"/>
                    <a:pt x="8" y="30"/>
                  </a:cubicBezTo>
                  <a:cubicBezTo>
                    <a:pt x="8" y="31"/>
                    <a:pt x="9" y="32"/>
                    <a:pt x="9" y="33"/>
                  </a:cubicBezTo>
                  <a:close/>
                  <a:moveTo>
                    <a:pt x="366" y="198"/>
                  </a:moveTo>
                  <a:cubicBezTo>
                    <a:pt x="342" y="116"/>
                    <a:pt x="342" y="116"/>
                    <a:pt x="342" y="116"/>
                  </a:cubicBezTo>
                  <a:lnTo>
                    <a:pt x="366" y="198"/>
                  </a:lnTo>
                  <a:close/>
                  <a:moveTo>
                    <a:pt x="366" y="198"/>
                  </a:moveTo>
                  <a:cubicBezTo>
                    <a:pt x="366" y="198"/>
                    <a:pt x="366" y="198"/>
                    <a:pt x="366" y="198"/>
                  </a:cubicBezTo>
                </a:path>
              </a:pathLst>
            </a:custGeom>
            <a:solidFill>
              <a:srgbClr val="FF78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8" name="Freeform 254"/>
            <p:cNvSpPr>
              <a:spLocks noEditPoints="1"/>
            </p:cNvSpPr>
            <p:nvPr userDrawn="1"/>
          </p:nvSpPr>
          <p:spPr bwMode="auto">
            <a:xfrm>
              <a:off x="10301288" y="2252662"/>
              <a:ext cx="1119188" cy="2227263"/>
            </a:xfrm>
            <a:custGeom>
              <a:avLst/>
              <a:gdLst>
                <a:gd name="T0" fmla="*/ 316 w 705"/>
                <a:gd name="T1" fmla="*/ 39 h 1403"/>
                <a:gd name="T2" fmla="*/ 305 w 705"/>
                <a:gd name="T3" fmla="*/ 0 h 1403"/>
                <a:gd name="T4" fmla="*/ 305 w 705"/>
                <a:gd name="T5" fmla="*/ 0 h 1403"/>
                <a:gd name="T6" fmla="*/ 316 w 705"/>
                <a:gd name="T7" fmla="*/ 39 h 1403"/>
                <a:gd name="T8" fmla="*/ 705 w 705"/>
                <a:gd name="T9" fmla="*/ 1403 h 1403"/>
                <a:gd name="T10" fmla="*/ 694 w 705"/>
                <a:gd name="T11" fmla="*/ 1364 h 1403"/>
                <a:gd name="T12" fmla="*/ 705 w 705"/>
                <a:gd name="T13" fmla="*/ 1403 h 1403"/>
                <a:gd name="T14" fmla="*/ 694 w 705"/>
                <a:gd name="T15" fmla="*/ 1364 h 1403"/>
                <a:gd name="T16" fmla="*/ 705 w 705"/>
                <a:gd name="T17" fmla="*/ 1403 h 1403"/>
                <a:gd name="T18" fmla="*/ 694 w 705"/>
                <a:gd name="T19" fmla="*/ 1364 h 1403"/>
                <a:gd name="T20" fmla="*/ 43 w 705"/>
                <a:gd name="T21" fmla="*/ 876 h 1403"/>
                <a:gd name="T22" fmla="*/ 64 w 705"/>
                <a:gd name="T23" fmla="*/ 838 h 1403"/>
                <a:gd name="T24" fmla="*/ 26 w 705"/>
                <a:gd name="T25" fmla="*/ 817 h 1403"/>
                <a:gd name="T26" fmla="*/ 5 w 705"/>
                <a:gd name="T27" fmla="*/ 855 h 1403"/>
                <a:gd name="T28" fmla="*/ 43 w 705"/>
                <a:gd name="T29" fmla="*/ 876 h 1403"/>
                <a:gd name="T30" fmla="*/ 43 w 705"/>
                <a:gd name="T31" fmla="*/ 876 h 1403"/>
                <a:gd name="T32" fmla="*/ 43 w 705"/>
                <a:gd name="T33" fmla="*/ 876 h 1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05" h="1403">
                  <a:moveTo>
                    <a:pt x="316" y="39"/>
                  </a:moveTo>
                  <a:cubicBezTo>
                    <a:pt x="305" y="0"/>
                    <a:pt x="305" y="0"/>
                    <a:pt x="305" y="0"/>
                  </a:cubicBezTo>
                  <a:cubicBezTo>
                    <a:pt x="305" y="0"/>
                    <a:pt x="305" y="0"/>
                    <a:pt x="305" y="0"/>
                  </a:cubicBezTo>
                  <a:lnTo>
                    <a:pt x="316" y="39"/>
                  </a:lnTo>
                  <a:close/>
                  <a:moveTo>
                    <a:pt x="705" y="1403"/>
                  </a:moveTo>
                  <a:cubicBezTo>
                    <a:pt x="694" y="1364"/>
                    <a:pt x="694" y="1364"/>
                    <a:pt x="694" y="1364"/>
                  </a:cubicBezTo>
                  <a:lnTo>
                    <a:pt x="705" y="1403"/>
                  </a:lnTo>
                  <a:close/>
                  <a:moveTo>
                    <a:pt x="694" y="1364"/>
                  </a:moveTo>
                  <a:cubicBezTo>
                    <a:pt x="705" y="1403"/>
                    <a:pt x="705" y="1403"/>
                    <a:pt x="705" y="1403"/>
                  </a:cubicBezTo>
                  <a:lnTo>
                    <a:pt x="694" y="1364"/>
                  </a:lnTo>
                  <a:close/>
                  <a:moveTo>
                    <a:pt x="43" y="876"/>
                  </a:moveTo>
                  <a:cubicBezTo>
                    <a:pt x="59" y="872"/>
                    <a:pt x="69" y="855"/>
                    <a:pt x="64" y="838"/>
                  </a:cubicBezTo>
                  <a:cubicBezTo>
                    <a:pt x="59" y="822"/>
                    <a:pt x="43" y="813"/>
                    <a:pt x="26" y="817"/>
                  </a:cubicBezTo>
                  <a:cubicBezTo>
                    <a:pt x="10" y="822"/>
                    <a:pt x="0" y="839"/>
                    <a:pt x="5" y="855"/>
                  </a:cubicBezTo>
                  <a:cubicBezTo>
                    <a:pt x="10" y="872"/>
                    <a:pt x="27" y="881"/>
                    <a:pt x="43" y="876"/>
                  </a:cubicBezTo>
                  <a:close/>
                  <a:moveTo>
                    <a:pt x="43" y="876"/>
                  </a:moveTo>
                  <a:cubicBezTo>
                    <a:pt x="43" y="876"/>
                    <a:pt x="43" y="876"/>
                    <a:pt x="43" y="8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" name="Freeform 255"/>
            <p:cNvSpPr>
              <a:spLocks noEditPoints="1"/>
            </p:cNvSpPr>
            <p:nvPr userDrawn="1"/>
          </p:nvSpPr>
          <p:spPr bwMode="auto">
            <a:xfrm>
              <a:off x="10077451" y="2673350"/>
              <a:ext cx="557213" cy="1847850"/>
            </a:xfrm>
            <a:custGeom>
              <a:avLst/>
              <a:gdLst>
                <a:gd name="T0" fmla="*/ 152 w 351"/>
                <a:gd name="T1" fmla="*/ 502 h 1164"/>
                <a:gd name="T2" fmla="*/ 160 w 351"/>
                <a:gd name="T3" fmla="*/ 488 h 1164"/>
                <a:gd name="T4" fmla="*/ 24 w 351"/>
                <a:gd name="T5" fmla="*/ 10 h 1164"/>
                <a:gd name="T6" fmla="*/ 9 w 351"/>
                <a:gd name="T7" fmla="*/ 2 h 1164"/>
                <a:gd name="T8" fmla="*/ 2 w 351"/>
                <a:gd name="T9" fmla="*/ 16 h 1164"/>
                <a:gd name="T10" fmla="*/ 138 w 351"/>
                <a:gd name="T11" fmla="*/ 494 h 1164"/>
                <a:gd name="T12" fmla="*/ 152 w 351"/>
                <a:gd name="T13" fmla="*/ 502 h 1164"/>
                <a:gd name="T14" fmla="*/ 198 w 351"/>
                <a:gd name="T15" fmla="*/ 662 h 1164"/>
                <a:gd name="T16" fmla="*/ 190 w 351"/>
                <a:gd name="T17" fmla="*/ 676 h 1164"/>
                <a:gd name="T18" fmla="*/ 327 w 351"/>
                <a:gd name="T19" fmla="*/ 1154 h 1164"/>
                <a:gd name="T20" fmla="*/ 341 w 351"/>
                <a:gd name="T21" fmla="*/ 1162 h 1164"/>
                <a:gd name="T22" fmla="*/ 349 w 351"/>
                <a:gd name="T23" fmla="*/ 1148 h 1164"/>
                <a:gd name="T24" fmla="*/ 212 w 351"/>
                <a:gd name="T25" fmla="*/ 669 h 1164"/>
                <a:gd name="T26" fmla="*/ 198 w 351"/>
                <a:gd name="T27" fmla="*/ 662 h 1164"/>
                <a:gd name="T28" fmla="*/ 198 w 351"/>
                <a:gd name="T29" fmla="*/ 662 h 1164"/>
                <a:gd name="T30" fmla="*/ 198 w 351"/>
                <a:gd name="T31" fmla="*/ 662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51" h="1164">
                  <a:moveTo>
                    <a:pt x="152" y="502"/>
                  </a:moveTo>
                  <a:cubicBezTo>
                    <a:pt x="158" y="500"/>
                    <a:pt x="162" y="494"/>
                    <a:pt x="160" y="488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2" y="4"/>
                    <a:pt x="15" y="0"/>
                    <a:pt x="9" y="2"/>
                  </a:cubicBezTo>
                  <a:cubicBezTo>
                    <a:pt x="4" y="4"/>
                    <a:pt x="0" y="10"/>
                    <a:pt x="2" y="16"/>
                  </a:cubicBezTo>
                  <a:cubicBezTo>
                    <a:pt x="138" y="494"/>
                    <a:pt x="138" y="494"/>
                    <a:pt x="138" y="494"/>
                  </a:cubicBezTo>
                  <a:cubicBezTo>
                    <a:pt x="140" y="500"/>
                    <a:pt x="146" y="504"/>
                    <a:pt x="152" y="502"/>
                  </a:cubicBezTo>
                  <a:close/>
                  <a:moveTo>
                    <a:pt x="198" y="662"/>
                  </a:moveTo>
                  <a:cubicBezTo>
                    <a:pt x="192" y="663"/>
                    <a:pt x="189" y="670"/>
                    <a:pt x="190" y="676"/>
                  </a:cubicBezTo>
                  <a:cubicBezTo>
                    <a:pt x="327" y="1154"/>
                    <a:pt x="327" y="1154"/>
                    <a:pt x="327" y="1154"/>
                  </a:cubicBezTo>
                  <a:cubicBezTo>
                    <a:pt x="329" y="1160"/>
                    <a:pt x="335" y="1164"/>
                    <a:pt x="341" y="1162"/>
                  </a:cubicBezTo>
                  <a:cubicBezTo>
                    <a:pt x="347" y="1160"/>
                    <a:pt x="351" y="1153"/>
                    <a:pt x="349" y="1148"/>
                  </a:cubicBezTo>
                  <a:cubicBezTo>
                    <a:pt x="212" y="669"/>
                    <a:pt x="212" y="669"/>
                    <a:pt x="212" y="669"/>
                  </a:cubicBezTo>
                  <a:cubicBezTo>
                    <a:pt x="211" y="663"/>
                    <a:pt x="204" y="660"/>
                    <a:pt x="198" y="662"/>
                  </a:cubicBezTo>
                  <a:close/>
                  <a:moveTo>
                    <a:pt x="198" y="662"/>
                  </a:moveTo>
                  <a:cubicBezTo>
                    <a:pt x="198" y="662"/>
                    <a:pt x="198" y="662"/>
                    <a:pt x="198" y="662"/>
                  </a:cubicBezTo>
                </a:path>
              </a:pathLst>
            </a:custGeom>
            <a:solidFill>
              <a:srgbClr val="FD59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0" name="Freeform 256"/>
            <p:cNvSpPr>
              <a:spLocks noEditPoints="1"/>
            </p:cNvSpPr>
            <p:nvPr userDrawn="1"/>
          </p:nvSpPr>
          <p:spPr bwMode="auto">
            <a:xfrm>
              <a:off x="10282238" y="2078037"/>
              <a:ext cx="1176338" cy="2660650"/>
            </a:xfrm>
            <a:custGeom>
              <a:avLst/>
              <a:gdLst>
                <a:gd name="T0" fmla="*/ 285 w 741"/>
                <a:gd name="T1" fmla="*/ 0 h 1676"/>
                <a:gd name="T2" fmla="*/ 0 w 741"/>
                <a:gd name="T3" fmla="*/ 82 h 1676"/>
                <a:gd name="T4" fmla="*/ 285 w 741"/>
                <a:gd name="T5" fmla="*/ 0 h 1676"/>
                <a:gd name="T6" fmla="*/ 455 w 741"/>
                <a:gd name="T7" fmla="*/ 1676 h 1676"/>
                <a:gd name="T8" fmla="*/ 741 w 741"/>
                <a:gd name="T9" fmla="*/ 1595 h 1676"/>
                <a:gd name="T10" fmla="*/ 455 w 741"/>
                <a:gd name="T11" fmla="*/ 1676 h 1676"/>
                <a:gd name="T12" fmla="*/ 107 w 741"/>
                <a:gd name="T13" fmla="*/ 429 h 1676"/>
                <a:gd name="T14" fmla="*/ 96 w 741"/>
                <a:gd name="T15" fmla="*/ 420 h 1676"/>
                <a:gd name="T16" fmla="*/ 102 w 741"/>
                <a:gd name="T17" fmla="*/ 440 h 1676"/>
                <a:gd name="T18" fmla="*/ 107 w 741"/>
                <a:gd name="T19" fmla="*/ 429 h 1676"/>
                <a:gd name="T20" fmla="*/ 107 w 741"/>
                <a:gd name="T21" fmla="*/ 429 h 1676"/>
                <a:gd name="T22" fmla="*/ 107 w 741"/>
                <a:gd name="T23" fmla="*/ 429 h 16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1" h="1676">
                  <a:moveTo>
                    <a:pt x="285" y="0"/>
                  </a:moveTo>
                  <a:cubicBezTo>
                    <a:pt x="0" y="82"/>
                    <a:pt x="0" y="82"/>
                    <a:pt x="0" y="82"/>
                  </a:cubicBezTo>
                  <a:lnTo>
                    <a:pt x="285" y="0"/>
                  </a:lnTo>
                  <a:close/>
                  <a:moveTo>
                    <a:pt x="455" y="1676"/>
                  </a:moveTo>
                  <a:cubicBezTo>
                    <a:pt x="741" y="1595"/>
                    <a:pt x="741" y="1595"/>
                    <a:pt x="741" y="1595"/>
                  </a:cubicBezTo>
                  <a:lnTo>
                    <a:pt x="455" y="1676"/>
                  </a:lnTo>
                  <a:close/>
                  <a:moveTo>
                    <a:pt x="107" y="429"/>
                  </a:moveTo>
                  <a:cubicBezTo>
                    <a:pt x="106" y="425"/>
                    <a:pt x="102" y="422"/>
                    <a:pt x="96" y="420"/>
                  </a:cubicBezTo>
                  <a:cubicBezTo>
                    <a:pt x="102" y="440"/>
                    <a:pt x="102" y="440"/>
                    <a:pt x="102" y="440"/>
                  </a:cubicBezTo>
                  <a:cubicBezTo>
                    <a:pt x="106" y="438"/>
                    <a:pt x="109" y="433"/>
                    <a:pt x="107" y="429"/>
                  </a:cubicBezTo>
                  <a:close/>
                  <a:moveTo>
                    <a:pt x="107" y="429"/>
                  </a:moveTo>
                  <a:cubicBezTo>
                    <a:pt x="107" y="429"/>
                    <a:pt x="107" y="429"/>
                    <a:pt x="107" y="429"/>
                  </a:cubicBezTo>
                </a:path>
              </a:pathLst>
            </a:custGeom>
            <a:solidFill>
              <a:srgbClr val="E086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1" name="Rectangle 257"/>
            <p:cNvSpPr>
              <a:spLocks noChangeArrowheads="1"/>
            </p:cNvSpPr>
            <p:nvPr userDrawn="1"/>
          </p:nvSpPr>
          <p:spPr bwMode="auto">
            <a:xfrm>
              <a:off x="10728326" y="3879850"/>
              <a:ext cx="6350" cy="173038"/>
            </a:xfrm>
            <a:prstGeom prst="rect">
              <a:avLst/>
            </a:prstGeom>
            <a:solidFill>
              <a:srgbClr val="3F3F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2" name="Rectangle 258"/>
            <p:cNvSpPr>
              <a:spLocks noChangeArrowheads="1"/>
            </p:cNvSpPr>
            <p:nvPr userDrawn="1"/>
          </p:nvSpPr>
          <p:spPr bwMode="auto">
            <a:xfrm>
              <a:off x="10733088" y="3879850"/>
              <a:ext cx="3175" cy="173038"/>
            </a:xfrm>
            <a:prstGeom prst="rect">
              <a:avLst/>
            </a:prstGeom>
            <a:solidFill>
              <a:srgbClr val="3F3F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3" name="Rectangle 259"/>
            <p:cNvSpPr>
              <a:spLocks noChangeArrowheads="1"/>
            </p:cNvSpPr>
            <p:nvPr userDrawn="1"/>
          </p:nvSpPr>
          <p:spPr bwMode="auto">
            <a:xfrm>
              <a:off x="10736263" y="3879850"/>
              <a:ext cx="1588" cy="173038"/>
            </a:xfrm>
            <a:prstGeom prst="rect">
              <a:avLst/>
            </a:prstGeom>
            <a:solidFill>
              <a:srgbClr val="3E3E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4" name="Rectangle 260"/>
            <p:cNvSpPr>
              <a:spLocks noChangeArrowheads="1"/>
            </p:cNvSpPr>
            <p:nvPr userDrawn="1"/>
          </p:nvSpPr>
          <p:spPr bwMode="auto">
            <a:xfrm>
              <a:off x="10737851" y="3879850"/>
              <a:ext cx="1588" cy="173038"/>
            </a:xfrm>
            <a:prstGeom prst="rect">
              <a:avLst/>
            </a:prstGeom>
            <a:solidFill>
              <a:srgbClr val="3E3E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5" name="Rectangle 261"/>
            <p:cNvSpPr>
              <a:spLocks noChangeArrowheads="1"/>
            </p:cNvSpPr>
            <p:nvPr userDrawn="1"/>
          </p:nvSpPr>
          <p:spPr bwMode="auto">
            <a:xfrm>
              <a:off x="10739438" y="3879850"/>
              <a:ext cx="1588" cy="173038"/>
            </a:xfrm>
            <a:prstGeom prst="rect">
              <a:avLst/>
            </a:prstGeom>
            <a:solidFill>
              <a:srgbClr val="3D3D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6" name="Rectangle 262"/>
            <p:cNvSpPr>
              <a:spLocks noChangeArrowheads="1"/>
            </p:cNvSpPr>
            <p:nvPr userDrawn="1"/>
          </p:nvSpPr>
          <p:spPr bwMode="auto">
            <a:xfrm>
              <a:off x="10741026" y="3879850"/>
              <a:ext cx="3175" cy="173038"/>
            </a:xfrm>
            <a:prstGeom prst="rect">
              <a:avLst/>
            </a:prstGeom>
            <a:solidFill>
              <a:srgbClr val="3C3C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7" name="Rectangle 263"/>
            <p:cNvSpPr>
              <a:spLocks noChangeArrowheads="1"/>
            </p:cNvSpPr>
            <p:nvPr userDrawn="1"/>
          </p:nvSpPr>
          <p:spPr bwMode="auto">
            <a:xfrm>
              <a:off x="10742613" y="3879850"/>
              <a:ext cx="3175" cy="173038"/>
            </a:xfrm>
            <a:prstGeom prst="rect">
              <a:avLst/>
            </a:prstGeom>
            <a:solidFill>
              <a:srgbClr val="3B3B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8" name="Rectangle 264"/>
            <p:cNvSpPr>
              <a:spLocks noChangeArrowheads="1"/>
            </p:cNvSpPr>
            <p:nvPr userDrawn="1"/>
          </p:nvSpPr>
          <p:spPr bwMode="auto">
            <a:xfrm>
              <a:off x="10745788" y="3879850"/>
              <a:ext cx="1588" cy="173038"/>
            </a:xfrm>
            <a:prstGeom prst="rect">
              <a:avLst/>
            </a:prstGeom>
            <a:solidFill>
              <a:srgbClr val="3B3B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9" name="Rectangle 265"/>
            <p:cNvSpPr>
              <a:spLocks noChangeArrowheads="1"/>
            </p:cNvSpPr>
            <p:nvPr userDrawn="1"/>
          </p:nvSpPr>
          <p:spPr bwMode="auto">
            <a:xfrm>
              <a:off x="10747376" y="3879850"/>
              <a:ext cx="1588" cy="173038"/>
            </a:xfrm>
            <a:prstGeom prst="rect">
              <a:avLst/>
            </a:prstGeom>
            <a:solidFill>
              <a:srgbClr val="3A3A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0" name="Rectangle 266"/>
            <p:cNvSpPr>
              <a:spLocks noChangeArrowheads="1"/>
            </p:cNvSpPr>
            <p:nvPr userDrawn="1"/>
          </p:nvSpPr>
          <p:spPr bwMode="auto">
            <a:xfrm>
              <a:off x="10748963" y="3879850"/>
              <a:ext cx="1588" cy="173038"/>
            </a:xfrm>
            <a:prstGeom prst="rect">
              <a:avLst/>
            </a:prstGeom>
            <a:solidFill>
              <a:srgbClr val="3939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1" name="Rectangle 267"/>
            <p:cNvSpPr>
              <a:spLocks noChangeArrowheads="1"/>
            </p:cNvSpPr>
            <p:nvPr userDrawn="1"/>
          </p:nvSpPr>
          <p:spPr bwMode="auto">
            <a:xfrm>
              <a:off x="10750551" y="3879850"/>
              <a:ext cx="1588" cy="173038"/>
            </a:xfrm>
            <a:prstGeom prst="rect">
              <a:avLst/>
            </a:prstGeom>
            <a:solidFill>
              <a:srgbClr val="3838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2" name="Rectangle 268"/>
            <p:cNvSpPr>
              <a:spLocks noChangeArrowheads="1"/>
            </p:cNvSpPr>
            <p:nvPr userDrawn="1"/>
          </p:nvSpPr>
          <p:spPr bwMode="auto">
            <a:xfrm>
              <a:off x="10752138" y="3879850"/>
              <a:ext cx="3175" cy="173038"/>
            </a:xfrm>
            <a:prstGeom prst="rect">
              <a:avLst/>
            </a:prstGeom>
            <a:solidFill>
              <a:srgbClr val="38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3" name="Rectangle 269"/>
            <p:cNvSpPr>
              <a:spLocks noChangeArrowheads="1"/>
            </p:cNvSpPr>
            <p:nvPr userDrawn="1"/>
          </p:nvSpPr>
          <p:spPr bwMode="auto">
            <a:xfrm>
              <a:off x="10755313" y="3879850"/>
              <a:ext cx="1588" cy="173038"/>
            </a:xfrm>
            <a:prstGeom prst="rect">
              <a:avLst/>
            </a:prstGeom>
            <a:solidFill>
              <a:srgbClr val="3737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4" name="Rectangle 270"/>
            <p:cNvSpPr>
              <a:spLocks noChangeArrowheads="1"/>
            </p:cNvSpPr>
            <p:nvPr userDrawn="1"/>
          </p:nvSpPr>
          <p:spPr bwMode="auto">
            <a:xfrm>
              <a:off x="10756901" y="3879850"/>
              <a:ext cx="1588" cy="173038"/>
            </a:xfrm>
            <a:prstGeom prst="rect">
              <a:avLst/>
            </a:prstGeom>
            <a:solidFill>
              <a:srgbClr val="3636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5" name="Rectangle 271"/>
            <p:cNvSpPr>
              <a:spLocks noChangeArrowheads="1"/>
            </p:cNvSpPr>
            <p:nvPr userDrawn="1"/>
          </p:nvSpPr>
          <p:spPr bwMode="auto">
            <a:xfrm>
              <a:off x="10758488" y="3879850"/>
              <a:ext cx="1588" cy="173038"/>
            </a:xfrm>
            <a:prstGeom prst="rect">
              <a:avLst/>
            </a:prstGeom>
            <a:solidFill>
              <a:srgbClr val="363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6" name="Rectangle 272"/>
            <p:cNvSpPr>
              <a:spLocks noChangeArrowheads="1"/>
            </p:cNvSpPr>
            <p:nvPr userDrawn="1"/>
          </p:nvSpPr>
          <p:spPr bwMode="auto">
            <a:xfrm>
              <a:off x="10760076" y="3879850"/>
              <a:ext cx="1588" cy="173038"/>
            </a:xfrm>
            <a:prstGeom prst="rect">
              <a:avLst/>
            </a:prstGeom>
            <a:solidFill>
              <a:srgbClr val="3535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7" name="Rectangle 273"/>
            <p:cNvSpPr>
              <a:spLocks noChangeArrowheads="1"/>
            </p:cNvSpPr>
            <p:nvPr userDrawn="1"/>
          </p:nvSpPr>
          <p:spPr bwMode="auto">
            <a:xfrm>
              <a:off x="10761663" y="3879850"/>
              <a:ext cx="3175" cy="173038"/>
            </a:xfrm>
            <a:prstGeom prst="rect">
              <a:avLst/>
            </a:prstGeom>
            <a:solidFill>
              <a:srgbClr val="3434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8" name="Rectangle 274"/>
            <p:cNvSpPr>
              <a:spLocks noChangeArrowheads="1"/>
            </p:cNvSpPr>
            <p:nvPr userDrawn="1"/>
          </p:nvSpPr>
          <p:spPr bwMode="auto">
            <a:xfrm>
              <a:off x="10763251" y="3879850"/>
              <a:ext cx="3175" cy="173038"/>
            </a:xfrm>
            <a:prstGeom prst="rect">
              <a:avLst/>
            </a:prstGeom>
            <a:solidFill>
              <a:srgbClr val="3333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9" name="Rectangle 275"/>
            <p:cNvSpPr>
              <a:spLocks noChangeArrowheads="1"/>
            </p:cNvSpPr>
            <p:nvPr userDrawn="1"/>
          </p:nvSpPr>
          <p:spPr bwMode="auto">
            <a:xfrm>
              <a:off x="10766426" y="3879850"/>
              <a:ext cx="1588" cy="173038"/>
            </a:xfrm>
            <a:prstGeom prst="rect">
              <a:avLst/>
            </a:prstGeom>
            <a:solidFill>
              <a:srgbClr val="3333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0" name="Rectangle 276"/>
            <p:cNvSpPr>
              <a:spLocks noChangeArrowheads="1"/>
            </p:cNvSpPr>
            <p:nvPr userDrawn="1"/>
          </p:nvSpPr>
          <p:spPr bwMode="auto">
            <a:xfrm>
              <a:off x="10768013" y="3879850"/>
              <a:ext cx="1588" cy="173038"/>
            </a:xfrm>
            <a:prstGeom prst="rect">
              <a:avLst/>
            </a:prstGeom>
            <a:solidFill>
              <a:srgbClr val="3232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1" name="Rectangle 277"/>
            <p:cNvSpPr>
              <a:spLocks noChangeArrowheads="1"/>
            </p:cNvSpPr>
            <p:nvPr userDrawn="1"/>
          </p:nvSpPr>
          <p:spPr bwMode="auto">
            <a:xfrm>
              <a:off x="10769601" y="3879850"/>
              <a:ext cx="1588" cy="173038"/>
            </a:xfrm>
            <a:prstGeom prst="rect">
              <a:avLst/>
            </a:prstGeom>
            <a:solidFill>
              <a:srgbClr val="3131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2" name="Rectangle 278"/>
            <p:cNvSpPr>
              <a:spLocks noChangeArrowheads="1"/>
            </p:cNvSpPr>
            <p:nvPr userDrawn="1"/>
          </p:nvSpPr>
          <p:spPr bwMode="auto">
            <a:xfrm>
              <a:off x="10771188" y="3879850"/>
              <a:ext cx="3175" cy="173038"/>
            </a:xfrm>
            <a:prstGeom prst="rect">
              <a:avLst/>
            </a:prstGeom>
            <a:solidFill>
              <a:srgbClr val="3030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3" name="Rectangle 279"/>
            <p:cNvSpPr>
              <a:spLocks noChangeArrowheads="1"/>
            </p:cNvSpPr>
            <p:nvPr userDrawn="1"/>
          </p:nvSpPr>
          <p:spPr bwMode="auto">
            <a:xfrm>
              <a:off x="10772776" y="3879850"/>
              <a:ext cx="3175" cy="173038"/>
            </a:xfrm>
            <a:prstGeom prst="rect">
              <a:avLst/>
            </a:prstGeom>
            <a:solidFill>
              <a:srgbClr val="3030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4" name="Rectangle 280"/>
            <p:cNvSpPr>
              <a:spLocks noChangeArrowheads="1"/>
            </p:cNvSpPr>
            <p:nvPr userDrawn="1"/>
          </p:nvSpPr>
          <p:spPr bwMode="auto">
            <a:xfrm>
              <a:off x="10775951" y="3879850"/>
              <a:ext cx="1588" cy="173038"/>
            </a:xfrm>
            <a:prstGeom prst="rect">
              <a:avLst/>
            </a:prstGeom>
            <a:solidFill>
              <a:srgbClr val="2F2F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5" name="Rectangle 281"/>
            <p:cNvSpPr>
              <a:spLocks noChangeArrowheads="1"/>
            </p:cNvSpPr>
            <p:nvPr userDrawn="1"/>
          </p:nvSpPr>
          <p:spPr bwMode="auto">
            <a:xfrm>
              <a:off x="10775951" y="3879850"/>
              <a:ext cx="3175" cy="173038"/>
            </a:xfrm>
            <a:prstGeom prst="rect">
              <a:avLst/>
            </a:prstGeom>
            <a:solidFill>
              <a:srgbClr val="2E2E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6" name="Rectangle 282"/>
            <p:cNvSpPr>
              <a:spLocks noChangeArrowheads="1"/>
            </p:cNvSpPr>
            <p:nvPr userDrawn="1"/>
          </p:nvSpPr>
          <p:spPr bwMode="auto">
            <a:xfrm>
              <a:off x="10779126" y="3879850"/>
              <a:ext cx="1588" cy="173038"/>
            </a:xfrm>
            <a:prstGeom prst="rect">
              <a:avLst/>
            </a:prstGeom>
            <a:solidFill>
              <a:srgbClr val="2E2E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7" name="Rectangle 283"/>
            <p:cNvSpPr>
              <a:spLocks noChangeArrowheads="1"/>
            </p:cNvSpPr>
            <p:nvPr userDrawn="1"/>
          </p:nvSpPr>
          <p:spPr bwMode="auto">
            <a:xfrm>
              <a:off x="10780713" y="3879850"/>
              <a:ext cx="3175" cy="173038"/>
            </a:xfrm>
            <a:prstGeom prst="rect">
              <a:avLst/>
            </a:prstGeom>
            <a:solidFill>
              <a:srgbClr val="2D2D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8" name="Rectangle 284"/>
            <p:cNvSpPr>
              <a:spLocks noChangeArrowheads="1"/>
            </p:cNvSpPr>
            <p:nvPr userDrawn="1"/>
          </p:nvSpPr>
          <p:spPr bwMode="auto">
            <a:xfrm>
              <a:off x="10782301" y="3879850"/>
              <a:ext cx="3175" cy="173038"/>
            </a:xfrm>
            <a:prstGeom prst="rect">
              <a:avLst/>
            </a:prstGeom>
            <a:solidFill>
              <a:srgbClr val="2C2C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9" name="Rectangle 285"/>
            <p:cNvSpPr>
              <a:spLocks noChangeArrowheads="1"/>
            </p:cNvSpPr>
            <p:nvPr userDrawn="1"/>
          </p:nvSpPr>
          <p:spPr bwMode="auto">
            <a:xfrm>
              <a:off x="10785476" y="3879850"/>
              <a:ext cx="1588" cy="173038"/>
            </a:xfrm>
            <a:prstGeom prst="rect">
              <a:avLst/>
            </a:prstGeom>
            <a:solidFill>
              <a:srgbClr val="2B2B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0" name="Rectangle 286"/>
            <p:cNvSpPr>
              <a:spLocks noChangeArrowheads="1"/>
            </p:cNvSpPr>
            <p:nvPr userDrawn="1"/>
          </p:nvSpPr>
          <p:spPr bwMode="auto">
            <a:xfrm>
              <a:off x="10785476" y="3879850"/>
              <a:ext cx="3175" cy="173038"/>
            </a:xfrm>
            <a:prstGeom prst="rect">
              <a:avLst/>
            </a:prstGeom>
            <a:solidFill>
              <a:srgbClr val="2B2B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1" name="Rectangle 287"/>
            <p:cNvSpPr>
              <a:spLocks noChangeArrowheads="1"/>
            </p:cNvSpPr>
            <p:nvPr userDrawn="1"/>
          </p:nvSpPr>
          <p:spPr bwMode="auto">
            <a:xfrm>
              <a:off x="10788651" y="3879850"/>
              <a:ext cx="1588" cy="173038"/>
            </a:xfrm>
            <a:prstGeom prst="rect">
              <a:avLst/>
            </a:prstGeom>
            <a:solidFill>
              <a:srgbClr val="2A2A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2" name="Rectangle 288"/>
            <p:cNvSpPr>
              <a:spLocks noChangeArrowheads="1"/>
            </p:cNvSpPr>
            <p:nvPr userDrawn="1"/>
          </p:nvSpPr>
          <p:spPr bwMode="auto">
            <a:xfrm>
              <a:off x="10790238" y="3879850"/>
              <a:ext cx="1588" cy="173038"/>
            </a:xfrm>
            <a:prstGeom prst="rect">
              <a:avLst/>
            </a:prstGeom>
            <a:solidFill>
              <a:srgbClr val="2929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3" name="Rectangle 289"/>
            <p:cNvSpPr>
              <a:spLocks noChangeArrowheads="1"/>
            </p:cNvSpPr>
            <p:nvPr userDrawn="1"/>
          </p:nvSpPr>
          <p:spPr bwMode="auto">
            <a:xfrm>
              <a:off x="10791826" y="3879850"/>
              <a:ext cx="1588" cy="173038"/>
            </a:xfrm>
            <a:prstGeom prst="rect">
              <a:avLst/>
            </a:prstGeom>
            <a:solidFill>
              <a:srgbClr val="2828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4" name="Rectangle 290"/>
            <p:cNvSpPr>
              <a:spLocks noChangeArrowheads="1"/>
            </p:cNvSpPr>
            <p:nvPr userDrawn="1"/>
          </p:nvSpPr>
          <p:spPr bwMode="auto">
            <a:xfrm>
              <a:off x="10793413" y="3879850"/>
              <a:ext cx="3175" cy="173038"/>
            </a:xfrm>
            <a:prstGeom prst="rect">
              <a:avLst/>
            </a:prstGeom>
            <a:solidFill>
              <a:srgbClr val="282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5" name="Rectangle 291"/>
            <p:cNvSpPr>
              <a:spLocks noChangeArrowheads="1"/>
            </p:cNvSpPr>
            <p:nvPr userDrawn="1"/>
          </p:nvSpPr>
          <p:spPr bwMode="auto">
            <a:xfrm>
              <a:off x="10795001" y="3879850"/>
              <a:ext cx="3175" cy="173038"/>
            </a:xfrm>
            <a:prstGeom prst="rect">
              <a:avLst/>
            </a:prstGeom>
            <a:solidFill>
              <a:srgbClr val="272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6" name="Rectangle 292"/>
            <p:cNvSpPr>
              <a:spLocks noChangeArrowheads="1"/>
            </p:cNvSpPr>
            <p:nvPr userDrawn="1"/>
          </p:nvSpPr>
          <p:spPr bwMode="auto">
            <a:xfrm>
              <a:off x="10798176" y="3879850"/>
              <a:ext cx="1588" cy="173038"/>
            </a:xfrm>
            <a:prstGeom prst="rect">
              <a:avLst/>
            </a:prstGeom>
            <a:solidFill>
              <a:srgbClr val="2626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7" name="Rectangle 293"/>
            <p:cNvSpPr>
              <a:spLocks noChangeArrowheads="1"/>
            </p:cNvSpPr>
            <p:nvPr userDrawn="1"/>
          </p:nvSpPr>
          <p:spPr bwMode="auto">
            <a:xfrm>
              <a:off x="10799763" y="3879850"/>
              <a:ext cx="1588" cy="173038"/>
            </a:xfrm>
            <a:prstGeom prst="rect">
              <a:avLst/>
            </a:prstGeom>
            <a:solidFill>
              <a:srgbClr val="2525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8" name="Rectangle 294"/>
            <p:cNvSpPr>
              <a:spLocks noChangeArrowheads="1"/>
            </p:cNvSpPr>
            <p:nvPr userDrawn="1"/>
          </p:nvSpPr>
          <p:spPr bwMode="auto">
            <a:xfrm>
              <a:off x="10801351" y="3879850"/>
              <a:ext cx="1588" cy="173038"/>
            </a:xfrm>
            <a:prstGeom prst="rect">
              <a:avLst/>
            </a:prstGeom>
            <a:solidFill>
              <a:srgbClr val="2525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9" name="Rectangle 295"/>
            <p:cNvSpPr>
              <a:spLocks noChangeArrowheads="1"/>
            </p:cNvSpPr>
            <p:nvPr userDrawn="1"/>
          </p:nvSpPr>
          <p:spPr bwMode="auto">
            <a:xfrm>
              <a:off x="10802938" y="3879850"/>
              <a:ext cx="1588" cy="173038"/>
            </a:xfrm>
            <a:prstGeom prst="rect">
              <a:avLst/>
            </a:prstGeom>
            <a:solidFill>
              <a:srgbClr val="2424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0" name="Rectangle 296"/>
            <p:cNvSpPr>
              <a:spLocks noChangeArrowheads="1"/>
            </p:cNvSpPr>
            <p:nvPr userDrawn="1"/>
          </p:nvSpPr>
          <p:spPr bwMode="auto">
            <a:xfrm>
              <a:off x="10804526" y="3879850"/>
              <a:ext cx="3175" cy="173038"/>
            </a:xfrm>
            <a:prstGeom prst="rect">
              <a:avLst/>
            </a:prstGeom>
            <a:solidFill>
              <a:srgbClr val="2323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1" name="Rectangle 297"/>
            <p:cNvSpPr>
              <a:spLocks noChangeArrowheads="1"/>
            </p:cNvSpPr>
            <p:nvPr userDrawn="1"/>
          </p:nvSpPr>
          <p:spPr bwMode="auto">
            <a:xfrm>
              <a:off x="10807701" y="3879850"/>
              <a:ext cx="1588" cy="173038"/>
            </a:xfrm>
            <a:prstGeom prst="rect">
              <a:avLst/>
            </a:prstGeom>
            <a:solidFill>
              <a:srgbClr val="2323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2" name="Rectangle 298"/>
            <p:cNvSpPr>
              <a:spLocks noChangeArrowheads="1"/>
            </p:cNvSpPr>
            <p:nvPr userDrawn="1"/>
          </p:nvSpPr>
          <p:spPr bwMode="auto">
            <a:xfrm>
              <a:off x="10809288" y="3879850"/>
              <a:ext cx="1588" cy="173038"/>
            </a:xfrm>
            <a:prstGeom prst="rect">
              <a:avLst/>
            </a:prstGeom>
            <a:solidFill>
              <a:srgbClr val="222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3" name="Rectangle 299"/>
            <p:cNvSpPr>
              <a:spLocks noChangeArrowheads="1"/>
            </p:cNvSpPr>
            <p:nvPr userDrawn="1"/>
          </p:nvSpPr>
          <p:spPr bwMode="auto">
            <a:xfrm>
              <a:off x="10810876" y="3879850"/>
              <a:ext cx="1588" cy="173038"/>
            </a:xfrm>
            <a:prstGeom prst="rect">
              <a:avLst/>
            </a:prstGeom>
            <a:solidFill>
              <a:srgbClr val="2121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4" name="Rectangle 300"/>
            <p:cNvSpPr>
              <a:spLocks noChangeArrowheads="1"/>
            </p:cNvSpPr>
            <p:nvPr userDrawn="1"/>
          </p:nvSpPr>
          <p:spPr bwMode="auto">
            <a:xfrm>
              <a:off x="10812463" y="3879850"/>
              <a:ext cx="1588" cy="173038"/>
            </a:xfrm>
            <a:prstGeom prst="rect">
              <a:avLst/>
            </a:prstGeom>
            <a:solidFill>
              <a:srgbClr val="2020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5" name="Rectangle 301"/>
            <p:cNvSpPr>
              <a:spLocks noChangeArrowheads="1"/>
            </p:cNvSpPr>
            <p:nvPr userDrawn="1"/>
          </p:nvSpPr>
          <p:spPr bwMode="auto">
            <a:xfrm>
              <a:off x="10814051" y="3879850"/>
              <a:ext cx="3175" cy="173038"/>
            </a:xfrm>
            <a:prstGeom prst="rect">
              <a:avLst/>
            </a:prstGeom>
            <a:solidFill>
              <a:srgbClr val="2020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6" name="Rectangle 302"/>
            <p:cNvSpPr>
              <a:spLocks noChangeArrowheads="1"/>
            </p:cNvSpPr>
            <p:nvPr userDrawn="1"/>
          </p:nvSpPr>
          <p:spPr bwMode="auto">
            <a:xfrm>
              <a:off x="10815638" y="3879850"/>
              <a:ext cx="3175" cy="173038"/>
            </a:xfrm>
            <a:prstGeom prst="rect">
              <a:avLst/>
            </a:prstGeom>
            <a:solidFill>
              <a:srgbClr val="1F1F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7" name="Rectangle 303"/>
            <p:cNvSpPr>
              <a:spLocks noChangeArrowheads="1"/>
            </p:cNvSpPr>
            <p:nvPr userDrawn="1"/>
          </p:nvSpPr>
          <p:spPr bwMode="auto">
            <a:xfrm>
              <a:off x="10818813" y="3879850"/>
              <a:ext cx="1588" cy="173038"/>
            </a:xfrm>
            <a:prstGeom prst="rect">
              <a:avLst/>
            </a:prstGeom>
            <a:solidFill>
              <a:srgbClr val="1E1E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8" name="Rectangle 304"/>
            <p:cNvSpPr>
              <a:spLocks noChangeArrowheads="1"/>
            </p:cNvSpPr>
            <p:nvPr userDrawn="1"/>
          </p:nvSpPr>
          <p:spPr bwMode="auto">
            <a:xfrm>
              <a:off x="10820401" y="3879850"/>
              <a:ext cx="1588" cy="173038"/>
            </a:xfrm>
            <a:prstGeom prst="rect">
              <a:avLst/>
            </a:prstGeom>
            <a:solidFill>
              <a:srgbClr val="1D1D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9" name="Rectangle 305"/>
            <p:cNvSpPr>
              <a:spLocks noChangeArrowheads="1"/>
            </p:cNvSpPr>
            <p:nvPr userDrawn="1"/>
          </p:nvSpPr>
          <p:spPr bwMode="auto">
            <a:xfrm>
              <a:off x="10821988" y="3879850"/>
              <a:ext cx="1588" cy="173038"/>
            </a:xfrm>
            <a:prstGeom prst="rect">
              <a:avLst/>
            </a:prstGeom>
            <a:solidFill>
              <a:srgbClr val="1D1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0" name="Rectangle 306"/>
            <p:cNvSpPr>
              <a:spLocks noChangeArrowheads="1"/>
            </p:cNvSpPr>
            <p:nvPr userDrawn="1"/>
          </p:nvSpPr>
          <p:spPr bwMode="auto">
            <a:xfrm>
              <a:off x="10823576" y="3879850"/>
              <a:ext cx="3175" cy="173038"/>
            </a:xfrm>
            <a:prstGeom prst="rect">
              <a:avLst/>
            </a:prstGeom>
            <a:solidFill>
              <a:srgbClr val="1C1C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1" name="Rectangle 307"/>
            <p:cNvSpPr>
              <a:spLocks noChangeArrowheads="1"/>
            </p:cNvSpPr>
            <p:nvPr userDrawn="1"/>
          </p:nvSpPr>
          <p:spPr bwMode="auto">
            <a:xfrm>
              <a:off x="10825163" y="3879850"/>
              <a:ext cx="6350" cy="173038"/>
            </a:xfrm>
            <a:prstGeom prst="rect">
              <a:avLst/>
            </a:prstGeom>
            <a:solidFill>
              <a:srgbClr val="1C1C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2" name="Freeform 308"/>
            <p:cNvSpPr>
              <a:spLocks noEditPoints="1"/>
            </p:cNvSpPr>
            <p:nvPr userDrawn="1"/>
          </p:nvSpPr>
          <p:spPr bwMode="auto">
            <a:xfrm>
              <a:off x="9825038" y="2078037"/>
              <a:ext cx="960438" cy="434975"/>
            </a:xfrm>
            <a:custGeom>
              <a:avLst/>
              <a:gdLst>
                <a:gd name="T0" fmla="*/ 573 w 605"/>
                <a:gd name="T1" fmla="*/ 0 h 274"/>
                <a:gd name="T2" fmla="*/ 288 w 605"/>
                <a:gd name="T3" fmla="*/ 82 h 274"/>
                <a:gd name="T4" fmla="*/ 0 w 605"/>
                <a:gd name="T5" fmla="*/ 164 h 274"/>
                <a:gd name="T6" fmla="*/ 31 w 605"/>
                <a:gd name="T7" fmla="*/ 274 h 274"/>
                <a:gd name="T8" fmla="*/ 319 w 605"/>
                <a:gd name="T9" fmla="*/ 191 h 274"/>
                <a:gd name="T10" fmla="*/ 605 w 605"/>
                <a:gd name="T11" fmla="*/ 110 h 274"/>
                <a:gd name="T12" fmla="*/ 573 w 605"/>
                <a:gd name="T13" fmla="*/ 0 h 274"/>
                <a:gd name="T14" fmla="*/ 573 w 605"/>
                <a:gd name="T15" fmla="*/ 0 h 274"/>
                <a:gd name="T16" fmla="*/ 573 w 605"/>
                <a:gd name="T17" fmla="*/ 0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5" h="274">
                  <a:moveTo>
                    <a:pt x="573" y="0"/>
                  </a:moveTo>
                  <a:lnTo>
                    <a:pt x="288" y="82"/>
                  </a:lnTo>
                  <a:lnTo>
                    <a:pt x="0" y="164"/>
                  </a:lnTo>
                  <a:lnTo>
                    <a:pt x="31" y="274"/>
                  </a:lnTo>
                  <a:lnTo>
                    <a:pt x="319" y="191"/>
                  </a:lnTo>
                  <a:lnTo>
                    <a:pt x="605" y="110"/>
                  </a:lnTo>
                  <a:lnTo>
                    <a:pt x="573" y="0"/>
                  </a:lnTo>
                  <a:close/>
                  <a:moveTo>
                    <a:pt x="573" y="0"/>
                  </a:moveTo>
                  <a:lnTo>
                    <a:pt x="573" y="0"/>
                  </a:lnTo>
                  <a:close/>
                </a:path>
              </a:pathLst>
            </a:custGeom>
            <a:solidFill>
              <a:srgbClr val="3131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3" name="Freeform 309"/>
            <p:cNvSpPr>
              <a:spLocks noEditPoints="1"/>
            </p:cNvSpPr>
            <p:nvPr userDrawn="1"/>
          </p:nvSpPr>
          <p:spPr bwMode="auto">
            <a:xfrm>
              <a:off x="9825038" y="2078037"/>
              <a:ext cx="960438" cy="434975"/>
            </a:xfrm>
            <a:custGeom>
              <a:avLst/>
              <a:gdLst>
                <a:gd name="T0" fmla="*/ 573 w 605"/>
                <a:gd name="T1" fmla="*/ 0 h 274"/>
                <a:gd name="T2" fmla="*/ 288 w 605"/>
                <a:gd name="T3" fmla="*/ 82 h 274"/>
                <a:gd name="T4" fmla="*/ 0 w 605"/>
                <a:gd name="T5" fmla="*/ 164 h 274"/>
                <a:gd name="T6" fmla="*/ 31 w 605"/>
                <a:gd name="T7" fmla="*/ 274 h 274"/>
                <a:gd name="T8" fmla="*/ 319 w 605"/>
                <a:gd name="T9" fmla="*/ 191 h 274"/>
                <a:gd name="T10" fmla="*/ 605 w 605"/>
                <a:gd name="T11" fmla="*/ 110 h 274"/>
                <a:gd name="T12" fmla="*/ 573 w 605"/>
                <a:gd name="T13" fmla="*/ 0 h 274"/>
                <a:gd name="T14" fmla="*/ 573 w 605"/>
                <a:gd name="T15" fmla="*/ 0 h 274"/>
                <a:gd name="T16" fmla="*/ 573 w 605"/>
                <a:gd name="T17" fmla="*/ 0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5" h="274">
                  <a:moveTo>
                    <a:pt x="573" y="0"/>
                  </a:moveTo>
                  <a:lnTo>
                    <a:pt x="288" y="82"/>
                  </a:lnTo>
                  <a:lnTo>
                    <a:pt x="0" y="164"/>
                  </a:lnTo>
                  <a:lnTo>
                    <a:pt x="31" y="274"/>
                  </a:lnTo>
                  <a:lnTo>
                    <a:pt x="319" y="191"/>
                  </a:lnTo>
                  <a:lnTo>
                    <a:pt x="605" y="110"/>
                  </a:lnTo>
                  <a:lnTo>
                    <a:pt x="573" y="0"/>
                  </a:lnTo>
                  <a:moveTo>
                    <a:pt x="573" y="0"/>
                  </a:moveTo>
                  <a:lnTo>
                    <a:pt x="57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4" name="Rectangle 310"/>
            <p:cNvSpPr>
              <a:spLocks noChangeArrowheads="1"/>
            </p:cNvSpPr>
            <p:nvPr userDrawn="1"/>
          </p:nvSpPr>
          <p:spPr bwMode="auto">
            <a:xfrm>
              <a:off x="10637838" y="3563938"/>
              <a:ext cx="6350" cy="173038"/>
            </a:xfrm>
            <a:prstGeom prst="rect">
              <a:avLst/>
            </a:prstGeom>
            <a:solidFill>
              <a:srgbClr val="3F3F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5" name="Rectangle 311"/>
            <p:cNvSpPr>
              <a:spLocks noChangeArrowheads="1"/>
            </p:cNvSpPr>
            <p:nvPr userDrawn="1"/>
          </p:nvSpPr>
          <p:spPr bwMode="auto">
            <a:xfrm>
              <a:off x="10644188" y="3563938"/>
              <a:ext cx="1588" cy="173038"/>
            </a:xfrm>
            <a:prstGeom prst="rect">
              <a:avLst/>
            </a:prstGeom>
            <a:solidFill>
              <a:srgbClr val="3F3F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6" name="Rectangle 312"/>
            <p:cNvSpPr>
              <a:spLocks noChangeArrowheads="1"/>
            </p:cNvSpPr>
            <p:nvPr userDrawn="1"/>
          </p:nvSpPr>
          <p:spPr bwMode="auto">
            <a:xfrm>
              <a:off x="10645776" y="3563938"/>
              <a:ext cx="1588" cy="173038"/>
            </a:xfrm>
            <a:prstGeom prst="rect">
              <a:avLst/>
            </a:prstGeom>
            <a:solidFill>
              <a:srgbClr val="3E3E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7" name="Rectangle 313"/>
            <p:cNvSpPr>
              <a:spLocks noChangeArrowheads="1"/>
            </p:cNvSpPr>
            <p:nvPr userDrawn="1"/>
          </p:nvSpPr>
          <p:spPr bwMode="auto">
            <a:xfrm>
              <a:off x="10647363" y="3563938"/>
              <a:ext cx="1588" cy="173038"/>
            </a:xfrm>
            <a:prstGeom prst="rect">
              <a:avLst/>
            </a:prstGeom>
            <a:solidFill>
              <a:srgbClr val="3E3E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8" name="Rectangle 314"/>
            <p:cNvSpPr>
              <a:spLocks noChangeArrowheads="1"/>
            </p:cNvSpPr>
            <p:nvPr userDrawn="1"/>
          </p:nvSpPr>
          <p:spPr bwMode="auto">
            <a:xfrm>
              <a:off x="10648951" y="3563938"/>
              <a:ext cx="3175" cy="173038"/>
            </a:xfrm>
            <a:prstGeom prst="rect">
              <a:avLst/>
            </a:prstGeom>
            <a:solidFill>
              <a:srgbClr val="3D3D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9" name="Rectangle 315"/>
            <p:cNvSpPr>
              <a:spLocks noChangeArrowheads="1"/>
            </p:cNvSpPr>
            <p:nvPr userDrawn="1"/>
          </p:nvSpPr>
          <p:spPr bwMode="auto">
            <a:xfrm>
              <a:off x="10652126" y="3563938"/>
              <a:ext cx="1588" cy="173038"/>
            </a:xfrm>
            <a:prstGeom prst="rect">
              <a:avLst/>
            </a:prstGeom>
            <a:solidFill>
              <a:srgbClr val="3C3C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0" name="Rectangle 316"/>
            <p:cNvSpPr>
              <a:spLocks noChangeArrowheads="1"/>
            </p:cNvSpPr>
            <p:nvPr userDrawn="1"/>
          </p:nvSpPr>
          <p:spPr bwMode="auto">
            <a:xfrm>
              <a:off x="10653713" y="3563938"/>
              <a:ext cx="1588" cy="173038"/>
            </a:xfrm>
            <a:prstGeom prst="rect">
              <a:avLst/>
            </a:prstGeom>
            <a:solidFill>
              <a:srgbClr val="3B3B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1" name="Rectangle 317"/>
            <p:cNvSpPr>
              <a:spLocks noChangeArrowheads="1"/>
            </p:cNvSpPr>
            <p:nvPr userDrawn="1"/>
          </p:nvSpPr>
          <p:spPr bwMode="auto">
            <a:xfrm>
              <a:off x="10655301" y="3563938"/>
              <a:ext cx="1588" cy="173038"/>
            </a:xfrm>
            <a:prstGeom prst="rect">
              <a:avLst/>
            </a:prstGeom>
            <a:solidFill>
              <a:srgbClr val="3B3B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2" name="Rectangle 318"/>
            <p:cNvSpPr>
              <a:spLocks noChangeArrowheads="1"/>
            </p:cNvSpPr>
            <p:nvPr userDrawn="1"/>
          </p:nvSpPr>
          <p:spPr bwMode="auto">
            <a:xfrm>
              <a:off x="10656888" y="3563938"/>
              <a:ext cx="1588" cy="173038"/>
            </a:xfrm>
            <a:prstGeom prst="rect">
              <a:avLst/>
            </a:prstGeom>
            <a:solidFill>
              <a:srgbClr val="3A3A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3" name="Rectangle 319"/>
            <p:cNvSpPr>
              <a:spLocks noChangeArrowheads="1"/>
            </p:cNvSpPr>
            <p:nvPr userDrawn="1"/>
          </p:nvSpPr>
          <p:spPr bwMode="auto">
            <a:xfrm>
              <a:off x="10658476" y="3563938"/>
              <a:ext cx="3175" cy="173038"/>
            </a:xfrm>
            <a:prstGeom prst="rect">
              <a:avLst/>
            </a:prstGeom>
            <a:solidFill>
              <a:srgbClr val="3939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4" name="Rectangle 320"/>
            <p:cNvSpPr>
              <a:spLocks noChangeArrowheads="1"/>
            </p:cNvSpPr>
            <p:nvPr userDrawn="1"/>
          </p:nvSpPr>
          <p:spPr bwMode="auto">
            <a:xfrm>
              <a:off x="10660063" y="3563938"/>
              <a:ext cx="3175" cy="173038"/>
            </a:xfrm>
            <a:prstGeom prst="rect">
              <a:avLst/>
            </a:prstGeom>
            <a:solidFill>
              <a:srgbClr val="3838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5" name="Rectangle 321"/>
            <p:cNvSpPr>
              <a:spLocks noChangeArrowheads="1"/>
            </p:cNvSpPr>
            <p:nvPr userDrawn="1"/>
          </p:nvSpPr>
          <p:spPr bwMode="auto">
            <a:xfrm>
              <a:off x="10663238" y="3563938"/>
              <a:ext cx="1588" cy="173038"/>
            </a:xfrm>
            <a:prstGeom prst="rect">
              <a:avLst/>
            </a:prstGeom>
            <a:solidFill>
              <a:srgbClr val="38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6" name="Rectangle 322"/>
            <p:cNvSpPr>
              <a:spLocks noChangeArrowheads="1"/>
            </p:cNvSpPr>
            <p:nvPr userDrawn="1"/>
          </p:nvSpPr>
          <p:spPr bwMode="auto">
            <a:xfrm>
              <a:off x="10664826" y="3563938"/>
              <a:ext cx="1588" cy="173038"/>
            </a:xfrm>
            <a:prstGeom prst="rect">
              <a:avLst/>
            </a:prstGeom>
            <a:solidFill>
              <a:srgbClr val="3737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7" name="Rectangle 323"/>
            <p:cNvSpPr>
              <a:spLocks noChangeArrowheads="1"/>
            </p:cNvSpPr>
            <p:nvPr userDrawn="1"/>
          </p:nvSpPr>
          <p:spPr bwMode="auto">
            <a:xfrm>
              <a:off x="10666413" y="3563938"/>
              <a:ext cx="1588" cy="173038"/>
            </a:xfrm>
            <a:prstGeom prst="rect">
              <a:avLst/>
            </a:prstGeom>
            <a:solidFill>
              <a:srgbClr val="3636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8" name="Rectangle 324"/>
            <p:cNvSpPr>
              <a:spLocks noChangeArrowheads="1"/>
            </p:cNvSpPr>
            <p:nvPr userDrawn="1"/>
          </p:nvSpPr>
          <p:spPr bwMode="auto">
            <a:xfrm>
              <a:off x="10668001" y="3563938"/>
              <a:ext cx="3175" cy="173038"/>
            </a:xfrm>
            <a:prstGeom prst="rect">
              <a:avLst/>
            </a:prstGeom>
            <a:solidFill>
              <a:srgbClr val="363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9" name="Rectangle 325"/>
            <p:cNvSpPr>
              <a:spLocks noChangeArrowheads="1"/>
            </p:cNvSpPr>
            <p:nvPr userDrawn="1"/>
          </p:nvSpPr>
          <p:spPr bwMode="auto">
            <a:xfrm>
              <a:off x="10669588" y="3563938"/>
              <a:ext cx="3175" cy="173038"/>
            </a:xfrm>
            <a:prstGeom prst="rect">
              <a:avLst/>
            </a:prstGeom>
            <a:solidFill>
              <a:srgbClr val="3535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0" name="Rectangle 326"/>
            <p:cNvSpPr>
              <a:spLocks noChangeArrowheads="1"/>
            </p:cNvSpPr>
            <p:nvPr userDrawn="1"/>
          </p:nvSpPr>
          <p:spPr bwMode="auto">
            <a:xfrm>
              <a:off x="10672763" y="3563938"/>
              <a:ext cx="1588" cy="173038"/>
            </a:xfrm>
            <a:prstGeom prst="rect">
              <a:avLst/>
            </a:prstGeom>
            <a:solidFill>
              <a:srgbClr val="3434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1" name="Rectangle 327"/>
            <p:cNvSpPr>
              <a:spLocks noChangeArrowheads="1"/>
            </p:cNvSpPr>
            <p:nvPr userDrawn="1"/>
          </p:nvSpPr>
          <p:spPr bwMode="auto">
            <a:xfrm>
              <a:off x="10672763" y="3563938"/>
              <a:ext cx="3175" cy="173038"/>
            </a:xfrm>
            <a:prstGeom prst="rect">
              <a:avLst/>
            </a:prstGeom>
            <a:solidFill>
              <a:srgbClr val="3333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2" name="Rectangle 328"/>
            <p:cNvSpPr>
              <a:spLocks noChangeArrowheads="1"/>
            </p:cNvSpPr>
            <p:nvPr userDrawn="1"/>
          </p:nvSpPr>
          <p:spPr bwMode="auto">
            <a:xfrm>
              <a:off x="10675938" y="3563938"/>
              <a:ext cx="1588" cy="173038"/>
            </a:xfrm>
            <a:prstGeom prst="rect">
              <a:avLst/>
            </a:prstGeom>
            <a:solidFill>
              <a:srgbClr val="3333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3" name="Rectangle 329"/>
            <p:cNvSpPr>
              <a:spLocks noChangeArrowheads="1"/>
            </p:cNvSpPr>
            <p:nvPr userDrawn="1"/>
          </p:nvSpPr>
          <p:spPr bwMode="auto">
            <a:xfrm>
              <a:off x="10677526" y="3563938"/>
              <a:ext cx="3175" cy="173038"/>
            </a:xfrm>
            <a:prstGeom prst="rect">
              <a:avLst/>
            </a:prstGeom>
            <a:solidFill>
              <a:srgbClr val="3232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4" name="Rectangle 330"/>
            <p:cNvSpPr>
              <a:spLocks noChangeArrowheads="1"/>
            </p:cNvSpPr>
            <p:nvPr userDrawn="1"/>
          </p:nvSpPr>
          <p:spPr bwMode="auto">
            <a:xfrm>
              <a:off x="10679113" y="3563938"/>
              <a:ext cx="1588" cy="173038"/>
            </a:xfrm>
            <a:prstGeom prst="rect">
              <a:avLst/>
            </a:prstGeom>
            <a:solidFill>
              <a:srgbClr val="3131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5" name="Rectangle 331"/>
            <p:cNvSpPr>
              <a:spLocks noChangeArrowheads="1"/>
            </p:cNvSpPr>
            <p:nvPr userDrawn="1"/>
          </p:nvSpPr>
          <p:spPr bwMode="auto">
            <a:xfrm>
              <a:off x="10680701" y="3563938"/>
              <a:ext cx="3175" cy="173038"/>
            </a:xfrm>
            <a:prstGeom prst="rect">
              <a:avLst/>
            </a:prstGeom>
            <a:solidFill>
              <a:srgbClr val="3030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6" name="Rectangle 332"/>
            <p:cNvSpPr>
              <a:spLocks noChangeArrowheads="1"/>
            </p:cNvSpPr>
            <p:nvPr userDrawn="1"/>
          </p:nvSpPr>
          <p:spPr bwMode="auto">
            <a:xfrm>
              <a:off x="10682288" y="3563938"/>
              <a:ext cx="3175" cy="173038"/>
            </a:xfrm>
            <a:prstGeom prst="rect">
              <a:avLst/>
            </a:prstGeom>
            <a:solidFill>
              <a:srgbClr val="3030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7" name="Rectangle 333"/>
            <p:cNvSpPr>
              <a:spLocks noChangeArrowheads="1"/>
            </p:cNvSpPr>
            <p:nvPr userDrawn="1"/>
          </p:nvSpPr>
          <p:spPr bwMode="auto">
            <a:xfrm>
              <a:off x="10685463" y="3563938"/>
              <a:ext cx="1588" cy="173038"/>
            </a:xfrm>
            <a:prstGeom prst="rect">
              <a:avLst/>
            </a:prstGeom>
            <a:solidFill>
              <a:srgbClr val="2F2F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8" name="Rectangle 334"/>
            <p:cNvSpPr>
              <a:spLocks noChangeArrowheads="1"/>
            </p:cNvSpPr>
            <p:nvPr userDrawn="1"/>
          </p:nvSpPr>
          <p:spPr bwMode="auto">
            <a:xfrm>
              <a:off x="10687051" y="3563938"/>
              <a:ext cx="1588" cy="173038"/>
            </a:xfrm>
            <a:prstGeom prst="rect">
              <a:avLst/>
            </a:prstGeom>
            <a:solidFill>
              <a:srgbClr val="2E2E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9" name="Rectangle 335"/>
            <p:cNvSpPr>
              <a:spLocks noChangeArrowheads="1"/>
            </p:cNvSpPr>
            <p:nvPr userDrawn="1"/>
          </p:nvSpPr>
          <p:spPr bwMode="auto">
            <a:xfrm>
              <a:off x="10688638" y="3563938"/>
              <a:ext cx="1588" cy="173038"/>
            </a:xfrm>
            <a:prstGeom prst="rect">
              <a:avLst/>
            </a:prstGeom>
            <a:solidFill>
              <a:srgbClr val="2E2E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0" name="Rectangle 336"/>
            <p:cNvSpPr>
              <a:spLocks noChangeArrowheads="1"/>
            </p:cNvSpPr>
            <p:nvPr userDrawn="1"/>
          </p:nvSpPr>
          <p:spPr bwMode="auto">
            <a:xfrm>
              <a:off x="10690226" y="3563938"/>
              <a:ext cx="3175" cy="173038"/>
            </a:xfrm>
            <a:prstGeom prst="rect">
              <a:avLst/>
            </a:prstGeom>
            <a:solidFill>
              <a:srgbClr val="2D2D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1" name="Rectangle 337"/>
            <p:cNvSpPr>
              <a:spLocks noChangeArrowheads="1"/>
            </p:cNvSpPr>
            <p:nvPr userDrawn="1"/>
          </p:nvSpPr>
          <p:spPr bwMode="auto">
            <a:xfrm>
              <a:off x="10691813" y="3563938"/>
              <a:ext cx="3175" cy="173038"/>
            </a:xfrm>
            <a:prstGeom prst="rect">
              <a:avLst/>
            </a:prstGeom>
            <a:solidFill>
              <a:srgbClr val="2C2C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2" name="Rectangle 338"/>
            <p:cNvSpPr>
              <a:spLocks noChangeArrowheads="1"/>
            </p:cNvSpPr>
            <p:nvPr userDrawn="1"/>
          </p:nvSpPr>
          <p:spPr bwMode="auto">
            <a:xfrm>
              <a:off x="10694988" y="3563938"/>
              <a:ext cx="1588" cy="173038"/>
            </a:xfrm>
            <a:prstGeom prst="rect">
              <a:avLst/>
            </a:prstGeom>
            <a:solidFill>
              <a:srgbClr val="2B2B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3" name="Rectangle 339"/>
            <p:cNvSpPr>
              <a:spLocks noChangeArrowheads="1"/>
            </p:cNvSpPr>
            <p:nvPr userDrawn="1"/>
          </p:nvSpPr>
          <p:spPr bwMode="auto">
            <a:xfrm>
              <a:off x="10696576" y="3563938"/>
              <a:ext cx="1588" cy="173038"/>
            </a:xfrm>
            <a:prstGeom prst="rect">
              <a:avLst/>
            </a:prstGeom>
            <a:solidFill>
              <a:srgbClr val="2B2B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4" name="Rectangle 340"/>
            <p:cNvSpPr>
              <a:spLocks noChangeArrowheads="1"/>
            </p:cNvSpPr>
            <p:nvPr userDrawn="1"/>
          </p:nvSpPr>
          <p:spPr bwMode="auto">
            <a:xfrm>
              <a:off x="10698163" y="3563938"/>
              <a:ext cx="1588" cy="173038"/>
            </a:xfrm>
            <a:prstGeom prst="rect">
              <a:avLst/>
            </a:prstGeom>
            <a:solidFill>
              <a:srgbClr val="2A2A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5" name="Rectangle 341"/>
            <p:cNvSpPr>
              <a:spLocks noChangeArrowheads="1"/>
            </p:cNvSpPr>
            <p:nvPr userDrawn="1"/>
          </p:nvSpPr>
          <p:spPr bwMode="auto">
            <a:xfrm>
              <a:off x="10699751" y="3563938"/>
              <a:ext cx="3175" cy="173038"/>
            </a:xfrm>
            <a:prstGeom prst="rect">
              <a:avLst/>
            </a:prstGeom>
            <a:solidFill>
              <a:srgbClr val="2929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6" name="Rectangle 342"/>
            <p:cNvSpPr>
              <a:spLocks noChangeArrowheads="1"/>
            </p:cNvSpPr>
            <p:nvPr userDrawn="1"/>
          </p:nvSpPr>
          <p:spPr bwMode="auto">
            <a:xfrm>
              <a:off x="10701338" y="3563938"/>
              <a:ext cx="3175" cy="173038"/>
            </a:xfrm>
            <a:prstGeom prst="rect">
              <a:avLst/>
            </a:prstGeom>
            <a:solidFill>
              <a:srgbClr val="2828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7" name="Rectangle 343"/>
            <p:cNvSpPr>
              <a:spLocks noChangeArrowheads="1"/>
            </p:cNvSpPr>
            <p:nvPr userDrawn="1"/>
          </p:nvSpPr>
          <p:spPr bwMode="auto">
            <a:xfrm>
              <a:off x="10704513" y="3563938"/>
              <a:ext cx="1588" cy="173038"/>
            </a:xfrm>
            <a:prstGeom prst="rect">
              <a:avLst/>
            </a:prstGeom>
            <a:solidFill>
              <a:srgbClr val="282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8" name="Rectangle 344"/>
            <p:cNvSpPr>
              <a:spLocks noChangeArrowheads="1"/>
            </p:cNvSpPr>
            <p:nvPr userDrawn="1"/>
          </p:nvSpPr>
          <p:spPr bwMode="auto">
            <a:xfrm>
              <a:off x="10706101" y="3563938"/>
              <a:ext cx="1588" cy="173038"/>
            </a:xfrm>
            <a:prstGeom prst="rect">
              <a:avLst/>
            </a:prstGeom>
            <a:solidFill>
              <a:srgbClr val="272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9" name="Rectangle 345"/>
            <p:cNvSpPr>
              <a:spLocks noChangeArrowheads="1"/>
            </p:cNvSpPr>
            <p:nvPr userDrawn="1"/>
          </p:nvSpPr>
          <p:spPr bwMode="auto">
            <a:xfrm>
              <a:off x="10707688" y="3563938"/>
              <a:ext cx="1588" cy="173038"/>
            </a:xfrm>
            <a:prstGeom prst="rect">
              <a:avLst/>
            </a:prstGeom>
            <a:solidFill>
              <a:srgbClr val="2626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0" name="Rectangle 346"/>
            <p:cNvSpPr>
              <a:spLocks noChangeArrowheads="1"/>
            </p:cNvSpPr>
            <p:nvPr userDrawn="1"/>
          </p:nvSpPr>
          <p:spPr bwMode="auto">
            <a:xfrm>
              <a:off x="10709276" y="3563938"/>
              <a:ext cx="1588" cy="173038"/>
            </a:xfrm>
            <a:prstGeom prst="rect">
              <a:avLst/>
            </a:prstGeom>
            <a:solidFill>
              <a:srgbClr val="2525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1" name="Rectangle 347"/>
            <p:cNvSpPr>
              <a:spLocks noChangeArrowheads="1"/>
            </p:cNvSpPr>
            <p:nvPr userDrawn="1"/>
          </p:nvSpPr>
          <p:spPr bwMode="auto">
            <a:xfrm>
              <a:off x="10710863" y="3563938"/>
              <a:ext cx="3175" cy="173038"/>
            </a:xfrm>
            <a:prstGeom prst="rect">
              <a:avLst/>
            </a:prstGeom>
            <a:solidFill>
              <a:srgbClr val="2525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2" name="Rectangle 348"/>
            <p:cNvSpPr>
              <a:spLocks noChangeArrowheads="1"/>
            </p:cNvSpPr>
            <p:nvPr userDrawn="1"/>
          </p:nvSpPr>
          <p:spPr bwMode="auto">
            <a:xfrm>
              <a:off x="10714038" y="3563938"/>
              <a:ext cx="1588" cy="173038"/>
            </a:xfrm>
            <a:prstGeom prst="rect">
              <a:avLst/>
            </a:prstGeom>
            <a:solidFill>
              <a:srgbClr val="2424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3" name="Rectangle 349"/>
            <p:cNvSpPr>
              <a:spLocks noChangeArrowheads="1"/>
            </p:cNvSpPr>
            <p:nvPr userDrawn="1"/>
          </p:nvSpPr>
          <p:spPr bwMode="auto">
            <a:xfrm>
              <a:off x="10715626" y="3563938"/>
              <a:ext cx="1588" cy="173038"/>
            </a:xfrm>
            <a:prstGeom prst="rect">
              <a:avLst/>
            </a:prstGeom>
            <a:solidFill>
              <a:srgbClr val="2323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4" name="Rectangle 350"/>
            <p:cNvSpPr>
              <a:spLocks noChangeArrowheads="1"/>
            </p:cNvSpPr>
            <p:nvPr userDrawn="1"/>
          </p:nvSpPr>
          <p:spPr bwMode="auto">
            <a:xfrm>
              <a:off x="10717213" y="3563938"/>
              <a:ext cx="1588" cy="173038"/>
            </a:xfrm>
            <a:prstGeom prst="rect">
              <a:avLst/>
            </a:prstGeom>
            <a:solidFill>
              <a:srgbClr val="2323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5" name="Rectangle 351"/>
            <p:cNvSpPr>
              <a:spLocks noChangeArrowheads="1"/>
            </p:cNvSpPr>
            <p:nvPr userDrawn="1"/>
          </p:nvSpPr>
          <p:spPr bwMode="auto">
            <a:xfrm>
              <a:off x="10718801" y="3563938"/>
              <a:ext cx="1588" cy="173038"/>
            </a:xfrm>
            <a:prstGeom prst="rect">
              <a:avLst/>
            </a:prstGeom>
            <a:solidFill>
              <a:srgbClr val="222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6" name="Rectangle 352"/>
            <p:cNvSpPr>
              <a:spLocks noChangeArrowheads="1"/>
            </p:cNvSpPr>
            <p:nvPr userDrawn="1"/>
          </p:nvSpPr>
          <p:spPr bwMode="auto">
            <a:xfrm>
              <a:off x="10720388" y="3563938"/>
              <a:ext cx="3175" cy="173038"/>
            </a:xfrm>
            <a:prstGeom prst="rect">
              <a:avLst/>
            </a:prstGeom>
            <a:solidFill>
              <a:srgbClr val="2121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7" name="Rectangle 353"/>
            <p:cNvSpPr>
              <a:spLocks noChangeArrowheads="1"/>
            </p:cNvSpPr>
            <p:nvPr userDrawn="1"/>
          </p:nvSpPr>
          <p:spPr bwMode="auto">
            <a:xfrm>
              <a:off x="10721976" y="3563938"/>
              <a:ext cx="1588" cy="173038"/>
            </a:xfrm>
            <a:prstGeom prst="rect">
              <a:avLst/>
            </a:prstGeom>
            <a:solidFill>
              <a:srgbClr val="2020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8" name="Rectangle 354"/>
            <p:cNvSpPr>
              <a:spLocks noChangeArrowheads="1"/>
            </p:cNvSpPr>
            <p:nvPr userDrawn="1"/>
          </p:nvSpPr>
          <p:spPr bwMode="auto">
            <a:xfrm>
              <a:off x="10723563" y="3563938"/>
              <a:ext cx="3175" cy="173038"/>
            </a:xfrm>
            <a:prstGeom prst="rect">
              <a:avLst/>
            </a:prstGeom>
            <a:solidFill>
              <a:srgbClr val="2020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9" name="Rectangle 355"/>
            <p:cNvSpPr>
              <a:spLocks noChangeArrowheads="1"/>
            </p:cNvSpPr>
            <p:nvPr userDrawn="1"/>
          </p:nvSpPr>
          <p:spPr bwMode="auto">
            <a:xfrm>
              <a:off x="10726738" y="3563938"/>
              <a:ext cx="1588" cy="173038"/>
            </a:xfrm>
            <a:prstGeom prst="rect">
              <a:avLst/>
            </a:prstGeom>
            <a:solidFill>
              <a:srgbClr val="1F1F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0" name="Rectangle 356"/>
            <p:cNvSpPr>
              <a:spLocks noChangeArrowheads="1"/>
            </p:cNvSpPr>
            <p:nvPr userDrawn="1"/>
          </p:nvSpPr>
          <p:spPr bwMode="auto">
            <a:xfrm>
              <a:off x="10728326" y="3563938"/>
              <a:ext cx="1588" cy="173038"/>
            </a:xfrm>
            <a:prstGeom prst="rect">
              <a:avLst/>
            </a:prstGeom>
            <a:solidFill>
              <a:srgbClr val="1E1E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1" name="Rectangle 357"/>
            <p:cNvSpPr>
              <a:spLocks noChangeArrowheads="1"/>
            </p:cNvSpPr>
            <p:nvPr userDrawn="1"/>
          </p:nvSpPr>
          <p:spPr bwMode="auto">
            <a:xfrm>
              <a:off x="10729913" y="3563938"/>
              <a:ext cx="3175" cy="173038"/>
            </a:xfrm>
            <a:prstGeom prst="rect">
              <a:avLst/>
            </a:prstGeom>
            <a:solidFill>
              <a:srgbClr val="1D1D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2" name="Rectangle 358"/>
            <p:cNvSpPr>
              <a:spLocks noChangeArrowheads="1"/>
            </p:cNvSpPr>
            <p:nvPr userDrawn="1"/>
          </p:nvSpPr>
          <p:spPr bwMode="auto">
            <a:xfrm>
              <a:off x="10731501" y="3563938"/>
              <a:ext cx="1588" cy="173038"/>
            </a:xfrm>
            <a:prstGeom prst="rect">
              <a:avLst/>
            </a:prstGeom>
            <a:solidFill>
              <a:srgbClr val="1D1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3" name="Rectangle 359"/>
            <p:cNvSpPr>
              <a:spLocks noChangeArrowheads="1"/>
            </p:cNvSpPr>
            <p:nvPr userDrawn="1"/>
          </p:nvSpPr>
          <p:spPr bwMode="auto">
            <a:xfrm>
              <a:off x="10733088" y="3563938"/>
              <a:ext cx="3175" cy="173038"/>
            </a:xfrm>
            <a:prstGeom prst="rect">
              <a:avLst/>
            </a:prstGeom>
            <a:solidFill>
              <a:srgbClr val="1C1C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4" name="Rectangle 360"/>
            <p:cNvSpPr>
              <a:spLocks noChangeArrowheads="1"/>
            </p:cNvSpPr>
            <p:nvPr userDrawn="1"/>
          </p:nvSpPr>
          <p:spPr bwMode="auto">
            <a:xfrm>
              <a:off x="10734676" y="3563938"/>
              <a:ext cx="6350" cy="173038"/>
            </a:xfrm>
            <a:prstGeom prst="rect">
              <a:avLst/>
            </a:prstGeom>
            <a:solidFill>
              <a:srgbClr val="1C1C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5" name="Freeform 361"/>
            <p:cNvSpPr>
              <a:spLocks noEditPoints="1"/>
            </p:cNvSpPr>
            <p:nvPr userDrawn="1"/>
          </p:nvSpPr>
          <p:spPr bwMode="auto">
            <a:xfrm>
              <a:off x="9891713" y="2314575"/>
              <a:ext cx="1565275" cy="2554288"/>
            </a:xfrm>
            <a:custGeom>
              <a:avLst/>
              <a:gdLst>
                <a:gd name="T0" fmla="*/ 390 w 986"/>
                <a:gd name="T1" fmla="*/ 1528 h 1609"/>
                <a:gd name="T2" fmla="*/ 952 w 986"/>
                <a:gd name="T3" fmla="*/ 1325 h 1609"/>
                <a:gd name="T4" fmla="*/ 0 w 986"/>
                <a:gd name="T5" fmla="*/ 163 h 1609"/>
                <a:gd name="T6" fmla="*/ 986 w 986"/>
                <a:gd name="T7" fmla="*/ 1446 h 1609"/>
                <a:gd name="T8" fmla="*/ 537 w 986"/>
                <a:gd name="T9" fmla="*/ 953 h 1609"/>
                <a:gd name="T10" fmla="*/ 584 w 986"/>
                <a:gd name="T11" fmla="*/ 1121 h 1609"/>
                <a:gd name="T12" fmla="*/ 387 w 986"/>
                <a:gd name="T13" fmla="*/ 701 h 1609"/>
                <a:gd name="T14" fmla="*/ 343 w 986"/>
                <a:gd name="T15" fmla="*/ 606 h 1609"/>
                <a:gd name="T16" fmla="*/ 369 w 986"/>
                <a:gd name="T17" fmla="*/ 575 h 1609"/>
                <a:gd name="T18" fmla="*/ 414 w 986"/>
                <a:gd name="T19" fmla="*/ 599 h 1609"/>
                <a:gd name="T20" fmla="*/ 443 w 986"/>
                <a:gd name="T21" fmla="*/ 624 h 1609"/>
                <a:gd name="T22" fmla="*/ 443 w 986"/>
                <a:gd name="T23" fmla="*/ 578 h 1609"/>
                <a:gd name="T24" fmla="*/ 429 w 986"/>
                <a:gd name="T25" fmla="*/ 558 h 1609"/>
                <a:gd name="T26" fmla="*/ 518 w 986"/>
                <a:gd name="T27" fmla="*/ 556 h 1609"/>
                <a:gd name="T28" fmla="*/ 545 w 986"/>
                <a:gd name="T29" fmla="*/ 677 h 1609"/>
                <a:gd name="T30" fmla="*/ 558 w 986"/>
                <a:gd name="T31" fmla="*/ 698 h 1609"/>
                <a:gd name="T32" fmla="*/ 469 w 986"/>
                <a:gd name="T33" fmla="*/ 700 h 1609"/>
                <a:gd name="T34" fmla="*/ 458 w 986"/>
                <a:gd name="T35" fmla="*/ 655 h 1609"/>
                <a:gd name="T36" fmla="*/ 437 w 986"/>
                <a:gd name="T37" fmla="*/ 691 h 1609"/>
                <a:gd name="T38" fmla="*/ 459 w 986"/>
                <a:gd name="T39" fmla="*/ 705 h 1609"/>
                <a:gd name="T40" fmla="*/ 381 w 986"/>
                <a:gd name="T41" fmla="*/ 750 h 1609"/>
                <a:gd name="T42" fmla="*/ 480 w 986"/>
                <a:gd name="T43" fmla="*/ 754 h 1609"/>
                <a:gd name="T44" fmla="*/ 528 w 986"/>
                <a:gd name="T45" fmla="*/ 922 h 1609"/>
                <a:gd name="T46" fmla="*/ 480 w 986"/>
                <a:gd name="T47" fmla="*/ 754 h 1609"/>
                <a:gd name="T48" fmla="*/ 626 w 986"/>
                <a:gd name="T49" fmla="*/ 1322 h 1609"/>
                <a:gd name="T50" fmla="*/ 579 w 986"/>
                <a:gd name="T51" fmla="*/ 1289 h 1609"/>
                <a:gd name="T52" fmla="*/ 536 w 986"/>
                <a:gd name="T53" fmla="*/ 1196 h 1609"/>
                <a:gd name="T54" fmla="*/ 570 w 986"/>
                <a:gd name="T55" fmla="*/ 1163 h 1609"/>
                <a:gd name="T56" fmla="*/ 626 w 986"/>
                <a:gd name="T57" fmla="*/ 1172 h 1609"/>
                <a:gd name="T58" fmla="*/ 631 w 986"/>
                <a:gd name="T59" fmla="*/ 1281 h 1609"/>
                <a:gd name="T60" fmla="*/ 686 w 986"/>
                <a:gd name="T61" fmla="*/ 1226 h 1609"/>
                <a:gd name="T62" fmla="*/ 700 w 986"/>
                <a:gd name="T63" fmla="*/ 1303 h 1609"/>
                <a:gd name="T64" fmla="*/ 832 w 986"/>
                <a:gd name="T65" fmla="*/ 1281 h 1609"/>
                <a:gd name="T66" fmla="*/ 689 w 986"/>
                <a:gd name="T67" fmla="*/ 781 h 1609"/>
                <a:gd name="T68" fmla="*/ 675 w 986"/>
                <a:gd name="T69" fmla="*/ 731 h 1609"/>
                <a:gd name="T70" fmla="*/ 696 w 986"/>
                <a:gd name="T71" fmla="*/ 693 h 1609"/>
                <a:gd name="T72" fmla="*/ 651 w 986"/>
                <a:gd name="T73" fmla="*/ 607 h 1609"/>
                <a:gd name="T74" fmla="*/ 493 w 986"/>
                <a:gd name="T75" fmla="*/ 136 h 1609"/>
                <a:gd name="T76" fmla="*/ 447 w 986"/>
                <a:gd name="T77" fmla="*/ 404 h 1609"/>
                <a:gd name="T78" fmla="*/ 383 w 986"/>
                <a:gd name="T79" fmla="*/ 389 h 1609"/>
                <a:gd name="T80" fmla="*/ 413 w 986"/>
                <a:gd name="T81" fmla="*/ 487 h 1609"/>
                <a:gd name="T82" fmla="*/ 474 w 986"/>
                <a:gd name="T83" fmla="*/ 494 h 1609"/>
                <a:gd name="T84" fmla="*/ 415 w 986"/>
                <a:gd name="T85" fmla="*/ 525 h 1609"/>
                <a:gd name="T86" fmla="*/ 381 w 986"/>
                <a:gd name="T87" fmla="*/ 353 h 1609"/>
                <a:gd name="T88" fmla="*/ 310 w 986"/>
                <a:gd name="T89" fmla="*/ 158 h 1609"/>
                <a:gd name="T90" fmla="*/ 375 w 986"/>
                <a:gd name="T91" fmla="*/ 153 h 1609"/>
                <a:gd name="T92" fmla="*/ 349 w 986"/>
                <a:gd name="T93" fmla="*/ 208 h 1609"/>
                <a:gd name="T94" fmla="*/ 319 w 986"/>
                <a:gd name="T95" fmla="*/ 193 h 1609"/>
                <a:gd name="T96" fmla="*/ 406 w 986"/>
                <a:gd name="T97" fmla="*/ 256 h 1609"/>
                <a:gd name="T98" fmla="*/ 290 w 986"/>
                <a:gd name="T99" fmla="*/ 334 h 1609"/>
                <a:gd name="T100" fmla="*/ 311 w 986"/>
                <a:gd name="T101" fmla="*/ 276 h 1609"/>
                <a:gd name="T102" fmla="*/ 342 w 986"/>
                <a:gd name="T103" fmla="*/ 271 h 1609"/>
                <a:gd name="T104" fmla="*/ 310 w 986"/>
                <a:gd name="T105" fmla="*/ 158 h 1609"/>
                <a:gd name="T106" fmla="*/ 126 w 986"/>
                <a:gd name="T107" fmla="*/ 228 h 1609"/>
                <a:gd name="T108" fmla="*/ 269 w 986"/>
                <a:gd name="T109" fmla="*/ 728 h 1609"/>
                <a:gd name="T110" fmla="*/ 284 w 986"/>
                <a:gd name="T111" fmla="*/ 778 h 1609"/>
                <a:gd name="T112" fmla="*/ 278 w 986"/>
                <a:gd name="T113" fmla="*/ 835 h 1609"/>
                <a:gd name="T114" fmla="*/ 329 w 986"/>
                <a:gd name="T115" fmla="*/ 895 h 1609"/>
                <a:gd name="T116" fmla="*/ 444 w 986"/>
                <a:gd name="T117" fmla="*/ 1380 h 1609"/>
                <a:gd name="T118" fmla="*/ 315 w 986"/>
                <a:gd name="T119" fmla="*/ 888 h 1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86" h="1609">
                  <a:moveTo>
                    <a:pt x="963" y="1364"/>
                  </a:moveTo>
                  <a:cubicBezTo>
                    <a:pt x="677" y="1446"/>
                    <a:pt x="677" y="1446"/>
                    <a:pt x="677" y="1446"/>
                  </a:cubicBezTo>
                  <a:cubicBezTo>
                    <a:pt x="390" y="1528"/>
                    <a:pt x="390" y="1528"/>
                    <a:pt x="390" y="1528"/>
                  </a:cubicBezTo>
                  <a:cubicBezTo>
                    <a:pt x="379" y="1489"/>
                    <a:pt x="379" y="1489"/>
                    <a:pt x="379" y="1489"/>
                  </a:cubicBezTo>
                  <a:cubicBezTo>
                    <a:pt x="666" y="1407"/>
                    <a:pt x="666" y="1407"/>
                    <a:pt x="666" y="1407"/>
                  </a:cubicBezTo>
                  <a:cubicBezTo>
                    <a:pt x="952" y="1325"/>
                    <a:pt x="952" y="1325"/>
                    <a:pt x="952" y="1325"/>
                  </a:cubicBezTo>
                  <a:cubicBezTo>
                    <a:pt x="574" y="0"/>
                    <a:pt x="574" y="0"/>
                    <a:pt x="574" y="0"/>
                  </a:cubicBezTo>
                  <a:cubicBezTo>
                    <a:pt x="288" y="81"/>
                    <a:pt x="288" y="81"/>
                    <a:pt x="288" y="81"/>
                  </a:cubicBezTo>
                  <a:cubicBezTo>
                    <a:pt x="0" y="163"/>
                    <a:pt x="0" y="163"/>
                    <a:pt x="0" y="163"/>
                  </a:cubicBezTo>
                  <a:cubicBezTo>
                    <a:pt x="413" y="1609"/>
                    <a:pt x="413" y="1609"/>
                    <a:pt x="413" y="1609"/>
                  </a:cubicBezTo>
                  <a:cubicBezTo>
                    <a:pt x="700" y="1527"/>
                    <a:pt x="700" y="1527"/>
                    <a:pt x="700" y="1527"/>
                  </a:cubicBezTo>
                  <a:cubicBezTo>
                    <a:pt x="986" y="1446"/>
                    <a:pt x="986" y="1446"/>
                    <a:pt x="986" y="1446"/>
                  </a:cubicBezTo>
                  <a:lnTo>
                    <a:pt x="963" y="1364"/>
                  </a:lnTo>
                  <a:close/>
                  <a:moveTo>
                    <a:pt x="481" y="1063"/>
                  </a:moveTo>
                  <a:cubicBezTo>
                    <a:pt x="465" y="1008"/>
                    <a:pt x="485" y="969"/>
                    <a:pt x="537" y="953"/>
                  </a:cubicBezTo>
                  <a:cubicBezTo>
                    <a:pt x="537" y="953"/>
                    <a:pt x="538" y="953"/>
                    <a:pt x="539" y="953"/>
                  </a:cubicBezTo>
                  <a:cubicBezTo>
                    <a:pt x="589" y="938"/>
                    <a:pt x="621" y="959"/>
                    <a:pt x="636" y="1011"/>
                  </a:cubicBezTo>
                  <a:cubicBezTo>
                    <a:pt x="652" y="1066"/>
                    <a:pt x="633" y="1105"/>
                    <a:pt x="584" y="1121"/>
                  </a:cubicBezTo>
                  <a:cubicBezTo>
                    <a:pt x="583" y="1122"/>
                    <a:pt x="581" y="1123"/>
                    <a:pt x="579" y="1123"/>
                  </a:cubicBezTo>
                  <a:cubicBezTo>
                    <a:pt x="531" y="1137"/>
                    <a:pt x="497" y="1116"/>
                    <a:pt x="481" y="1063"/>
                  </a:cubicBezTo>
                  <a:close/>
                  <a:moveTo>
                    <a:pt x="387" y="701"/>
                  </a:moveTo>
                  <a:cubicBezTo>
                    <a:pt x="362" y="614"/>
                    <a:pt x="362" y="614"/>
                    <a:pt x="362" y="614"/>
                  </a:cubicBezTo>
                  <a:cubicBezTo>
                    <a:pt x="359" y="604"/>
                    <a:pt x="356" y="601"/>
                    <a:pt x="350" y="604"/>
                  </a:cubicBezTo>
                  <a:cubicBezTo>
                    <a:pt x="347" y="605"/>
                    <a:pt x="343" y="606"/>
                    <a:pt x="343" y="606"/>
                  </a:cubicBezTo>
                  <a:cubicBezTo>
                    <a:pt x="340" y="603"/>
                    <a:pt x="340" y="603"/>
                    <a:pt x="340" y="603"/>
                  </a:cubicBezTo>
                  <a:cubicBezTo>
                    <a:pt x="337" y="584"/>
                    <a:pt x="337" y="584"/>
                    <a:pt x="337" y="584"/>
                  </a:cubicBezTo>
                  <a:cubicBezTo>
                    <a:pt x="369" y="575"/>
                    <a:pt x="369" y="575"/>
                    <a:pt x="369" y="575"/>
                  </a:cubicBezTo>
                  <a:cubicBezTo>
                    <a:pt x="384" y="571"/>
                    <a:pt x="419" y="559"/>
                    <a:pt x="419" y="559"/>
                  </a:cubicBezTo>
                  <a:cubicBezTo>
                    <a:pt x="423" y="582"/>
                    <a:pt x="423" y="582"/>
                    <a:pt x="423" y="582"/>
                  </a:cubicBezTo>
                  <a:cubicBezTo>
                    <a:pt x="413" y="587"/>
                    <a:pt x="412" y="590"/>
                    <a:pt x="414" y="599"/>
                  </a:cubicBezTo>
                  <a:cubicBezTo>
                    <a:pt x="421" y="630"/>
                    <a:pt x="421" y="630"/>
                    <a:pt x="421" y="630"/>
                  </a:cubicBezTo>
                  <a:cubicBezTo>
                    <a:pt x="443" y="624"/>
                    <a:pt x="443" y="624"/>
                    <a:pt x="443" y="624"/>
                  </a:cubicBezTo>
                  <a:cubicBezTo>
                    <a:pt x="443" y="624"/>
                    <a:pt x="443" y="624"/>
                    <a:pt x="443" y="624"/>
                  </a:cubicBezTo>
                  <a:cubicBezTo>
                    <a:pt x="454" y="621"/>
                    <a:pt x="459" y="620"/>
                    <a:pt x="464" y="618"/>
                  </a:cubicBezTo>
                  <a:cubicBezTo>
                    <a:pt x="455" y="588"/>
                    <a:pt x="455" y="588"/>
                    <a:pt x="455" y="588"/>
                  </a:cubicBezTo>
                  <a:cubicBezTo>
                    <a:pt x="452" y="578"/>
                    <a:pt x="449" y="576"/>
                    <a:pt x="443" y="578"/>
                  </a:cubicBezTo>
                  <a:cubicBezTo>
                    <a:pt x="436" y="580"/>
                    <a:pt x="436" y="580"/>
                    <a:pt x="436" y="580"/>
                  </a:cubicBezTo>
                  <a:cubicBezTo>
                    <a:pt x="432" y="578"/>
                    <a:pt x="432" y="578"/>
                    <a:pt x="432" y="578"/>
                  </a:cubicBezTo>
                  <a:cubicBezTo>
                    <a:pt x="429" y="558"/>
                    <a:pt x="429" y="558"/>
                    <a:pt x="429" y="558"/>
                  </a:cubicBezTo>
                  <a:cubicBezTo>
                    <a:pt x="470" y="547"/>
                    <a:pt x="470" y="547"/>
                    <a:pt x="470" y="547"/>
                  </a:cubicBezTo>
                  <a:cubicBezTo>
                    <a:pt x="481" y="544"/>
                    <a:pt x="514" y="533"/>
                    <a:pt x="514" y="533"/>
                  </a:cubicBezTo>
                  <a:cubicBezTo>
                    <a:pt x="518" y="556"/>
                    <a:pt x="518" y="556"/>
                    <a:pt x="518" y="556"/>
                  </a:cubicBezTo>
                  <a:cubicBezTo>
                    <a:pt x="507" y="561"/>
                    <a:pt x="505" y="564"/>
                    <a:pt x="507" y="573"/>
                  </a:cubicBezTo>
                  <a:cubicBezTo>
                    <a:pt x="511" y="594"/>
                    <a:pt x="521" y="631"/>
                    <a:pt x="530" y="663"/>
                  </a:cubicBezTo>
                  <a:cubicBezTo>
                    <a:pt x="534" y="676"/>
                    <a:pt x="537" y="679"/>
                    <a:pt x="545" y="677"/>
                  </a:cubicBezTo>
                  <a:cubicBezTo>
                    <a:pt x="548" y="676"/>
                    <a:pt x="551" y="675"/>
                    <a:pt x="551" y="675"/>
                  </a:cubicBezTo>
                  <a:cubicBezTo>
                    <a:pt x="554" y="677"/>
                    <a:pt x="554" y="677"/>
                    <a:pt x="554" y="677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8" y="698"/>
                    <a:pt x="535" y="704"/>
                    <a:pt x="515" y="710"/>
                  </a:cubicBezTo>
                  <a:cubicBezTo>
                    <a:pt x="503" y="714"/>
                    <a:pt x="473" y="723"/>
                    <a:pt x="473" y="723"/>
                  </a:cubicBezTo>
                  <a:cubicBezTo>
                    <a:pt x="469" y="700"/>
                    <a:pt x="469" y="700"/>
                    <a:pt x="469" y="700"/>
                  </a:cubicBezTo>
                  <a:cubicBezTo>
                    <a:pt x="481" y="697"/>
                    <a:pt x="484" y="690"/>
                    <a:pt x="480" y="676"/>
                  </a:cubicBezTo>
                  <a:cubicBezTo>
                    <a:pt x="473" y="651"/>
                    <a:pt x="473" y="651"/>
                    <a:pt x="473" y="651"/>
                  </a:cubicBezTo>
                  <a:cubicBezTo>
                    <a:pt x="473" y="651"/>
                    <a:pt x="464" y="653"/>
                    <a:pt x="458" y="655"/>
                  </a:cubicBezTo>
                  <a:cubicBezTo>
                    <a:pt x="457" y="655"/>
                    <a:pt x="455" y="656"/>
                    <a:pt x="453" y="657"/>
                  </a:cubicBezTo>
                  <a:cubicBezTo>
                    <a:pt x="444" y="660"/>
                    <a:pt x="430" y="665"/>
                    <a:pt x="430" y="665"/>
                  </a:cubicBezTo>
                  <a:cubicBezTo>
                    <a:pt x="437" y="691"/>
                    <a:pt x="437" y="691"/>
                    <a:pt x="437" y="691"/>
                  </a:cubicBezTo>
                  <a:cubicBezTo>
                    <a:pt x="442" y="705"/>
                    <a:pt x="444" y="708"/>
                    <a:pt x="450" y="706"/>
                  </a:cubicBezTo>
                  <a:cubicBezTo>
                    <a:pt x="455" y="704"/>
                    <a:pt x="457" y="703"/>
                    <a:pt x="457" y="703"/>
                  </a:cubicBezTo>
                  <a:cubicBezTo>
                    <a:pt x="459" y="705"/>
                    <a:pt x="459" y="705"/>
                    <a:pt x="459" y="705"/>
                  </a:cubicBezTo>
                  <a:cubicBezTo>
                    <a:pt x="463" y="726"/>
                    <a:pt x="463" y="726"/>
                    <a:pt x="463" y="726"/>
                  </a:cubicBezTo>
                  <a:cubicBezTo>
                    <a:pt x="463" y="726"/>
                    <a:pt x="432" y="734"/>
                    <a:pt x="422" y="737"/>
                  </a:cubicBezTo>
                  <a:cubicBezTo>
                    <a:pt x="407" y="741"/>
                    <a:pt x="381" y="750"/>
                    <a:pt x="381" y="750"/>
                  </a:cubicBezTo>
                  <a:cubicBezTo>
                    <a:pt x="377" y="728"/>
                    <a:pt x="377" y="728"/>
                    <a:pt x="377" y="728"/>
                  </a:cubicBezTo>
                  <a:cubicBezTo>
                    <a:pt x="388" y="719"/>
                    <a:pt x="390" y="715"/>
                    <a:pt x="387" y="701"/>
                  </a:cubicBezTo>
                  <a:close/>
                  <a:moveTo>
                    <a:pt x="480" y="754"/>
                  </a:moveTo>
                  <a:cubicBezTo>
                    <a:pt x="481" y="754"/>
                    <a:pt x="481" y="754"/>
                    <a:pt x="482" y="754"/>
                  </a:cubicBezTo>
                  <a:cubicBezTo>
                    <a:pt x="532" y="740"/>
                    <a:pt x="564" y="760"/>
                    <a:pt x="579" y="812"/>
                  </a:cubicBezTo>
                  <a:cubicBezTo>
                    <a:pt x="595" y="867"/>
                    <a:pt x="576" y="906"/>
                    <a:pt x="528" y="922"/>
                  </a:cubicBezTo>
                  <a:cubicBezTo>
                    <a:pt x="526" y="923"/>
                    <a:pt x="524" y="924"/>
                    <a:pt x="523" y="924"/>
                  </a:cubicBezTo>
                  <a:cubicBezTo>
                    <a:pt x="474" y="938"/>
                    <a:pt x="440" y="917"/>
                    <a:pt x="425" y="864"/>
                  </a:cubicBezTo>
                  <a:cubicBezTo>
                    <a:pt x="409" y="809"/>
                    <a:pt x="428" y="770"/>
                    <a:pt x="480" y="754"/>
                  </a:cubicBezTo>
                  <a:close/>
                  <a:moveTo>
                    <a:pt x="700" y="1303"/>
                  </a:moveTo>
                  <a:cubicBezTo>
                    <a:pt x="700" y="1303"/>
                    <a:pt x="671" y="1309"/>
                    <a:pt x="641" y="1318"/>
                  </a:cubicBezTo>
                  <a:cubicBezTo>
                    <a:pt x="626" y="1322"/>
                    <a:pt x="626" y="1322"/>
                    <a:pt x="626" y="1322"/>
                  </a:cubicBezTo>
                  <a:cubicBezTo>
                    <a:pt x="600" y="1329"/>
                    <a:pt x="573" y="1339"/>
                    <a:pt x="573" y="1339"/>
                  </a:cubicBezTo>
                  <a:cubicBezTo>
                    <a:pt x="569" y="1315"/>
                    <a:pt x="569" y="1315"/>
                    <a:pt x="569" y="1315"/>
                  </a:cubicBezTo>
                  <a:cubicBezTo>
                    <a:pt x="581" y="1310"/>
                    <a:pt x="584" y="1304"/>
                    <a:pt x="579" y="1289"/>
                  </a:cubicBezTo>
                  <a:cubicBezTo>
                    <a:pt x="555" y="1204"/>
                    <a:pt x="555" y="1204"/>
                    <a:pt x="555" y="1204"/>
                  </a:cubicBezTo>
                  <a:cubicBezTo>
                    <a:pt x="552" y="1194"/>
                    <a:pt x="550" y="1192"/>
                    <a:pt x="543" y="1194"/>
                  </a:cubicBezTo>
                  <a:cubicBezTo>
                    <a:pt x="540" y="1195"/>
                    <a:pt x="536" y="1196"/>
                    <a:pt x="536" y="1196"/>
                  </a:cubicBezTo>
                  <a:cubicBezTo>
                    <a:pt x="533" y="1194"/>
                    <a:pt x="533" y="1194"/>
                    <a:pt x="533" y="1194"/>
                  </a:cubicBezTo>
                  <a:cubicBezTo>
                    <a:pt x="530" y="1174"/>
                    <a:pt x="530" y="1174"/>
                    <a:pt x="530" y="1174"/>
                  </a:cubicBezTo>
                  <a:cubicBezTo>
                    <a:pt x="570" y="1163"/>
                    <a:pt x="570" y="1163"/>
                    <a:pt x="570" y="1163"/>
                  </a:cubicBezTo>
                  <a:cubicBezTo>
                    <a:pt x="575" y="1161"/>
                    <a:pt x="585" y="1158"/>
                    <a:pt x="595" y="1155"/>
                  </a:cubicBezTo>
                  <a:cubicBezTo>
                    <a:pt x="609" y="1151"/>
                    <a:pt x="622" y="1146"/>
                    <a:pt x="622" y="1146"/>
                  </a:cubicBezTo>
                  <a:cubicBezTo>
                    <a:pt x="626" y="1172"/>
                    <a:pt x="626" y="1172"/>
                    <a:pt x="626" y="1172"/>
                  </a:cubicBezTo>
                  <a:cubicBezTo>
                    <a:pt x="609" y="1178"/>
                    <a:pt x="606" y="1182"/>
                    <a:pt x="608" y="1191"/>
                  </a:cubicBezTo>
                  <a:cubicBezTo>
                    <a:pt x="612" y="1207"/>
                    <a:pt x="616" y="1225"/>
                    <a:pt x="622" y="1248"/>
                  </a:cubicBezTo>
                  <a:cubicBezTo>
                    <a:pt x="631" y="1281"/>
                    <a:pt x="631" y="1281"/>
                    <a:pt x="631" y="1281"/>
                  </a:cubicBezTo>
                  <a:cubicBezTo>
                    <a:pt x="633" y="1287"/>
                    <a:pt x="637" y="1288"/>
                    <a:pt x="642" y="1286"/>
                  </a:cubicBezTo>
                  <a:cubicBezTo>
                    <a:pt x="660" y="1281"/>
                    <a:pt x="662" y="1272"/>
                    <a:pt x="655" y="1238"/>
                  </a:cubicBezTo>
                  <a:cubicBezTo>
                    <a:pt x="686" y="1226"/>
                    <a:pt x="686" y="1226"/>
                    <a:pt x="686" y="1226"/>
                  </a:cubicBezTo>
                  <a:cubicBezTo>
                    <a:pt x="690" y="1229"/>
                    <a:pt x="690" y="1229"/>
                    <a:pt x="690" y="1229"/>
                  </a:cubicBezTo>
                  <a:cubicBezTo>
                    <a:pt x="690" y="1229"/>
                    <a:pt x="695" y="1262"/>
                    <a:pt x="703" y="1297"/>
                  </a:cubicBezTo>
                  <a:lnTo>
                    <a:pt x="700" y="1303"/>
                  </a:lnTo>
                  <a:close/>
                  <a:moveTo>
                    <a:pt x="703" y="789"/>
                  </a:moveTo>
                  <a:cubicBezTo>
                    <a:pt x="840" y="1267"/>
                    <a:pt x="840" y="1267"/>
                    <a:pt x="840" y="1267"/>
                  </a:cubicBezTo>
                  <a:cubicBezTo>
                    <a:pt x="841" y="1273"/>
                    <a:pt x="838" y="1280"/>
                    <a:pt x="832" y="1281"/>
                  </a:cubicBezTo>
                  <a:cubicBezTo>
                    <a:pt x="826" y="1283"/>
                    <a:pt x="819" y="1280"/>
                    <a:pt x="818" y="1274"/>
                  </a:cubicBezTo>
                  <a:cubicBezTo>
                    <a:pt x="681" y="796"/>
                    <a:pt x="681" y="796"/>
                    <a:pt x="681" y="796"/>
                  </a:cubicBezTo>
                  <a:cubicBezTo>
                    <a:pt x="679" y="790"/>
                    <a:pt x="683" y="783"/>
                    <a:pt x="689" y="781"/>
                  </a:cubicBezTo>
                  <a:cubicBezTo>
                    <a:pt x="695" y="779"/>
                    <a:pt x="701" y="783"/>
                    <a:pt x="703" y="789"/>
                  </a:cubicBezTo>
                  <a:close/>
                  <a:moveTo>
                    <a:pt x="696" y="693"/>
                  </a:moveTo>
                  <a:cubicBezTo>
                    <a:pt x="700" y="709"/>
                    <a:pt x="691" y="726"/>
                    <a:pt x="675" y="731"/>
                  </a:cubicBezTo>
                  <a:cubicBezTo>
                    <a:pt x="658" y="736"/>
                    <a:pt x="641" y="726"/>
                    <a:pt x="637" y="710"/>
                  </a:cubicBezTo>
                  <a:cubicBezTo>
                    <a:pt x="632" y="693"/>
                    <a:pt x="641" y="676"/>
                    <a:pt x="658" y="672"/>
                  </a:cubicBezTo>
                  <a:cubicBezTo>
                    <a:pt x="674" y="667"/>
                    <a:pt x="691" y="676"/>
                    <a:pt x="696" y="693"/>
                  </a:cubicBezTo>
                  <a:close/>
                  <a:moveTo>
                    <a:pt x="501" y="121"/>
                  </a:moveTo>
                  <a:cubicBezTo>
                    <a:pt x="507" y="120"/>
                    <a:pt x="513" y="123"/>
                    <a:pt x="515" y="129"/>
                  </a:cubicBezTo>
                  <a:cubicBezTo>
                    <a:pt x="651" y="607"/>
                    <a:pt x="651" y="607"/>
                    <a:pt x="651" y="607"/>
                  </a:cubicBezTo>
                  <a:cubicBezTo>
                    <a:pt x="653" y="613"/>
                    <a:pt x="650" y="620"/>
                    <a:pt x="644" y="622"/>
                  </a:cubicBezTo>
                  <a:cubicBezTo>
                    <a:pt x="638" y="623"/>
                    <a:pt x="631" y="620"/>
                    <a:pt x="629" y="614"/>
                  </a:cubicBezTo>
                  <a:cubicBezTo>
                    <a:pt x="493" y="136"/>
                    <a:pt x="493" y="136"/>
                    <a:pt x="493" y="136"/>
                  </a:cubicBezTo>
                  <a:cubicBezTo>
                    <a:pt x="491" y="130"/>
                    <a:pt x="494" y="123"/>
                    <a:pt x="501" y="121"/>
                  </a:cubicBezTo>
                  <a:close/>
                  <a:moveTo>
                    <a:pt x="439" y="349"/>
                  </a:moveTo>
                  <a:cubicBezTo>
                    <a:pt x="439" y="349"/>
                    <a:pt x="440" y="373"/>
                    <a:pt x="447" y="404"/>
                  </a:cubicBezTo>
                  <a:cubicBezTo>
                    <a:pt x="409" y="418"/>
                    <a:pt x="409" y="418"/>
                    <a:pt x="409" y="418"/>
                  </a:cubicBezTo>
                  <a:cubicBezTo>
                    <a:pt x="409" y="418"/>
                    <a:pt x="408" y="411"/>
                    <a:pt x="405" y="403"/>
                  </a:cubicBezTo>
                  <a:cubicBezTo>
                    <a:pt x="402" y="389"/>
                    <a:pt x="395" y="386"/>
                    <a:pt x="383" y="389"/>
                  </a:cubicBezTo>
                  <a:cubicBezTo>
                    <a:pt x="381" y="390"/>
                    <a:pt x="378" y="391"/>
                    <a:pt x="377" y="392"/>
                  </a:cubicBezTo>
                  <a:cubicBezTo>
                    <a:pt x="404" y="488"/>
                    <a:pt x="404" y="488"/>
                    <a:pt x="404" y="488"/>
                  </a:cubicBezTo>
                  <a:cubicBezTo>
                    <a:pt x="407" y="488"/>
                    <a:pt x="410" y="488"/>
                    <a:pt x="413" y="487"/>
                  </a:cubicBezTo>
                  <a:cubicBezTo>
                    <a:pt x="426" y="484"/>
                    <a:pt x="429" y="474"/>
                    <a:pt x="424" y="452"/>
                  </a:cubicBezTo>
                  <a:cubicBezTo>
                    <a:pt x="462" y="439"/>
                    <a:pt x="462" y="439"/>
                    <a:pt x="462" y="439"/>
                  </a:cubicBezTo>
                  <a:cubicBezTo>
                    <a:pt x="462" y="439"/>
                    <a:pt x="467" y="469"/>
                    <a:pt x="474" y="494"/>
                  </a:cubicBezTo>
                  <a:cubicBezTo>
                    <a:pt x="472" y="499"/>
                    <a:pt x="472" y="499"/>
                    <a:pt x="472" y="499"/>
                  </a:cubicBezTo>
                  <a:cubicBezTo>
                    <a:pt x="472" y="499"/>
                    <a:pt x="448" y="516"/>
                    <a:pt x="415" y="525"/>
                  </a:cubicBezTo>
                  <a:cubicBezTo>
                    <a:pt x="415" y="525"/>
                    <a:pt x="415" y="525"/>
                    <a:pt x="415" y="525"/>
                  </a:cubicBezTo>
                  <a:cubicBezTo>
                    <a:pt x="368" y="538"/>
                    <a:pt x="333" y="516"/>
                    <a:pt x="318" y="465"/>
                  </a:cubicBezTo>
                  <a:cubicBezTo>
                    <a:pt x="303" y="414"/>
                    <a:pt x="321" y="376"/>
                    <a:pt x="367" y="358"/>
                  </a:cubicBezTo>
                  <a:cubicBezTo>
                    <a:pt x="372" y="356"/>
                    <a:pt x="376" y="354"/>
                    <a:pt x="381" y="353"/>
                  </a:cubicBezTo>
                  <a:cubicBezTo>
                    <a:pt x="403" y="347"/>
                    <a:pt x="436" y="344"/>
                    <a:pt x="436" y="344"/>
                  </a:cubicBezTo>
                  <a:lnTo>
                    <a:pt x="439" y="349"/>
                  </a:lnTo>
                  <a:close/>
                  <a:moveTo>
                    <a:pt x="310" y="158"/>
                  </a:moveTo>
                  <a:cubicBezTo>
                    <a:pt x="313" y="157"/>
                    <a:pt x="317" y="156"/>
                    <a:pt x="321" y="155"/>
                  </a:cubicBezTo>
                  <a:cubicBezTo>
                    <a:pt x="348" y="147"/>
                    <a:pt x="371" y="148"/>
                    <a:pt x="371" y="148"/>
                  </a:cubicBezTo>
                  <a:cubicBezTo>
                    <a:pt x="375" y="153"/>
                    <a:pt x="375" y="153"/>
                    <a:pt x="375" y="153"/>
                  </a:cubicBezTo>
                  <a:cubicBezTo>
                    <a:pt x="375" y="153"/>
                    <a:pt x="377" y="175"/>
                    <a:pt x="381" y="198"/>
                  </a:cubicBezTo>
                  <a:cubicBezTo>
                    <a:pt x="352" y="209"/>
                    <a:pt x="352" y="209"/>
                    <a:pt x="352" y="209"/>
                  </a:cubicBezTo>
                  <a:cubicBezTo>
                    <a:pt x="349" y="208"/>
                    <a:pt x="349" y="208"/>
                    <a:pt x="349" y="208"/>
                  </a:cubicBezTo>
                  <a:cubicBezTo>
                    <a:pt x="347" y="204"/>
                    <a:pt x="347" y="204"/>
                    <a:pt x="347" y="204"/>
                  </a:cubicBezTo>
                  <a:cubicBezTo>
                    <a:pt x="344" y="192"/>
                    <a:pt x="336" y="188"/>
                    <a:pt x="324" y="191"/>
                  </a:cubicBezTo>
                  <a:cubicBezTo>
                    <a:pt x="322" y="192"/>
                    <a:pt x="321" y="192"/>
                    <a:pt x="319" y="193"/>
                  </a:cubicBezTo>
                  <a:cubicBezTo>
                    <a:pt x="326" y="217"/>
                    <a:pt x="326" y="217"/>
                    <a:pt x="326" y="217"/>
                  </a:cubicBezTo>
                  <a:cubicBezTo>
                    <a:pt x="333" y="218"/>
                    <a:pt x="341" y="219"/>
                    <a:pt x="350" y="220"/>
                  </a:cubicBezTo>
                  <a:cubicBezTo>
                    <a:pt x="372" y="223"/>
                    <a:pt x="398" y="228"/>
                    <a:pt x="406" y="256"/>
                  </a:cubicBezTo>
                  <a:cubicBezTo>
                    <a:pt x="414" y="285"/>
                    <a:pt x="396" y="311"/>
                    <a:pt x="357" y="326"/>
                  </a:cubicBezTo>
                  <a:cubicBezTo>
                    <a:pt x="353" y="327"/>
                    <a:pt x="348" y="329"/>
                    <a:pt x="343" y="331"/>
                  </a:cubicBezTo>
                  <a:cubicBezTo>
                    <a:pt x="313" y="339"/>
                    <a:pt x="290" y="334"/>
                    <a:pt x="290" y="334"/>
                  </a:cubicBezTo>
                  <a:cubicBezTo>
                    <a:pt x="286" y="330"/>
                    <a:pt x="286" y="330"/>
                    <a:pt x="286" y="330"/>
                  </a:cubicBezTo>
                  <a:cubicBezTo>
                    <a:pt x="286" y="330"/>
                    <a:pt x="283" y="304"/>
                    <a:pt x="279" y="287"/>
                  </a:cubicBezTo>
                  <a:cubicBezTo>
                    <a:pt x="311" y="276"/>
                    <a:pt x="311" y="276"/>
                    <a:pt x="311" y="276"/>
                  </a:cubicBezTo>
                  <a:cubicBezTo>
                    <a:pt x="316" y="294"/>
                    <a:pt x="326" y="299"/>
                    <a:pt x="340" y="295"/>
                  </a:cubicBezTo>
                  <a:cubicBezTo>
                    <a:pt x="343" y="294"/>
                    <a:pt x="346" y="293"/>
                    <a:pt x="348" y="291"/>
                  </a:cubicBezTo>
                  <a:cubicBezTo>
                    <a:pt x="342" y="271"/>
                    <a:pt x="342" y="271"/>
                    <a:pt x="342" y="271"/>
                  </a:cubicBezTo>
                  <a:cubicBezTo>
                    <a:pt x="334" y="268"/>
                    <a:pt x="323" y="268"/>
                    <a:pt x="311" y="266"/>
                  </a:cubicBezTo>
                  <a:cubicBezTo>
                    <a:pt x="289" y="263"/>
                    <a:pt x="266" y="256"/>
                    <a:pt x="259" y="230"/>
                  </a:cubicBezTo>
                  <a:cubicBezTo>
                    <a:pt x="250" y="201"/>
                    <a:pt x="271" y="173"/>
                    <a:pt x="310" y="158"/>
                  </a:cubicBezTo>
                  <a:close/>
                  <a:moveTo>
                    <a:pt x="255" y="720"/>
                  </a:moveTo>
                  <a:cubicBezTo>
                    <a:pt x="119" y="242"/>
                    <a:pt x="119" y="242"/>
                    <a:pt x="119" y="242"/>
                  </a:cubicBezTo>
                  <a:cubicBezTo>
                    <a:pt x="117" y="236"/>
                    <a:pt x="121" y="230"/>
                    <a:pt x="126" y="228"/>
                  </a:cubicBezTo>
                  <a:cubicBezTo>
                    <a:pt x="132" y="226"/>
                    <a:pt x="139" y="230"/>
                    <a:pt x="141" y="236"/>
                  </a:cubicBezTo>
                  <a:cubicBezTo>
                    <a:pt x="277" y="714"/>
                    <a:pt x="277" y="714"/>
                    <a:pt x="277" y="714"/>
                  </a:cubicBezTo>
                  <a:cubicBezTo>
                    <a:pt x="279" y="720"/>
                    <a:pt x="275" y="726"/>
                    <a:pt x="269" y="728"/>
                  </a:cubicBezTo>
                  <a:cubicBezTo>
                    <a:pt x="263" y="730"/>
                    <a:pt x="257" y="726"/>
                    <a:pt x="255" y="720"/>
                  </a:cubicBezTo>
                  <a:close/>
                  <a:moveTo>
                    <a:pt x="263" y="816"/>
                  </a:moveTo>
                  <a:cubicBezTo>
                    <a:pt x="258" y="800"/>
                    <a:pt x="268" y="783"/>
                    <a:pt x="284" y="778"/>
                  </a:cubicBezTo>
                  <a:cubicBezTo>
                    <a:pt x="301" y="774"/>
                    <a:pt x="317" y="783"/>
                    <a:pt x="322" y="799"/>
                  </a:cubicBezTo>
                  <a:cubicBezTo>
                    <a:pt x="327" y="816"/>
                    <a:pt x="317" y="833"/>
                    <a:pt x="301" y="837"/>
                  </a:cubicBezTo>
                  <a:cubicBezTo>
                    <a:pt x="293" y="840"/>
                    <a:pt x="285" y="839"/>
                    <a:pt x="278" y="835"/>
                  </a:cubicBezTo>
                  <a:cubicBezTo>
                    <a:pt x="270" y="831"/>
                    <a:pt x="265" y="824"/>
                    <a:pt x="263" y="816"/>
                  </a:cubicBezTo>
                  <a:close/>
                  <a:moveTo>
                    <a:pt x="315" y="888"/>
                  </a:moveTo>
                  <a:cubicBezTo>
                    <a:pt x="321" y="886"/>
                    <a:pt x="328" y="889"/>
                    <a:pt x="329" y="895"/>
                  </a:cubicBezTo>
                  <a:cubicBezTo>
                    <a:pt x="466" y="1374"/>
                    <a:pt x="466" y="1374"/>
                    <a:pt x="466" y="1374"/>
                  </a:cubicBezTo>
                  <a:cubicBezTo>
                    <a:pt x="468" y="1379"/>
                    <a:pt x="464" y="1386"/>
                    <a:pt x="458" y="1388"/>
                  </a:cubicBezTo>
                  <a:cubicBezTo>
                    <a:pt x="452" y="1390"/>
                    <a:pt x="446" y="1386"/>
                    <a:pt x="444" y="1380"/>
                  </a:cubicBezTo>
                  <a:cubicBezTo>
                    <a:pt x="307" y="902"/>
                    <a:pt x="307" y="902"/>
                    <a:pt x="307" y="902"/>
                  </a:cubicBezTo>
                  <a:cubicBezTo>
                    <a:pt x="306" y="896"/>
                    <a:pt x="309" y="889"/>
                    <a:pt x="315" y="888"/>
                  </a:cubicBezTo>
                  <a:close/>
                  <a:moveTo>
                    <a:pt x="315" y="888"/>
                  </a:moveTo>
                  <a:cubicBezTo>
                    <a:pt x="315" y="888"/>
                    <a:pt x="315" y="888"/>
                    <a:pt x="315" y="888"/>
                  </a:cubicBezTo>
                </a:path>
              </a:pathLst>
            </a:custGeom>
            <a:solidFill>
              <a:srgbClr val="3131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35" name="组合 34"/>
            <p:cNvGrpSpPr/>
            <p:nvPr userDrawn="1"/>
          </p:nvGrpSpPr>
          <p:grpSpPr>
            <a:xfrm>
              <a:off x="6094413" y="882650"/>
              <a:ext cx="5621338" cy="5291138"/>
              <a:chOff x="6094413" y="882650"/>
              <a:chExt cx="5621338" cy="5291138"/>
            </a:xfrm>
          </p:grpSpPr>
          <p:sp>
            <p:nvSpPr>
              <p:cNvPr id="36" name="Freeform 363"/>
              <p:cNvSpPr>
                <a:spLocks noEditPoints="1"/>
              </p:cNvSpPr>
              <p:nvPr userDrawn="1"/>
            </p:nvSpPr>
            <p:spPr bwMode="auto">
              <a:xfrm>
                <a:off x="9875838" y="2300288"/>
                <a:ext cx="928688" cy="320675"/>
              </a:xfrm>
              <a:custGeom>
                <a:avLst/>
                <a:gdLst>
                  <a:gd name="T0" fmla="*/ 574 w 585"/>
                  <a:gd name="T1" fmla="*/ 0 h 202"/>
                  <a:gd name="T2" fmla="*/ 288 w 585"/>
                  <a:gd name="T3" fmla="*/ 81 h 202"/>
                  <a:gd name="T4" fmla="*/ 0 w 585"/>
                  <a:gd name="T5" fmla="*/ 164 h 202"/>
                  <a:gd name="T6" fmla="*/ 12 w 585"/>
                  <a:gd name="T7" fmla="*/ 202 h 202"/>
                  <a:gd name="T8" fmla="*/ 299 w 585"/>
                  <a:gd name="T9" fmla="*/ 120 h 202"/>
                  <a:gd name="T10" fmla="*/ 585 w 585"/>
                  <a:gd name="T11" fmla="*/ 39 h 202"/>
                  <a:gd name="T12" fmla="*/ 574 w 585"/>
                  <a:gd name="T13" fmla="*/ 0 h 202"/>
                  <a:gd name="T14" fmla="*/ 574 w 585"/>
                  <a:gd name="T15" fmla="*/ 0 h 202"/>
                  <a:gd name="T16" fmla="*/ 574 w 585"/>
                  <a:gd name="T17" fmla="*/ 0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85" h="202">
                    <a:moveTo>
                      <a:pt x="574" y="0"/>
                    </a:moveTo>
                    <a:lnTo>
                      <a:pt x="288" y="81"/>
                    </a:lnTo>
                    <a:lnTo>
                      <a:pt x="0" y="164"/>
                    </a:lnTo>
                    <a:lnTo>
                      <a:pt x="12" y="202"/>
                    </a:lnTo>
                    <a:lnTo>
                      <a:pt x="299" y="120"/>
                    </a:lnTo>
                    <a:lnTo>
                      <a:pt x="585" y="39"/>
                    </a:lnTo>
                    <a:lnTo>
                      <a:pt x="574" y="0"/>
                    </a:lnTo>
                    <a:close/>
                    <a:moveTo>
                      <a:pt x="574" y="0"/>
                    </a:moveTo>
                    <a:lnTo>
                      <a:pt x="57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" name="Freeform 364"/>
              <p:cNvSpPr>
                <a:spLocks noEditPoints="1"/>
              </p:cNvSpPr>
              <p:nvPr userDrawn="1"/>
            </p:nvSpPr>
            <p:spPr bwMode="auto">
              <a:xfrm>
                <a:off x="9875838" y="2300288"/>
                <a:ext cx="928688" cy="320675"/>
              </a:xfrm>
              <a:custGeom>
                <a:avLst/>
                <a:gdLst>
                  <a:gd name="T0" fmla="*/ 574 w 585"/>
                  <a:gd name="T1" fmla="*/ 0 h 202"/>
                  <a:gd name="T2" fmla="*/ 288 w 585"/>
                  <a:gd name="T3" fmla="*/ 81 h 202"/>
                  <a:gd name="T4" fmla="*/ 0 w 585"/>
                  <a:gd name="T5" fmla="*/ 164 h 202"/>
                  <a:gd name="T6" fmla="*/ 12 w 585"/>
                  <a:gd name="T7" fmla="*/ 202 h 202"/>
                  <a:gd name="T8" fmla="*/ 299 w 585"/>
                  <a:gd name="T9" fmla="*/ 120 h 202"/>
                  <a:gd name="T10" fmla="*/ 585 w 585"/>
                  <a:gd name="T11" fmla="*/ 39 h 202"/>
                  <a:gd name="T12" fmla="*/ 574 w 585"/>
                  <a:gd name="T13" fmla="*/ 0 h 202"/>
                  <a:gd name="T14" fmla="*/ 574 w 585"/>
                  <a:gd name="T15" fmla="*/ 0 h 202"/>
                  <a:gd name="T16" fmla="*/ 574 w 585"/>
                  <a:gd name="T17" fmla="*/ 0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85" h="202">
                    <a:moveTo>
                      <a:pt x="574" y="0"/>
                    </a:moveTo>
                    <a:lnTo>
                      <a:pt x="288" y="81"/>
                    </a:lnTo>
                    <a:lnTo>
                      <a:pt x="0" y="164"/>
                    </a:lnTo>
                    <a:lnTo>
                      <a:pt x="12" y="202"/>
                    </a:lnTo>
                    <a:lnTo>
                      <a:pt x="299" y="120"/>
                    </a:lnTo>
                    <a:lnTo>
                      <a:pt x="585" y="39"/>
                    </a:lnTo>
                    <a:lnTo>
                      <a:pt x="574" y="0"/>
                    </a:lnTo>
                    <a:moveTo>
                      <a:pt x="574" y="0"/>
                    </a:moveTo>
                    <a:lnTo>
                      <a:pt x="57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" name="Freeform 365"/>
              <p:cNvSpPr>
                <a:spLocks noEditPoints="1"/>
              </p:cNvSpPr>
              <p:nvPr userDrawn="1"/>
            </p:nvSpPr>
            <p:spPr bwMode="auto">
              <a:xfrm>
                <a:off x="10494963" y="4465638"/>
                <a:ext cx="927100" cy="322263"/>
              </a:xfrm>
              <a:custGeom>
                <a:avLst/>
                <a:gdLst>
                  <a:gd name="T0" fmla="*/ 573 w 584"/>
                  <a:gd name="T1" fmla="*/ 0 h 203"/>
                  <a:gd name="T2" fmla="*/ 287 w 584"/>
                  <a:gd name="T3" fmla="*/ 82 h 203"/>
                  <a:gd name="T4" fmla="*/ 0 w 584"/>
                  <a:gd name="T5" fmla="*/ 164 h 203"/>
                  <a:gd name="T6" fmla="*/ 11 w 584"/>
                  <a:gd name="T7" fmla="*/ 203 h 203"/>
                  <a:gd name="T8" fmla="*/ 298 w 584"/>
                  <a:gd name="T9" fmla="*/ 121 h 203"/>
                  <a:gd name="T10" fmla="*/ 584 w 584"/>
                  <a:gd name="T11" fmla="*/ 39 h 203"/>
                  <a:gd name="T12" fmla="*/ 573 w 584"/>
                  <a:gd name="T13" fmla="*/ 0 h 203"/>
                  <a:gd name="T14" fmla="*/ 573 w 584"/>
                  <a:gd name="T15" fmla="*/ 0 h 203"/>
                  <a:gd name="T16" fmla="*/ 573 w 584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84" h="203">
                    <a:moveTo>
                      <a:pt x="573" y="0"/>
                    </a:moveTo>
                    <a:lnTo>
                      <a:pt x="287" y="82"/>
                    </a:lnTo>
                    <a:lnTo>
                      <a:pt x="0" y="164"/>
                    </a:lnTo>
                    <a:lnTo>
                      <a:pt x="11" y="203"/>
                    </a:lnTo>
                    <a:lnTo>
                      <a:pt x="298" y="121"/>
                    </a:lnTo>
                    <a:lnTo>
                      <a:pt x="584" y="39"/>
                    </a:lnTo>
                    <a:lnTo>
                      <a:pt x="573" y="0"/>
                    </a:lnTo>
                    <a:close/>
                    <a:moveTo>
                      <a:pt x="573" y="0"/>
                    </a:moveTo>
                    <a:lnTo>
                      <a:pt x="57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" name="Freeform 366"/>
              <p:cNvSpPr>
                <a:spLocks noEditPoints="1"/>
              </p:cNvSpPr>
              <p:nvPr userDrawn="1"/>
            </p:nvSpPr>
            <p:spPr bwMode="auto">
              <a:xfrm>
                <a:off x="10494963" y="4465638"/>
                <a:ext cx="927100" cy="322263"/>
              </a:xfrm>
              <a:custGeom>
                <a:avLst/>
                <a:gdLst>
                  <a:gd name="T0" fmla="*/ 573 w 584"/>
                  <a:gd name="T1" fmla="*/ 0 h 203"/>
                  <a:gd name="T2" fmla="*/ 287 w 584"/>
                  <a:gd name="T3" fmla="*/ 82 h 203"/>
                  <a:gd name="T4" fmla="*/ 0 w 584"/>
                  <a:gd name="T5" fmla="*/ 164 h 203"/>
                  <a:gd name="T6" fmla="*/ 11 w 584"/>
                  <a:gd name="T7" fmla="*/ 203 h 203"/>
                  <a:gd name="T8" fmla="*/ 298 w 584"/>
                  <a:gd name="T9" fmla="*/ 121 h 203"/>
                  <a:gd name="T10" fmla="*/ 584 w 584"/>
                  <a:gd name="T11" fmla="*/ 39 h 203"/>
                  <a:gd name="T12" fmla="*/ 573 w 584"/>
                  <a:gd name="T13" fmla="*/ 0 h 203"/>
                  <a:gd name="T14" fmla="*/ 573 w 584"/>
                  <a:gd name="T15" fmla="*/ 0 h 203"/>
                  <a:gd name="T16" fmla="*/ 573 w 584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84" h="203">
                    <a:moveTo>
                      <a:pt x="573" y="0"/>
                    </a:moveTo>
                    <a:lnTo>
                      <a:pt x="287" y="82"/>
                    </a:lnTo>
                    <a:lnTo>
                      <a:pt x="0" y="164"/>
                    </a:lnTo>
                    <a:lnTo>
                      <a:pt x="11" y="203"/>
                    </a:lnTo>
                    <a:lnTo>
                      <a:pt x="298" y="121"/>
                    </a:lnTo>
                    <a:lnTo>
                      <a:pt x="584" y="39"/>
                    </a:lnTo>
                    <a:lnTo>
                      <a:pt x="573" y="0"/>
                    </a:lnTo>
                    <a:moveTo>
                      <a:pt x="573" y="0"/>
                    </a:moveTo>
                    <a:lnTo>
                      <a:pt x="57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" name="Freeform 367"/>
              <p:cNvSpPr>
                <a:spLocks noEditPoints="1"/>
              </p:cNvSpPr>
              <p:nvPr userDrawn="1"/>
            </p:nvSpPr>
            <p:spPr bwMode="auto">
              <a:xfrm>
                <a:off x="10291763" y="2595563"/>
                <a:ext cx="260350" cy="306388"/>
              </a:xfrm>
              <a:custGeom>
                <a:avLst/>
                <a:gdLst>
                  <a:gd name="T0" fmla="*/ 155 w 164"/>
                  <a:gd name="T1" fmla="*/ 109 h 193"/>
                  <a:gd name="T2" fmla="*/ 99 w 164"/>
                  <a:gd name="T3" fmla="*/ 73 h 193"/>
                  <a:gd name="T4" fmla="*/ 76 w 164"/>
                  <a:gd name="T5" fmla="*/ 70 h 193"/>
                  <a:gd name="T6" fmla="*/ 61 w 164"/>
                  <a:gd name="T7" fmla="*/ 60 h 193"/>
                  <a:gd name="T8" fmla="*/ 69 w 164"/>
                  <a:gd name="T9" fmla="*/ 46 h 193"/>
                  <a:gd name="T10" fmla="*/ 73 w 164"/>
                  <a:gd name="T11" fmla="*/ 44 h 193"/>
                  <a:gd name="T12" fmla="*/ 97 w 164"/>
                  <a:gd name="T13" fmla="*/ 57 h 193"/>
                  <a:gd name="T14" fmla="*/ 98 w 164"/>
                  <a:gd name="T15" fmla="*/ 61 h 193"/>
                  <a:gd name="T16" fmla="*/ 102 w 164"/>
                  <a:gd name="T17" fmla="*/ 62 h 193"/>
                  <a:gd name="T18" fmla="*/ 130 w 164"/>
                  <a:gd name="T19" fmla="*/ 51 h 193"/>
                  <a:gd name="T20" fmla="*/ 125 w 164"/>
                  <a:gd name="T21" fmla="*/ 6 h 193"/>
                  <a:gd name="T22" fmla="*/ 120 w 164"/>
                  <a:gd name="T23" fmla="*/ 1 h 193"/>
                  <a:gd name="T24" fmla="*/ 70 w 164"/>
                  <a:gd name="T25" fmla="*/ 8 h 193"/>
                  <a:gd name="T26" fmla="*/ 59 w 164"/>
                  <a:gd name="T27" fmla="*/ 11 h 193"/>
                  <a:gd name="T28" fmla="*/ 8 w 164"/>
                  <a:gd name="T29" fmla="*/ 84 h 193"/>
                  <a:gd name="T30" fmla="*/ 60 w 164"/>
                  <a:gd name="T31" fmla="*/ 120 h 193"/>
                  <a:gd name="T32" fmla="*/ 91 w 164"/>
                  <a:gd name="T33" fmla="*/ 125 h 193"/>
                  <a:gd name="T34" fmla="*/ 103 w 164"/>
                  <a:gd name="T35" fmla="*/ 134 h 193"/>
                  <a:gd name="T36" fmla="*/ 97 w 164"/>
                  <a:gd name="T37" fmla="*/ 145 h 193"/>
                  <a:gd name="T38" fmla="*/ 89 w 164"/>
                  <a:gd name="T39" fmla="*/ 149 h 193"/>
                  <a:gd name="T40" fmla="*/ 60 w 164"/>
                  <a:gd name="T41" fmla="*/ 130 h 193"/>
                  <a:gd name="T42" fmla="*/ 28 w 164"/>
                  <a:gd name="T43" fmla="*/ 141 h 193"/>
                  <a:gd name="T44" fmla="*/ 35 w 164"/>
                  <a:gd name="T45" fmla="*/ 184 h 193"/>
                  <a:gd name="T46" fmla="*/ 39 w 164"/>
                  <a:gd name="T47" fmla="*/ 188 h 193"/>
                  <a:gd name="T48" fmla="*/ 92 w 164"/>
                  <a:gd name="T49" fmla="*/ 185 h 193"/>
                  <a:gd name="T50" fmla="*/ 106 w 164"/>
                  <a:gd name="T51" fmla="*/ 180 h 193"/>
                  <a:gd name="T52" fmla="*/ 155 w 164"/>
                  <a:gd name="T53" fmla="*/ 109 h 193"/>
                  <a:gd name="T54" fmla="*/ 155 w 164"/>
                  <a:gd name="T55" fmla="*/ 109 h 193"/>
                  <a:gd name="T56" fmla="*/ 155 w 164"/>
                  <a:gd name="T57" fmla="*/ 109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64" h="193">
                    <a:moveTo>
                      <a:pt x="155" y="109"/>
                    </a:moveTo>
                    <a:cubicBezTo>
                      <a:pt x="148" y="81"/>
                      <a:pt x="121" y="76"/>
                      <a:pt x="99" y="73"/>
                    </a:cubicBezTo>
                    <a:cubicBezTo>
                      <a:pt x="90" y="72"/>
                      <a:pt x="83" y="71"/>
                      <a:pt x="76" y="70"/>
                    </a:cubicBezTo>
                    <a:cubicBezTo>
                      <a:pt x="68" y="68"/>
                      <a:pt x="62" y="66"/>
                      <a:pt x="61" y="60"/>
                    </a:cubicBezTo>
                    <a:cubicBezTo>
                      <a:pt x="60" y="54"/>
                      <a:pt x="63" y="49"/>
                      <a:pt x="69" y="46"/>
                    </a:cubicBezTo>
                    <a:cubicBezTo>
                      <a:pt x="70" y="45"/>
                      <a:pt x="72" y="45"/>
                      <a:pt x="73" y="44"/>
                    </a:cubicBezTo>
                    <a:cubicBezTo>
                      <a:pt x="85" y="41"/>
                      <a:pt x="93" y="45"/>
                      <a:pt x="97" y="57"/>
                    </a:cubicBezTo>
                    <a:cubicBezTo>
                      <a:pt x="98" y="61"/>
                      <a:pt x="98" y="61"/>
                      <a:pt x="98" y="61"/>
                    </a:cubicBezTo>
                    <a:cubicBezTo>
                      <a:pt x="102" y="62"/>
                      <a:pt x="102" y="62"/>
                      <a:pt x="102" y="62"/>
                    </a:cubicBezTo>
                    <a:cubicBezTo>
                      <a:pt x="130" y="51"/>
                      <a:pt x="130" y="51"/>
                      <a:pt x="130" y="51"/>
                    </a:cubicBezTo>
                    <a:cubicBezTo>
                      <a:pt x="126" y="28"/>
                      <a:pt x="125" y="6"/>
                      <a:pt x="125" y="6"/>
                    </a:cubicBezTo>
                    <a:cubicBezTo>
                      <a:pt x="120" y="1"/>
                      <a:pt x="120" y="1"/>
                      <a:pt x="120" y="1"/>
                    </a:cubicBezTo>
                    <a:cubicBezTo>
                      <a:pt x="120" y="1"/>
                      <a:pt x="98" y="0"/>
                      <a:pt x="70" y="8"/>
                    </a:cubicBezTo>
                    <a:cubicBezTo>
                      <a:pt x="66" y="9"/>
                      <a:pt x="63" y="10"/>
                      <a:pt x="59" y="11"/>
                    </a:cubicBezTo>
                    <a:cubicBezTo>
                      <a:pt x="20" y="26"/>
                      <a:pt x="0" y="54"/>
                      <a:pt x="8" y="84"/>
                    </a:cubicBezTo>
                    <a:cubicBezTo>
                      <a:pt x="15" y="110"/>
                      <a:pt x="38" y="116"/>
                      <a:pt x="60" y="120"/>
                    </a:cubicBezTo>
                    <a:cubicBezTo>
                      <a:pt x="72" y="121"/>
                      <a:pt x="83" y="122"/>
                      <a:pt x="91" y="125"/>
                    </a:cubicBezTo>
                    <a:cubicBezTo>
                      <a:pt x="97" y="126"/>
                      <a:pt x="101" y="129"/>
                      <a:pt x="103" y="134"/>
                    </a:cubicBezTo>
                    <a:cubicBezTo>
                      <a:pt x="104" y="138"/>
                      <a:pt x="102" y="142"/>
                      <a:pt x="97" y="145"/>
                    </a:cubicBezTo>
                    <a:cubicBezTo>
                      <a:pt x="95" y="147"/>
                      <a:pt x="92" y="148"/>
                      <a:pt x="89" y="149"/>
                    </a:cubicBezTo>
                    <a:cubicBezTo>
                      <a:pt x="75" y="153"/>
                      <a:pt x="65" y="147"/>
                      <a:pt x="60" y="130"/>
                    </a:cubicBezTo>
                    <a:cubicBezTo>
                      <a:pt x="28" y="141"/>
                      <a:pt x="28" y="141"/>
                      <a:pt x="28" y="141"/>
                    </a:cubicBezTo>
                    <a:cubicBezTo>
                      <a:pt x="33" y="158"/>
                      <a:pt x="35" y="184"/>
                      <a:pt x="35" y="184"/>
                    </a:cubicBezTo>
                    <a:cubicBezTo>
                      <a:pt x="39" y="188"/>
                      <a:pt x="39" y="188"/>
                      <a:pt x="39" y="188"/>
                    </a:cubicBezTo>
                    <a:cubicBezTo>
                      <a:pt x="39" y="188"/>
                      <a:pt x="62" y="193"/>
                      <a:pt x="92" y="185"/>
                    </a:cubicBezTo>
                    <a:cubicBezTo>
                      <a:pt x="97" y="183"/>
                      <a:pt x="102" y="181"/>
                      <a:pt x="106" y="180"/>
                    </a:cubicBezTo>
                    <a:cubicBezTo>
                      <a:pt x="145" y="164"/>
                      <a:pt x="164" y="138"/>
                      <a:pt x="155" y="109"/>
                    </a:cubicBezTo>
                    <a:close/>
                    <a:moveTo>
                      <a:pt x="155" y="109"/>
                    </a:moveTo>
                    <a:cubicBezTo>
                      <a:pt x="155" y="109"/>
                      <a:pt x="155" y="109"/>
                      <a:pt x="155" y="10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" name="Freeform 368"/>
              <p:cNvSpPr>
                <a:spLocks noEditPoints="1"/>
              </p:cNvSpPr>
              <p:nvPr userDrawn="1"/>
            </p:nvSpPr>
            <p:spPr bwMode="auto">
              <a:xfrm>
                <a:off x="10374313" y="2906713"/>
                <a:ext cx="271463" cy="309563"/>
              </a:xfrm>
              <a:custGeom>
                <a:avLst/>
                <a:gdLst>
                  <a:gd name="T0" fmla="*/ 159 w 171"/>
                  <a:gd name="T1" fmla="*/ 96 h 195"/>
                  <a:gd name="T2" fmla="*/ 121 w 171"/>
                  <a:gd name="T3" fmla="*/ 109 h 195"/>
                  <a:gd name="T4" fmla="*/ 110 w 171"/>
                  <a:gd name="T5" fmla="*/ 144 h 195"/>
                  <a:gd name="T6" fmla="*/ 101 w 171"/>
                  <a:gd name="T7" fmla="*/ 144 h 195"/>
                  <a:gd name="T8" fmla="*/ 69 w 171"/>
                  <a:gd name="T9" fmla="*/ 96 h 195"/>
                  <a:gd name="T10" fmla="*/ 74 w 171"/>
                  <a:gd name="T11" fmla="*/ 49 h 195"/>
                  <a:gd name="T12" fmla="*/ 80 w 171"/>
                  <a:gd name="T13" fmla="*/ 46 h 195"/>
                  <a:gd name="T14" fmla="*/ 102 w 171"/>
                  <a:gd name="T15" fmla="*/ 60 h 195"/>
                  <a:gd name="T16" fmla="*/ 106 w 171"/>
                  <a:gd name="T17" fmla="*/ 74 h 195"/>
                  <a:gd name="T18" fmla="*/ 144 w 171"/>
                  <a:gd name="T19" fmla="*/ 61 h 195"/>
                  <a:gd name="T20" fmla="*/ 136 w 171"/>
                  <a:gd name="T21" fmla="*/ 5 h 195"/>
                  <a:gd name="T22" fmla="*/ 132 w 171"/>
                  <a:gd name="T23" fmla="*/ 0 h 195"/>
                  <a:gd name="T24" fmla="*/ 78 w 171"/>
                  <a:gd name="T25" fmla="*/ 9 h 195"/>
                  <a:gd name="T26" fmla="*/ 63 w 171"/>
                  <a:gd name="T27" fmla="*/ 14 h 195"/>
                  <a:gd name="T28" fmla="*/ 14 w 171"/>
                  <a:gd name="T29" fmla="*/ 122 h 195"/>
                  <a:gd name="T30" fmla="*/ 111 w 171"/>
                  <a:gd name="T31" fmla="*/ 182 h 195"/>
                  <a:gd name="T32" fmla="*/ 112 w 171"/>
                  <a:gd name="T33" fmla="*/ 182 h 195"/>
                  <a:gd name="T34" fmla="*/ 168 w 171"/>
                  <a:gd name="T35" fmla="*/ 155 h 195"/>
                  <a:gd name="T36" fmla="*/ 171 w 171"/>
                  <a:gd name="T37" fmla="*/ 150 h 195"/>
                  <a:gd name="T38" fmla="*/ 159 w 171"/>
                  <a:gd name="T39" fmla="*/ 96 h 195"/>
                  <a:gd name="T40" fmla="*/ 159 w 171"/>
                  <a:gd name="T41" fmla="*/ 96 h 195"/>
                  <a:gd name="T42" fmla="*/ 159 w 171"/>
                  <a:gd name="T43" fmla="*/ 96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71" h="195">
                    <a:moveTo>
                      <a:pt x="159" y="96"/>
                    </a:moveTo>
                    <a:cubicBezTo>
                      <a:pt x="121" y="109"/>
                      <a:pt x="121" y="109"/>
                      <a:pt x="121" y="109"/>
                    </a:cubicBezTo>
                    <a:cubicBezTo>
                      <a:pt x="125" y="131"/>
                      <a:pt x="123" y="140"/>
                      <a:pt x="110" y="144"/>
                    </a:cubicBezTo>
                    <a:cubicBezTo>
                      <a:pt x="107" y="145"/>
                      <a:pt x="104" y="145"/>
                      <a:pt x="101" y="144"/>
                    </a:cubicBezTo>
                    <a:cubicBezTo>
                      <a:pt x="88" y="142"/>
                      <a:pt x="79" y="127"/>
                      <a:pt x="69" y="96"/>
                    </a:cubicBezTo>
                    <a:cubicBezTo>
                      <a:pt x="61" y="68"/>
                      <a:pt x="62" y="55"/>
                      <a:pt x="74" y="49"/>
                    </a:cubicBezTo>
                    <a:cubicBezTo>
                      <a:pt x="75" y="48"/>
                      <a:pt x="78" y="47"/>
                      <a:pt x="80" y="46"/>
                    </a:cubicBezTo>
                    <a:cubicBezTo>
                      <a:pt x="92" y="42"/>
                      <a:pt x="99" y="46"/>
                      <a:pt x="102" y="60"/>
                    </a:cubicBezTo>
                    <a:cubicBezTo>
                      <a:pt x="105" y="67"/>
                      <a:pt x="106" y="74"/>
                      <a:pt x="106" y="74"/>
                    </a:cubicBezTo>
                    <a:cubicBezTo>
                      <a:pt x="144" y="61"/>
                      <a:pt x="144" y="61"/>
                      <a:pt x="144" y="61"/>
                    </a:cubicBezTo>
                    <a:cubicBezTo>
                      <a:pt x="137" y="30"/>
                      <a:pt x="136" y="5"/>
                      <a:pt x="136" y="5"/>
                    </a:cubicBezTo>
                    <a:cubicBezTo>
                      <a:pt x="132" y="0"/>
                      <a:pt x="132" y="0"/>
                      <a:pt x="132" y="0"/>
                    </a:cubicBezTo>
                    <a:cubicBezTo>
                      <a:pt x="132" y="0"/>
                      <a:pt x="99" y="3"/>
                      <a:pt x="78" y="9"/>
                    </a:cubicBezTo>
                    <a:cubicBezTo>
                      <a:pt x="73" y="11"/>
                      <a:pt x="68" y="12"/>
                      <a:pt x="63" y="14"/>
                    </a:cubicBezTo>
                    <a:cubicBezTo>
                      <a:pt x="17" y="33"/>
                      <a:pt x="0" y="71"/>
                      <a:pt x="14" y="122"/>
                    </a:cubicBezTo>
                    <a:cubicBezTo>
                      <a:pt x="29" y="173"/>
                      <a:pt x="65" y="195"/>
                      <a:pt x="111" y="182"/>
                    </a:cubicBezTo>
                    <a:cubicBezTo>
                      <a:pt x="112" y="182"/>
                      <a:pt x="112" y="182"/>
                      <a:pt x="112" y="182"/>
                    </a:cubicBezTo>
                    <a:cubicBezTo>
                      <a:pt x="144" y="173"/>
                      <a:pt x="168" y="155"/>
                      <a:pt x="168" y="155"/>
                    </a:cubicBezTo>
                    <a:cubicBezTo>
                      <a:pt x="171" y="150"/>
                      <a:pt x="171" y="150"/>
                      <a:pt x="171" y="150"/>
                    </a:cubicBezTo>
                    <a:cubicBezTo>
                      <a:pt x="164" y="126"/>
                      <a:pt x="159" y="96"/>
                      <a:pt x="159" y="96"/>
                    </a:cubicBezTo>
                    <a:close/>
                    <a:moveTo>
                      <a:pt x="159" y="96"/>
                    </a:moveTo>
                    <a:cubicBezTo>
                      <a:pt x="159" y="96"/>
                      <a:pt x="159" y="96"/>
                      <a:pt x="159" y="9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" name="Freeform 369"/>
              <p:cNvSpPr>
                <a:spLocks noEditPoints="1"/>
              </p:cNvSpPr>
              <p:nvPr userDrawn="1"/>
            </p:nvSpPr>
            <p:spPr bwMode="auto">
              <a:xfrm>
                <a:off x="10426701" y="3205163"/>
                <a:ext cx="350838" cy="342900"/>
              </a:xfrm>
              <a:custGeom>
                <a:avLst/>
                <a:gdLst>
                  <a:gd name="T0" fmla="*/ 217 w 221"/>
                  <a:gd name="T1" fmla="*/ 144 h 216"/>
                  <a:gd name="T2" fmla="*/ 215 w 221"/>
                  <a:gd name="T3" fmla="*/ 142 h 216"/>
                  <a:gd name="T4" fmla="*/ 208 w 221"/>
                  <a:gd name="T5" fmla="*/ 145 h 216"/>
                  <a:gd name="T6" fmla="*/ 193 w 221"/>
                  <a:gd name="T7" fmla="*/ 130 h 216"/>
                  <a:gd name="T8" fmla="*/ 170 w 221"/>
                  <a:gd name="T9" fmla="*/ 41 h 216"/>
                  <a:gd name="T10" fmla="*/ 181 w 221"/>
                  <a:gd name="T11" fmla="*/ 23 h 216"/>
                  <a:gd name="T12" fmla="*/ 177 w 221"/>
                  <a:gd name="T13" fmla="*/ 0 h 216"/>
                  <a:gd name="T14" fmla="*/ 133 w 221"/>
                  <a:gd name="T15" fmla="*/ 14 h 216"/>
                  <a:gd name="T16" fmla="*/ 92 w 221"/>
                  <a:gd name="T17" fmla="*/ 25 h 216"/>
                  <a:gd name="T18" fmla="*/ 96 w 221"/>
                  <a:gd name="T19" fmla="*/ 45 h 216"/>
                  <a:gd name="T20" fmla="*/ 99 w 221"/>
                  <a:gd name="T21" fmla="*/ 47 h 216"/>
                  <a:gd name="T22" fmla="*/ 106 w 221"/>
                  <a:gd name="T23" fmla="*/ 45 h 216"/>
                  <a:gd name="T24" fmla="*/ 118 w 221"/>
                  <a:gd name="T25" fmla="*/ 55 h 216"/>
                  <a:gd name="T26" fmla="*/ 127 w 221"/>
                  <a:gd name="T27" fmla="*/ 85 h 216"/>
                  <a:gd name="T28" fmla="*/ 107 w 221"/>
                  <a:gd name="T29" fmla="*/ 91 h 216"/>
                  <a:gd name="T30" fmla="*/ 106 w 221"/>
                  <a:gd name="T31" fmla="*/ 91 h 216"/>
                  <a:gd name="T32" fmla="*/ 84 w 221"/>
                  <a:gd name="T33" fmla="*/ 97 h 216"/>
                  <a:gd name="T34" fmla="*/ 77 w 221"/>
                  <a:gd name="T35" fmla="*/ 68 h 216"/>
                  <a:gd name="T36" fmla="*/ 87 w 221"/>
                  <a:gd name="T37" fmla="*/ 51 h 216"/>
                  <a:gd name="T38" fmla="*/ 82 w 221"/>
                  <a:gd name="T39" fmla="*/ 28 h 216"/>
                  <a:gd name="T40" fmla="*/ 33 w 221"/>
                  <a:gd name="T41" fmla="*/ 43 h 216"/>
                  <a:gd name="T42" fmla="*/ 0 w 221"/>
                  <a:gd name="T43" fmla="*/ 52 h 216"/>
                  <a:gd name="T44" fmla="*/ 3 w 221"/>
                  <a:gd name="T45" fmla="*/ 72 h 216"/>
                  <a:gd name="T46" fmla="*/ 7 w 221"/>
                  <a:gd name="T47" fmla="*/ 74 h 216"/>
                  <a:gd name="T48" fmla="*/ 13 w 221"/>
                  <a:gd name="T49" fmla="*/ 72 h 216"/>
                  <a:gd name="T50" fmla="*/ 25 w 221"/>
                  <a:gd name="T51" fmla="*/ 82 h 216"/>
                  <a:gd name="T52" fmla="*/ 50 w 221"/>
                  <a:gd name="T53" fmla="*/ 169 h 216"/>
                  <a:gd name="T54" fmla="*/ 40 w 221"/>
                  <a:gd name="T55" fmla="*/ 194 h 216"/>
                  <a:gd name="T56" fmla="*/ 44 w 221"/>
                  <a:gd name="T57" fmla="*/ 216 h 216"/>
                  <a:gd name="T58" fmla="*/ 85 w 221"/>
                  <a:gd name="T59" fmla="*/ 203 h 216"/>
                  <a:gd name="T60" fmla="*/ 126 w 221"/>
                  <a:gd name="T61" fmla="*/ 193 h 216"/>
                  <a:gd name="T62" fmla="*/ 122 w 221"/>
                  <a:gd name="T63" fmla="*/ 171 h 216"/>
                  <a:gd name="T64" fmla="*/ 119 w 221"/>
                  <a:gd name="T65" fmla="*/ 169 h 216"/>
                  <a:gd name="T66" fmla="*/ 113 w 221"/>
                  <a:gd name="T67" fmla="*/ 172 h 216"/>
                  <a:gd name="T68" fmla="*/ 100 w 221"/>
                  <a:gd name="T69" fmla="*/ 157 h 216"/>
                  <a:gd name="T70" fmla="*/ 93 w 221"/>
                  <a:gd name="T71" fmla="*/ 132 h 216"/>
                  <a:gd name="T72" fmla="*/ 115 w 221"/>
                  <a:gd name="T73" fmla="*/ 123 h 216"/>
                  <a:gd name="T74" fmla="*/ 121 w 221"/>
                  <a:gd name="T75" fmla="*/ 121 h 216"/>
                  <a:gd name="T76" fmla="*/ 135 w 221"/>
                  <a:gd name="T77" fmla="*/ 117 h 216"/>
                  <a:gd name="T78" fmla="*/ 143 w 221"/>
                  <a:gd name="T79" fmla="*/ 143 h 216"/>
                  <a:gd name="T80" fmla="*/ 132 w 221"/>
                  <a:gd name="T81" fmla="*/ 167 h 216"/>
                  <a:gd name="T82" fmla="*/ 136 w 221"/>
                  <a:gd name="T83" fmla="*/ 189 h 216"/>
                  <a:gd name="T84" fmla="*/ 178 w 221"/>
                  <a:gd name="T85" fmla="*/ 177 h 216"/>
                  <a:gd name="T86" fmla="*/ 221 w 221"/>
                  <a:gd name="T87" fmla="*/ 165 h 216"/>
                  <a:gd name="T88" fmla="*/ 217 w 221"/>
                  <a:gd name="T89" fmla="*/ 144 h 216"/>
                  <a:gd name="T90" fmla="*/ 217 w 221"/>
                  <a:gd name="T91" fmla="*/ 144 h 216"/>
                  <a:gd name="T92" fmla="*/ 217 w 221"/>
                  <a:gd name="T93" fmla="*/ 144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21" h="216">
                    <a:moveTo>
                      <a:pt x="217" y="144"/>
                    </a:moveTo>
                    <a:cubicBezTo>
                      <a:pt x="215" y="142"/>
                      <a:pt x="215" y="142"/>
                      <a:pt x="215" y="142"/>
                    </a:cubicBezTo>
                    <a:cubicBezTo>
                      <a:pt x="215" y="142"/>
                      <a:pt x="211" y="144"/>
                      <a:pt x="208" y="145"/>
                    </a:cubicBezTo>
                    <a:cubicBezTo>
                      <a:pt x="200" y="147"/>
                      <a:pt x="197" y="143"/>
                      <a:pt x="193" y="130"/>
                    </a:cubicBezTo>
                    <a:cubicBezTo>
                      <a:pt x="184" y="98"/>
                      <a:pt x="174" y="62"/>
                      <a:pt x="170" y="41"/>
                    </a:cubicBezTo>
                    <a:cubicBezTo>
                      <a:pt x="168" y="31"/>
                      <a:pt x="170" y="28"/>
                      <a:pt x="181" y="23"/>
                    </a:cubicBezTo>
                    <a:cubicBezTo>
                      <a:pt x="177" y="0"/>
                      <a:pt x="177" y="0"/>
                      <a:pt x="177" y="0"/>
                    </a:cubicBezTo>
                    <a:cubicBezTo>
                      <a:pt x="177" y="0"/>
                      <a:pt x="144" y="11"/>
                      <a:pt x="133" y="14"/>
                    </a:cubicBezTo>
                    <a:cubicBezTo>
                      <a:pt x="92" y="25"/>
                      <a:pt x="92" y="25"/>
                      <a:pt x="92" y="25"/>
                    </a:cubicBezTo>
                    <a:cubicBezTo>
                      <a:pt x="96" y="45"/>
                      <a:pt x="96" y="45"/>
                      <a:pt x="96" y="45"/>
                    </a:cubicBezTo>
                    <a:cubicBezTo>
                      <a:pt x="99" y="47"/>
                      <a:pt x="99" y="47"/>
                      <a:pt x="99" y="47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112" y="43"/>
                      <a:pt x="115" y="46"/>
                      <a:pt x="118" y="55"/>
                    </a:cubicBezTo>
                    <a:cubicBezTo>
                      <a:pt x="127" y="85"/>
                      <a:pt x="127" y="85"/>
                      <a:pt x="127" y="85"/>
                    </a:cubicBezTo>
                    <a:cubicBezTo>
                      <a:pt x="122" y="87"/>
                      <a:pt x="118" y="89"/>
                      <a:pt x="107" y="91"/>
                    </a:cubicBezTo>
                    <a:cubicBezTo>
                      <a:pt x="106" y="91"/>
                      <a:pt x="106" y="91"/>
                      <a:pt x="106" y="91"/>
                    </a:cubicBezTo>
                    <a:cubicBezTo>
                      <a:pt x="84" y="97"/>
                      <a:pt x="84" y="97"/>
                      <a:pt x="84" y="97"/>
                    </a:cubicBezTo>
                    <a:cubicBezTo>
                      <a:pt x="77" y="68"/>
                      <a:pt x="77" y="68"/>
                      <a:pt x="77" y="68"/>
                    </a:cubicBezTo>
                    <a:cubicBezTo>
                      <a:pt x="75" y="58"/>
                      <a:pt x="77" y="56"/>
                      <a:pt x="87" y="51"/>
                    </a:cubicBezTo>
                    <a:cubicBezTo>
                      <a:pt x="82" y="28"/>
                      <a:pt x="82" y="28"/>
                      <a:pt x="82" y="28"/>
                    </a:cubicBezTo>
                    <a:cubicBezTo>
                      <a:pt x="82" y="28"/>
                      <a:pt x="47" y="39"/>
                      <a:pt x="33" y="43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3" y="72"/>
                      <a:pt x="3" y="72"/>
                      <a:pt x="3" y="72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4"/>
                      <a:pt x="10" y="73"/>
                      <a:pt x="13" y="72"/>
                    </a:cubicBezTo>
                    <a:cubicBezTo>
                      <a:pt x="20" y="70"/>
                      <a:pt x="23" y="72"/>
                      <a:pt x="25" y="82"/>
                    </a:cubicBezTo>
                    <a:cubicBezTo>
                      <a:pt x="50" y="169"/>
                      <a:pt x="50" y="169"/>
                      <a:pt x="50" y="169"/>
                    </a:cubicBezTo>
                    <a:cubicBezTo>
                      <a:pt x="54" y="183"/>
                      <a:pt x="52" y="188"/>
                      <a:pt x="40" y="194"/>
                    </a:cubicBezTo>
                    <a:cubicBezTo>
                      <a:pt x="44" y="216"/>
                      <a:pt x="44" y="216"/>
                      <a:pt x="44" y="216"/>
                    </a:cubicBezTo>
                    <a:cubicBezTo>
                      <a:pt x="44" y="216"/>
                      <a:pt x="69" y="208"/>
                      <a:pt x="85" y="203"/>
                    </a:cubicBezTo>
                    <a:cubicBezTo>
                      <a:pt x="95" y="200"/>
                      <a:pt x="126" y="193"/>
                      <a:pt x="126" y="193"/>
                    </a:cubicBezTo>
                    <a:cubicBezTo>
                      <a:pt x="122" y="171"/>
                      <a:pt x="122" y="171"/>
                      <a:pt x="122" y="171"/>
                    </a:cubicBezTo>
                    <a:cubicBezTo>
                      <a:pt x="119" y="169"/>
                      <a:pt x="119" y="169"/>
                      <a:pt x="119" y="169"/>
                    </a:cubicBezTo>
                    <a:cubicBezTo>
                      <a:pt x="119" y="169"/>
                      <a:pt x="118" y="171"/>
                      <a:pt x="113" y="172"/>
                    </a:cubicBezTo>
                    <a:cubicBezTo>
                      <a:pt x="107" y="174"/>
                      <a:pt x="104" y="171"/>
                      <a:pt x="100" y="157"/>
                    </a:cubicBezTo>
                    <a:cubicBezTo>
                      <a:pt x="93" y="132"/>
                      <a:pt x="93" y="132"/>
                      <a:pt x="93" y="132"/>
                    </a:cubicBezTo>
                    <a:cubicBezTo>
                      <a:pt x="93" y="132"/>
                      <a:pt x="107" y="126"/>
                      <a:pt x="115" y="123"/>
                    </a:cubicBezTo>
                    <a:cubicBezTo>
                      <a:pt x="118" y="122"/>
                      <a:pt x="119" y="122"/>
                      <a:pt x="121" y="121"/>
                    </a:cubicBezTo>
                    <a:cubicBezTo>
                      <a:pt x="135" y="117"/>
                      <a:pt x="135" y="117"/>
                      <a:pt x="135" y="117"/>
                    </a:cubicBezTo>
                    <a:cubicBezTo>
                      <a:pt x="143" y="143"/>
                      <a:pt x="143" y="143"/>
                      <a:pt x="143" y="143"/>
                    </a:cubicBezTo>
                    <a:cubicBezTo>
                      <a:pt x="146" y="156"/>
                      <a:pt x="144" y="163"/>
                      <a:pt x="132" y="167"/>
                    </a:cubicBezTo>
                    <a:cubicBezTo>
                      <a:pt x="136" y="189"/>
                      <a:pt x="136" y="189"/>
                      <a:pt x="136" y="189"/>
                    </a:cubicBezTo>
                    <a:cubicBezTo>
                      <a:pt x="136" y="189"/>
                      <a:pt x="166" y="180"/>
                      <a:pt x="178" y="177"/>
                    </a:cubicBezTo>
                    <a:cubicBezTo>
                      <a:pt x="198" y="171"/>
                      <a:pt x="221" y="165"/>
                      <a:pt x="221" y="165"/>
                    </a:cubicBezTo>
                    <a:lnTo>
                      <a:pt x="217" y="144"/>
                    </a:lnTo>
                    <a:close/>
                    <a:moveTo>
                      <a:pt x="217" y="144"/>
                    </a:moveTo>
                    <a:cubicBezTo>
                      <a:pt x="217" y="144"/>
                      <a:pt x="217" y="144"/>
                      <a:pt x="217" y="14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" name="Freeform 370"/>
              <p:cNvSpPr>
                <a:spLocks noEditPoints="1"/>
              </p:cNvSpPr>
              <p:nvPr userDrawn="1"/>
            </p:nvSpPr>
            <p:spPr bwMode="auto">
              <a:xfrm>
                <a:off x="10542588" y="3536950"/>
                <a:ext cx="295275" cy="314325"/>
              </a:xfrm>
              <a:custGeom>
                <a:avLst/>
                <a:gdLst>
                  <a:gd name="T0" fmla="*/ 170 w 186"/>
                  <a:gd name="T1" fmla="*/ 72 h 198"/>
                  <a:gd name="T2" fmla="*/ 73 w 186"/>
                  <a:gd name="T3" fmla="*/ 14 h 198"/>
                  <a:gd name="T4" fmla="*/ 71 w 186"/>
                  <a:gd name="T5" fmla="*/ 14 h 198"/>
                  <a:gd name="T6" fmla="*/ 16 w 186"/>
                  <a:gd name="T7" fmla="*/ 124 h 198"/>
                  <a:gd name="T8" fmla="*/ 114 w 186"/>
                  <a:gd name="T9" fmla="*/ 184 h 198"/>
                  <a:gd name="T10" fmla="*/ 119 w 186"/>
                  <a:gd name="T11" fmla="*/ 182 h 198"/>
                  <a:gd name="T12" fmla="*/ 170 w 186"/>
                  <a:gd name="T13" fmla="*/ 72 h 198"/>
                  <a:gd name="T14" fmla="*/ 110 w 186"/>
                  <a:gd name="T15" fmla="*/ 151 h 198"/>
                  <a:gd name="T16" fmla="*/ 110 w 186"/>
                  <a:gd name="T17" fmla="*/ 151 h 198"/>
                  <a:gd name="T18" fmla="*/ 70 w 186"/>
                  <a:gd name="T19" fmla="*/ 95 h 198"/>
                  <a:gd name="T20" fmla="*/ 77 w 186"/>
                  <a:gd name="T21" fmla="*/ 50 h 198"/>
                  <a:gd name="T22" fmla="*/ 81 w 186"/>
                  <a:gd name="T23" fmla="*/ 49 h 198"/>
                  <a:gd name="T24" fmla="*/ 117 w 186"/>
                  <a:gd name="T25" fmla="*/ 105 h 198"/>
                  <a:gd name="T26" fmla="*/ 110 w 186"/>
                  <a:gd name="T27" fmla="*/ 151 h 198"/>
                  <a:gd name="T28" fmla="*/ 110 w 186"/>
                  <a:gd name="T29" fmla="*/ 151 h 198"/>
                  <a:gd name="T30" fmla="*/ 110 w 186"/>
                  <a:gd name="T31" fmla="*/ 151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86" h="198">
                    <a:moveTo>
                      <a:pt x="170" y="72"/>
                    </a:moveTo>
                    <a:cubicBezTo>
                      <a:pt x="155" y="19"/>
                      <a:pt x="122" y="0"/>
                      <a:pt x="73" y="14"/>
                    </a:cubicBezTo>
                    <a:cubicBezTo>
                      <a:pt x="72" y="14"/>
                      <a:pt x="72" y="14"/>
                      <a:pt x="71" y="14"/>
                    </a:cubicBezTo>
                    <a:cubicBezTo>
                      <a:pt x="19" y="30"/>
                      <a:pt x="0" y="69"/>
                      <a:pt x="16" y="124"/>
                    </a:cubicBezTo>
                    <a:cubicBezTo>
                      <a:pt x="31" y="177"/>
                      <a:pt x="65" y="198"/>
                      <a:pt x="114" y="184"/>
                    </a:cubicBezTo>
                    <a:cubicBezTo>
                      <a:pt x="115" y="184"/>
                      <a:pt x="117" y="183"/>
                      <a:pt x="119" y="182"/>
                    </a:cubicBezTo>
                    <a:cubicBezTo>
                      <a:pt x="168" y="166"/>
                      <a:pt x="186" y="127"/>
                      <a:pt x="170" y="72"/>
                    </a:cubicBezTo>
                    <a:close/>
                    <a:moveTo>
                      <a:pt x="110" y="151"/>
                    </a:moveTo>
                    <a:cubicBezTo>
                      <a:pt x="110" y="151"/>
                      <a:pt x="110" y="151"/>
                      <a:pt x="110" y="151"/>
                    </a:cubicBezTo>
                    <a:cubicBezTo>
                      <a:pt x="93" y="156"/>
                      <a:pt x="83" y="141"/>
                      <a:pt x="70" y="95"/>
                    </a:cubicBezTo>
                    <a:cubicBezTo>
                      <a:pt x="61" y="66"/>
                      <a:pt x="63" y="53"/>
                      <a:pt x="77" y="50"/>
                    </a:cubicBezTo>
                    <a:cubicBezTo>
                      <a:pt x="78" y="49"/>
                      <a:pt x="80" y="49"/>
                      <a:pt x="81" y="49"/>
                    </a:cubicBezTo>
                    <a:cubicBezTo>
                      <a:pt x="95" y="47"/>
                      <a:pt x="105" y="62"/>
                      <a:pt x="117" y="105"/>
                    </a:cubicBezTo>
                    <a:cubicBezTo>
                      <a:pt x="126" y="134"/>
                      <a:pt x="124" y="147"/>
                      <a:pt x="110" y="151"/>
                    </a:cubicBezTo>
                    <a:close/>
                    <a:moveTo>
                      <a:pt x="110" y="151"/>
                    </a:moveTo>
                    <a:cubicBezTo>
                      <a:pt x="110" y="151"/>
                      <a:pt x="110" y="151"/>
                      <a:pt x="110" y="15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" name="Freeform 371"/>
              <p:cNvSpPr>
                <a:spLocks noEditPoints="1"/>
              </p:cNvSpPr>
              <p:nvPr userDrawn="1"/>
            </p:nvSpPr>
            <p:spPr bwMode="auto">
              <a:xfrm>
                <a:off x="10633076" y="3851275"/>
                <a:ext cx="295275" cy="315913"/>
              </a:xfrm>
              <a:custGeom>
                <a:avLst/>
                <a:gdLst>
                  <a:gd name="T0" fmla="*/ 170 w 186"/>
                  <a:gd name="T1" fmla="*/ 73 h 199"/>
                  <a:gd name="T2" fmla="*/ 73 w 186"/>
                  <a:gd name="T3" fmla="*/ 15 h 199"/>
                  <a:gd name="T4" fmla="*/ 71 w 186"/>
                  <a:gd name="T5" fmla="*/ 15 h 199"/>
                  <a:gd name="T6" fmla="*/ 15 w 186"/>
                  <a:gd name="T7" fmla="*/ 125 h 199"/>
                  <a:gd name="T8" fmla="*/ 113 w 186"/>
                  <a:gd name="T9" fmla="*/ 185 h 199"/>
                  <a:gd name="T10" fmla="*/ 118 w 186"/>
                  <a:gd name="T11" fmla="*/ 183 h 199"/>
                  <a:gd name="T12" fmla="*/ 170 w 186"/>
                  <a:gd name="T13" fmla="*/ 73 h 199"/>
                  <a:gd name="T14" fmla="*/ 110 w 186"/>
                  <a:gd name="T15" fmla="*/ 152 h 199"/>
                  <a:gd name="T16" fmla="*/ 109 w 186"/>
                  <a:gd name="T17" fmla="*/ 152 h 199"/>
                  <a:gd name="T18" fmla="*/ 69 w 186"/>
                  <a:gd name="T19" fmla="*/ 96 h 199"/>
                  <a:gd name="T20" fmla="*/ 77 w 186"/>
                  <a:gd name="T21" fmla="*/ 50 h 199"/>
                  <a:gd name="T22" fmla="*/ 80 w 186"/>
                  <a:gd name="T23" fmla="*/ 49 h 199"/>
                  <a:gd name="T24" fmla="*/ 117 w 186"/>
                  <a:gd name="T25" fmla="*/ 105 h 199"/>
                  <a:gd name="T26" fmla="*/ 110 w 186"/>
                  <a:gd name="T27" fmla="*/ 152 h 199"/>
                  <a:gd name="T28" fmla="*/ 110 w 186"/>
                  <a:gd name="T29" fmla="*/ 152 h 199"/>
                  <a:gd name="T30" fmla="*/ 110 w 186"/>
                  <a:gd name="T31" fmla="*/ 152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86" h="199">
                    <a:moveTo>
                      <a:pt x="170" y="73"/>
                    </a:moveTo>
                    <a:cubicBezTo>
                      <a:pt x="155" y="20"/>
                      <a:pt x="122" y="0"/>
                      <a:pt x="73" y="15"/>
                    </a:cubicBezTo>
                    <a:cubicBezTo>
                      <a:pt x="72" y="15"/>
                      <a:pt x="71" y="15"/>
                      <a:pt x="71" y="15"/>
                    </a:cubicBezTo>
                    <a:cubicBezTo>
                      <a:pt x="19" y="31"/>
                      <a:pt x="0" y="70"/>
                      <a:pt x="15" y="125"/>
                    </a:cubicBezTo>
                    <a:cubicBezTo>
                      <a:pt x="31" y="178"/>
                      <a:pt x="65" y="199"/>
                      <a:pt x="113" y="185"/>
                    </a:cubicBezTo>
                    <a:cubicBezTo>
                      <a:pt x="115" y="185"/>
                      <a:pt x="117" y="184"/>
                      <a:pt x="118" y="183"/>
                    </a:cubicBezTo>
                    <a:cubicBezTo>
                      <a:pt x="167" y="167"/>
                      <a:pt x="186" y="128"/>
                      <a:pt x="170" y="73"/>
                    </a:cubicBezTo>
                    <a:close/>
                    <a:moveTo>
                      <a:pt x="110" y="152"/>
                    </a:moveTo>
                    <a:cubicBezTo>
                      <a:pt x="109" y="152"/>
                      <a:pt x="109" y="152"/>
                      <a:pt x="109" y="152"/>
                    </a:cubicBezTo>
                    <a:cubicBezTo>
                      <a:pt x="93" y="157"/>
                      <a:pt x="83" y="142"/>
                      <a:pt x="69" y="96"/>
                    </a:cubicBezTo>
                    <a:cubicBezTo>
                      <a:pt x="61" y="67"/>
                      <a:pt x="63" y="54"/>
                      <a:pt x="77" y="50"/>
                    </a:cubicBezTo>
                    <a:cubicBezTo>
                      <a:pt x="78" y="50"/>
                      <a:pt x="80" y="50"/>
                      <a:pt x="80" y="49"/>
                    </a:cubicBezTo>
                    <a:cubicBezTo>
                      <a:pt x="96" y="48"/>
                      <a:pt x="105" y="63"/>
                      <a:pt x="117" y="105"/>
                    </a:cubicBezTo>
                    <a:cubicBezTo>
                      <a:pt x="126" y="135"/>
                      <a:pt x="124" y="148"/>
                      <a:pt x="110" y="152"/>
                    </a:cubicBezTo>
                    <a:close/>
                    <a:moveTo>
                      <a:pt x="110" y="152"/>
                    </a:moveTo>
                    <a:cubicBezTo>
                      <a:pt x="110" y="152"/>
                      <a:pt x="110" y="152"/>
                      <a:pt x="110" y="15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" name="Freeform 372"/>
              <p:cNvSpPr>
                <a:spLocks noEditPoints="1"/>
              </p:cNvSpPr>
              <p:nvPr userDrawn="1"/>
            </p:nvSpPr>
            <p:spPr bwMode="auto">
              <a:xfrm>
                <a:off x="10733088" y="4183063"/>
                <a:ext cx="176213" cy="306388"/>
              </a:xfrm>
              <a:custGeom>
                <a:avLst/>
                <a:gdLst>
                  <a:gd name="T0" fmla="*/ 101 w 111"/>
                  <a:gd name="T1" fmla="*/ 134 h 193"/>
                  <a:gd name="T2" fmla="*/ 100 w 111"/>
                  <a:gd name="T3" fmla="*/ 131 h 193"/>
                  <a:gd name="T4" fmla="*/ 92 w 111"/>
                  <a:gd name="T5" fmla="*/ 101 h 193"/>
                  <a:gd name="T6" fmla="*/ 78 w 111"/>
                  <a:gd name="T7" fmla="*/ 44 h 193"/>
                  <a:gd name="T8" fmla="*/ 96 w 111"/>
                  <a:gd name="T9" fmla="*/ 25 h 193"/>
                  <a:gd name="T10" fmla="*/ 92 w 111"/>
                  <a:gd name="T11" fmla="*/ 0 h 193"/>
                  <a:gd name="T12" fmla="*/ 65 w 111"/>
                  <a:gd name="T13" fmla="*/ 9 h 193"/>
                  <a:gd name="T14" fmla="*/ 40 w 111"/>
                  <a:gd name="T15" fmla="*/ 16 h 193"/>
                  <a:gd name="T16" fmla="*/ 0 w 111"/>
                  <a:gd name="T17" fmla="*/ 28 h 193"/>
                  <a:gd name="T18" fmla="*/ 3 w 111"/>
                  <a:gd name="T19" fmla="*/ 47 h 193"/>
                  <a:gd name="T20" fmla="*/ 6 w 111"/>
                  <a:gd name="T21" fmla="*/ 50 h 193"/>
                  <a:gd name="T22" fmla="*/ 13 w 111"/>
                  <a:gd name="T23" fmla="*/ 47 h 193"/>
                  <a:gd name="T24" fmla="*/ 25 w 111"/>
                  <a:gd name="T25" fmla="*/ 58 h 193"/>
                  <a:gd name="T26" fmla="*/ 50 w 111"/>
                  <a:gd name="T27" fmla="*/ 142 h 193"/>
                  <a:gd name="T28" fmla="*/ 39 w 111"/>
                  <a:gd name="T29" fmla="*/ 169 h 193"/>
                  <a:gd name="T30" fmla="*/ 44 w 111"/>
                  <a:gd name="T31" fmla="*/ 193 h 193"/>
                  <a:gd name="T32" fmla="*/ 96 w 111"/>
                  <a:gd name="T33" fmla="*/ 175 h 193"/>
                  <a:gd name="T34" fmla="*/ 111 w 111"/>
                  <a:gd name="T35" fmla="*/ 171 h 193"/>
                  <a:gd name="T36" fmla="*/ 101 w 111"/>
                  <a:gd name="T37" fmla="*/ 134 h 193"/>
                  <a:gd name="T38" fmla="*/ 101 w 111"/>
                  <a:gd name="T39" fmla="*/ 134 h 193"/>
                  <a:gd name="T40" fmla="*/ 101 w 111"/>
                  <a:gd name="T41" fmla="*/ 134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11" h="193">
                    <a:moveTo>
                      <a:pt x="101" y="134"/>
                    </a:moveTo>
                    <a:cubicBezTo>
                      <a:pt x="101" y="134"/>
                      <a:pt x="100" y="132"/>
                      <a:pt x="100" y="131"/>
                    </a:cubicBezTo>
                    <a:cubicBezTo>
                      <a:pt x="97" y="120"/>
                      <a:pt x="94" y="110"/>
                      <a:pt x="92" y="101"/>
                    </a:cubicBezTo>
                    <a:cubicBezTo>
                      <a:pt x="86" y="79"/>
                      <a:pt x="82" y="61"/>
                      <a:pt x="78" y="44"/>
                    </a:cubicBezTo>
                    <a:cubicBezTo>
                      <a:pt x="76" y="36"/>
                      <a:pt x="79" y="31"/>
                      <a:pt x="96" y="25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92" y="0"/>
                      <a:pt x="79" y="4"/>
                      <a:pt x="65" y="9"/>
                    </a:cubicBezTo>
                    <a:cubicBezTo>
                      <a:pt x="55" y="12"/>
                      <a:pt x="45" y="14"/>
                      <a:pt x="40" y="16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3" y="47"/>
                      <a:pt x="3" y="47"/>
                      <a:pt x="3" y="47"/>
                    </a:cubicBezTo>
                    <a:cubicBezTo>
                      <a:pt x="6" y="50"/>
                      <a:pt x="6" y="50"/>
                      <a:pt x="6" y="50"/>
                    </a:cubicBezTo>
                    <a:cubicBezTo>
                      <a:pt x="6" y="50"/>
                      <a:pt x="10" y="48"/>
                      <a:pt x="13" y="47"/>
                    </a:cubicBezTo>
                    <a:cubicBezTo>
                      <a:pt x="20" y="46"/>
                      <a:pt x="22" y="47"/>
                      <a:pt x="25" y="58"/>
                    </a:cubicBezTo>
                    <a:cubicBezTo>
                      <a:pt x="50" y="142"/>
                      <a:pt x="50" y="142"/>
                      <a:pt x="50" y="142"/>
                    </a:cubicBezTo>
                    <a:cubicBezTo>
                      <a:pt x="54" y="157"/>
                      <a:pt x="51" y="163"/>
                      <a:pt x="39" y="169"/>
                    </a:cubicBezTo>
                    <a:cubicBezTo>
                      <a:pt x="44" y="193"/>
                      <a:pt x="44" y="193"/>
                      <a:pt x="44" y="193"/>
                    </a:cubicBezTo>
                    <a:cubicBezTo>
                      <a:pt x="44" y="193"/>
                      <a:pt x="70" y="183"/>
                      <a:pt x="96" y="175"/>
                    </a:cubicBezTo>
                    <a:cubicBezTo>
                      <a:pt x="111" y="171"/>
                      <a:pt x="111" y="171"/>
                      <a:pt x="111" y="171"/>
                    </a:cubicBezTo>
                    <a:lnTo>
                      <a:pt x="101" y="134"/>
                    </a:lnTo>
                    <a:close/>
                    <a:moveTo>
                      <a:pt x="101" y="134"/>
                    </a:moveTo>
                    <a:cubicBezTo>
                      <a:pt x="101" y="134"/>
                      <a:pt x="101" y="134"/>
                      <a:pt x="101" y="13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" name="Freeform 373"/>
              <p:cNvSpPr>
                <a:spLocks noEditPoints="1"/>
              </p:cNvSpPr>
              <p:nvPr userDrawn="1"/>
            </p:nvSpPr>
            <p:spPr bwMode="auto">
              <a:xfrm>
                <a:off x="10893426" y="4308475"/>
                <a:ext cx="114300" cy="146050"/>
              </a:xfrm>
              <a:custGeom>
                <a:avLst/>
                <a:gdLst>
                  <a:gd name="T0" fmla="*/ 72 w 72"/>
                  <a:gd name="T1" fmla="*/ 71 h 92"/>
                  <a:gd name="T2" fmla="*/ 59 w 72"/>
                  <a:gd name="T3" fmla="*/ 3 h 92"/>
                  <a:gd name="T4" fmla="*/ 55 w 72"/>
                  <a:gd name="T5" fmla="*/ 0 h 92"/>
                  <a:gd name="T6" fmla="*/ 24 w 72"/>
                  <a:gd name="T7" fmla="*/ 12 h 92"/>
                  <a:gd name="T8" fmla="*/ 11 w 72"/>
                  <a:gd name="T9" fmla="*/ 60 h 92"/>
                  <a:gd name="T10" fmla="*/ 0 w 72"/>
                  <a:gd name="T11" fmla="*/ 55 h 92"/>
                  <a:gd name="T12" fmla="*/ 11 w 72"/>
                  <a:gd name="T13" fmla="*/ 92 h 92"/>
                  <a:gd name="T14" fmla="*/ 70 w 72"/>
                  <a:gd name="T15" fmla="*/ 77 h 92"/>
                  <a:gd name="T16" fmla="*/ 72 w 72"/>
                  <a:gd name="T17" fmla="*/ 71 h 92"/>
                  <a:gd name="T18" fmla="*/ 72 w 72"/>
                  <a:gd name="T19" fmla="*/ 71 h 92"/>
                  <a:gd name="T20" fmla="*/ 72 w 72"/>
                  <a:gd name="T21" fmla="*/ 71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92">
                    <a:moveTo>
                      <a:pt x="72" y="71"/>
                    </a:moveTo>
                    <a:cubicBezTo>
                      <a:pt x="64" y="36"/>
                      <a:pt x="59" y="3"/>
                      <a:pt x="59" y="3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31" y="47"/>
                      <a:pt x="29" y="55"/>
                      <a:pt x="11" y="60"/>
                    </a:cubicBezTo>
                    <a:cubicBezTo>
                      <a:pt x="6" y="62"/>
                      <a:pt x="3" y="61"/>
                      <a:pt x="0" y="55"/>
                    </a:cubicBezTo>
                    <a:cubicBezTo>
                      <a:pt x="11" y="92"/>
                      <a:pt x="11" y="92"/>
                      <a:pt x="11" y="92"/>
                    </a:cubicBezTo>
                    <a:cubicBezTo>
                      <a:pt x="41" y="83"/>
                      <a:pt x="70" y="77"/>
                      <a:pt x="70" y="77"/>
                    </a:cubicBezTo>
                    <a:lnTo>
                      <a:pt x="72" y="71"/>
                    </a:lnTo>
                    <a:close/>
                    <a:moveTo>
                      <a:pt x="72" y="71"/>
                    </a:moveTo>
                    <a:cubicBezTo>
                      <a:pt x="72" y="71"/>
                      <a:pt x="72" y="71"/>
                      <a:pt x="72" y="7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7" name="Freeform 374"/>
              <p:cNvSpPr>
                <a:spLocks noEditPoints="1"/>
              </p:cNvSpPr>
              <p:nvPr userDrawn="1"/>
            </p:nvSpPr>
            <p:spPr bwMode="auto">
              <a:xfrm>
                <a:off x="10896601" y="3421063"/>
                <a:ext cx="107950" cy="109538"/>
              </a:xfrm>
              <a:custGeom>
                <a:avLst/>
                <a:gdLst>
                  <a:gd name="T0" fmla="*/ 26 w 68"/>
                  <a:gd name="T1" fmla="*/ 5 h 69"/>
                  <a:gd name="T2" fmla="*/ 5 w 68"/>
                  <a:gd name="T3" fmla="*/ 43 h 69"/>
                  <a:gd name="T4" fmla="*/ 43 w 68"/>
                  <a:gd name="T5" fmla="*/ 64 h 69"/>
                  <a:gd name="T6" fmla="*/ 64 w 68"/>
                  <a:gd name="T7" fmla="*/ 26 h 69"/>
                  <a:gd name="T8" fmla="*/ 26 w 68"/>
                  <a:gd name="T9" fmla="*/ 5 h 69"/>
                  <a:gd name="T10" fmla="*/ 26 w 68"/>
                  <a:gd name="T11" fmla="*/ 5 h 69"/>
                  <a:gd name="T12" fmla="*/ 26 w 68"/>
                  <a:gd name="T13" fmla="*/ 5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69">
                    <a:moveTo>
                      <a:pt x="26" y="5"/>
                    </a:moveTo>
                    <a:cubicBezTo>
                      <a:pt x="9" y="9"/>
                      <a:pt x="0" y="26"/>
                      <a:pt x="5" y="43"/>
                    </a:cubicBezTo>
                    <a:cubicBezTo>
                      <a:pt x="9" y="59"/>
                      <a:pt x="26" y="69"/>
                      <a:pt x="43" y="64"/>
                    </a:cubicBezTo>
                    <a:cubicBezTo>
                      <a:pt x="59" y="59"/>
                      <a:pt x="68" y="42"/>
                      <a:pt x="64" y="26"/>
                    </a:cubicBezTo>
                    <a:cubicBezTo>
                      <a:pt x="59" y="9"/>
                      <a:pt x="42" y="0"/>
                      <a:pt x="26" y="5"/>
                    </a:cubicBezTo>
                    <a:close/>
                    <a:moveTo>
                      <a:pt x="26" y="5"/>
                    </a:moveTo>
                    <a:cubicBezTo>
                      <a:pt x="26" y="5"/>
                      <a:pt x="26" y="5"/>
                      <a:pt x="26" y="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" name="Freeform 375"/>
              <p:cNvSpPr>
                <a:spLocks noEditPoints="1"/>
              </p:cNvSpPr>
              <p:nvPr userDrawn="1"/>
            </p:nvSpPr>
            <p:spPr bwMode="auto">
              <a:xfrm>
                <a:off x="10672763" y="2552700"/>
                <a:ext cx="257175" cy="798513"/>
              </a:xfrm>
              <a:custGeom>
                <a:avLst/>
                <a:gdLst>
                  <a:gd name="T0" fmla="*/ 152 w 162"/>
                  <a:gd name="T1" fmla="*/ 502 h 503"/>
                  <a:gd name="T2" fmla="*/ 160 w 162"/>
                  <a:gd name="T3" fmla="*/ 487 h 503"/>
                  <a:gd name="T4" fmla="*/ 23 w 162"/>
                  <a:gd name="T5" fmla="*/ 9 h 503"/>
                  <a:gd name="T6" fmla="*/ 9 w 162"/>
                  <a:gd name="T7" fmla="*/ 1 h 503"/>
                  <a:gd name="T8" fmla="*/ 1 w 162"/>
                  <a:gd name="T9" fmla="*/ 16 h 503"/>
                  <a:gd name="T10" fmla="*/ 138 w 162"/>
                  <a:gd name="T11" fmla="*/ 494 h 503"/>
                  <a:gd name="T12" fmla="*/ 152 w 162"/>
                  <a:gd name="T13" fmla="*/ 502 h 503"/>
                  <a:gd name="T14" fmla="*/ 152 w 162"/>
                  <a:gd name="T15" fmla="*/ 502 h 503"/>
                  <a:gd name="T16" fmla="*/ 152 w 162"/>
                  <a:gd name="T17" fmla="*/ 502 h 5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2" h="503">
                    <a:moveTo>
                      <a:pt x="152" y="502"/>
                    </a:moveTo>
                    <a:cubicBezTo>
                      <a:pt x="158" y="500"/>
                      <a:pt x="162" y="493"/>
                      <a:pt x="160" y="487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2" y="3"/>
                      <a:pt x="15" y="0"/>
                      <a:pt x="9" y="1"/>
                    </a:cubicBezTo>
                    <a:cubicBezTo>
                      <a:pt x="3" y="3"/>
                      <a:pt x="0" y="10"/>
                      <a:pt x="1" y="16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140" y="500"/>
                      <a:pt x="146" y="503"/>
                      <a:pt x="152" y="502"/>
                    </a:cubicBezTo>
                    <a:close/>
                    <a:moveTo>
                      <a:pt x="152" y="502"/>
                    </a:moveTo>
                    <a:cubicBezTo>
                      <a:pt x="152" y="502"/>
                      <a:pt x="152" y="502"/>
                      <a:pt x="152" y="502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9" name="Freeform 376"/>
              <p:cNvSpPr>
                <a:spLocks noEditPoints="1"/>
              </p:cNvSpPr>
              <p:nvPr userDrawn="1"/>
            </p:nvSpPr>
            <p:spPr bwMode="auto">
              <a:xfrm>
                <a:off x="10971213" y="3598863"/>
                <a:ext cx="257175" cy="800100"/>
              </a:xfrm>
              <a:custGeom>
                <a:avLst/>
                <a:gdLst>
                  <a:gd name="T0" fmla="*/ 10 w 162"/>
                  <a:gd name="T1" fmla="*/ 2 h 504"/>
                  <a:gd name="T2" fmla="*/ 2 w 162"/>
                  <a:gd name="T3" fmla="*/ 17 h 504"/>
                  <a:gd name="T4" fmla="*/ 139 w 162"/>
                  <a:gd name="T5" fmla="*/ 495 h 504"/>
                  <a:gd name="T6" fmla="*/ 153 w 162"/>
                  <a:gd name="T7" fmla="*/ 502 h 504"/>
                  <a:gd name="T8" fmla="*/ 161 w 162"/>
                  <a:gd name="T9" fmla="*/ 488 h 504"/>
                  <a:gd name="T10" fmla="*/ 24 w 162"/>
                  <a:gd name="T11" fmla="*/ 10 h 504"/>
                  <a:gd name="T12" fmla="*/ 10 w 162"/>
                  <a:gd name="T13" fmla="*/ 2 h 504"/>
                  <a:gd name="T14" fmla="*/ 10 w 162"/>
                  <a:gd name="T15" fmla="*/ 2 h 504"/>
                  <a:gd name="T16" fmla="*/ 10 w 162"/>
                  <a:gd name="T17" fmla="*/ 2 h 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2" h="504">
                    <a:moveTo>
                      <a:pt x="10" y="2"/>
                    </a:moveTo>
                    <a:cubicBezTo>
                      <a:pt x="4" y="4"/>
                      <a:pt x="0" y="11"/>
                      <a:pt x="2" y="17"/>
                    </a:cubicBezTo>
                    <a:cubicBezTo>
                      <a:pt x="139" y="495"/>
                      <a:pt x="139" y="495"/>
                      <a:pt x="139" y="495"/>
                    </a:cubicBezTo>
                    <a:cubicBezTo>
                      <a:pt x="140" y="501"/>
                      <a:pt x="147" y="504"/>
                      <a:pt x="153" y="502"/>
                    </a:cubicBezTo>
                    <a:cubicBezTo>
                      <a:pt x="159" y="501"/>
                      <a:pt x="162" y="494"/>
                      <a:pt x="161" y="488"/>
                    </a:cubicBezTo>
                    <a:cubicBezTo>
                      <a:pt x="24" y="10"/>
                      <a:pt x="24" y="10"/>
                      <a:pt x="24" y="10"/>
                    </a:cubicBezTo>
                    <a:cubicBezTo>
                      <a:pt x="22" y="4"/>
                      <a:pt x="16" y="0"/>
                      <a:pt x="10" y="2"/>
                    </a:cubicBezTo>
                    <a:close/>
                    <a:moveTo>
                      <a:pt x="10" y="2"/>
                    </a:moveTo>
                    <a:cubicBezTo>
                      <a:pt x="10" y="2"/>
                      <a:pt x="10" y="2"/>
                      <a:pt x="10" y="2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377"/>
              <p:cNvSpPr>
                <a:spLocks noEditPoints="1"/>
              </p:cNvSpPr>
              <p:nvPr userDrawn="1"/>
            </p:nvSpPr>
            <p:spPr bwMode="auto">
              <a:xfrm>
                <a:off x="8035926" y="1141413"/>
                <a:ext cx="657225" cy="687388"/>
              </a:xfrm>
              <a:custGeom>
                <a:avLst/>
                <a:gdLst>
                  <a:gd name="T0" fmla="*/ 0 w 414"/>
                  <a:gd name="T1" fmla="*/ 217 h 433"/>
                  <a:gd name="T2" fmla="*/ 103 w 414"/>
                  <a:gd name="T3" fmla="*/ 396 h 433"/>
                  <a:gd name="T4" fmla="*/ 310 w 414"/>
                  <a:gd name="T5" fmla="*/ 396 h 433"/>
                  <a:gd name="T6" fmla="*/ 414 w 414"/>
                  <a:gd name="T7" fmla="*/ 217 h 433"/>
                  <a:gd name="T8" fmla="*/ 310 w 414"/>
                  <a:gd name="T9" fmla="*/ 37 h 433"/>
                  <a:gd name="T10" fmla="*/ 103 w 414"/>
                  <a:gd name="T11" fmla="*/ 37 h 433"/>
                  <a:gd name="T12" fmla="*/ 0 w 414"/>
                  <a:gd name="T13" fmla="*/ 217 h 433"/>
                  <a:gd name="T14" fmla="*/ 0 w 414"/>
                  <a:gd name="T15" fmla="*/ 217 h 433"/>
                  <a:gd name="T16" fmla="*/ 0 w 414"/>
                  <a:gd name="T17" fmla="*/ 217 h 4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4" h="433">
                    <a:moveTo>
                      <a:pt x="0" y="217"/>
                    </a:moveTo>
                    <a:cubicBezTo>
                      <a:pt x="0" y="291"/>
                      <a:pt x="39" y="359"/>
                      <a:pt x="103" y="396"/>
                    </a:cubicBezTo>
                    <a:cubicBezTo>
                      <a:pt x="167" y="433"/>
                      <a:pt x="246" y="433"/>
                      <a:pt x="310" y="396"/>
                    </a:cubicBezTo>
                    <a:cubicBezTo>
                      <a:pt x="374" y="359"/>
                      <a:pt x="414" y="291"/>
                      <a:pt x="414" y="217"/>
                    </a:cubicBezTo>
                    <a:cubicBezTo>
                      <a:pt x="414" y="143"/>
                      <a:pt x="374" y="74"/>
                      <a:pt x="310" y="37"/>
                    </a:cubicBezTo>
                    <a:cubicBezTo>
                      <a:pt x="246" y="0"/>
                      <a:pt x="167" y="0"/>
                      <a:pt x="103" y="37"/>
                    </a:cubicBezTo>
                    <a:cubicBezTo>
                      <a:pt x="39" y="74"/>
                      <a:pt x="0" y="143"/>
                      <a:pt x="0" y="217"/>
                    </a:cubicBezTo>
                    <a:close/>
                    <a:moveTo>
                      <a:pt x="0" y="217"/>
                    </a:moveTo>
                    <a:cubicBezTo>
                      <a:pt x="0" y="217"/>
                      <a:pt x="0" y="217"/>
                      <a:pt x="0" y="217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1" name="Freeform 378"/>
              <p:cNvSpPr>
                <a:spLocks noEditPoints="1"/>
              </p:cNvSpPr>
              <p:nvPr userDrawn="1"/>
            </p:nvSpPr>
            <p:spPr bwMode="auto">
              <a:xfrm>
                <a:off x="8991601" y="922338"/>
                <a:ext cx="655638" cy="685800"/>
              </a:xfrm>
              <a:custGeom>
                <a:avLst/>
                <a:gdLst>
                  <a:gd name="T0" fmla="*/ 0 w 414"/>
                  <a:gd name="T1" fmla="*/ 216 h 432"/>
                  <a:gd name="T2" fmla="*/ 103 w 414"/>
                  <a:gd name="T3" fmla="*/ 395 h 432"/>
                  <a:gd name="T4" fmla="*/ 310 w 414"/>
                  <a:gd name="T5" fmla="*/ 395 h 432"/>
                  <a:gd name="T6" fmla="*/ 414 w 414"/>
                  <a:gd name="T7" fmla="*/ 216 h 432"/>
                  <a:gd name="T8" fmla="*/ 310 w 414"/>
                  <a:gd name="T9" fmla="*/ 37 h 432"/>
                  <a:gd name="T10" fmla="*/ 103 w 414"/>
                  <a:gd name="T11" fmla="*/ 37 h 432"/>
                  <a:gd name="T12" fmla="*/ 0 w 414"/>
                  <a:gd name="T13" fmla="*/ 216 h 432"/>
                  <a:gd name="T14" fmla="*/ 0 w 414"/>
                  <a:gd name="T15" fmla="*/ 216 h 432"/>
                  <a:gd name="T16" fmla="*/ 0 w 414"/>
                  <a:gd name="T17" fmla="*/ 216 h 4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4" h="432">
                    <a:moveTo>
                      <a:pt x="0" y="216"/>
                    </a:moveTo>
                    <a:cubicBezTo>
                      <a:pt x="0" y="290"/>
                      <a:pt x="39" y="358"/>
                      <a:pt x="103" y="395"/>
                    </a:cubicBezTo>
                    <a:cubicBezTo>
                      <a:pt x="167" y="432"/>
                      <a:pt x="246" y="432"/>
                      <a:pt x="310" y="395"/>
                    </a:cubicBezTo>
                    <a:cubicBezTo>
                      <a:pt x="374" y="358"/>
                      <a:pt x="414" y="290"/>
                      <a:pt x="414" y="216"/>
                    </a:cubicBezTo>
                    <a:cubicBezTo>
                      <a:pt x="414" y="142"/>
                      <a:pt x="374" y="74"/>
                      <a:pt x="310" y="37"/>
                    </a:cubicBezTo>
                    <a:cubicBezTo>
                      <a:pt x="246" y="0"/>
                      <a:pt x="167" y="0"/>
                      <a:pt x="103" y="37"/>
                    </a:cubicBezTo>
                    <a:cubicBezTo>
                      <a:pt x="39" y="74"/>
                      <a:pt x="0" y="142"/>
                      <a:pt x="0" y="216"/>
                    </a:cubicBezTo>
                    <a:close/>
                    <a:moveTo>
                      <a:pt x="0" y="216"/>
                    </a:moveTo>
                    <a:cubicBezTo>
                      <a:pt x="0" y="216"/>
                      <a:pt x="0" y="216"/>
                      <a:pt x="0" y="216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2" name="Freeform 379"/>
              <p:cNvSpPr>
                <a:spLocks noEditPoints="1"/>
              </p:cNvSpPr>
              <p:nvPr userDrawn="1"/>
            </p:nvSpPr>
            <p:spPr bwMode="auto">
              <a:xfrm>
                <a:off x="7877176" y="882650"/>
                <a:ext cx="1890713" cy="984250"/>
              </a:xfrm>
              <a:custGeom>
                <a:avLst/>
                <a:gdLst>
                  <a:gd name="T0" fmla="*/ 2 w 1192"/>
                  <a:gd name="T1" fmla="*/ 391 h 620"/>
                  <a:gd name="T2" fmla="*/ 24 w 1192"/>
                  <a:gd name="T3" fmla="*/ 392 h 620"/>
                  <a:gd name="T4" fmla="*/ 31 w 1192"/>
                  <a:gd name="T5" fmla="*/ 419 h 620"/>
                  <a:gd name="T6" fmla="*/ 1190 w 1192"/>
                  <a:gd name="T7" fmla="*/ 143 h 620"/>
                  <a:gd name="T8" fmla="*/ 1162 w 1192"/>
                  <a:gd name="T9" fmla="*/ 112 h 620"/>
                  <a:gd name="T10" fmla="*/ 1185 w 1192"/>
                  <a:gd name="T11" fmla="*/ 128 h 620"/>
                  <a:gd name="T12" fmla="*/ 1190 w 1192"/>
                  <a:gd name="T13" fmla="*/ 143 h 620"/>
                  <a:gd name="T14" fmla="*/ 1142 w 1192"/>
                  <a:gd name="T15" fmla="*/ 161 h 620"/>
                  <a:gd name="T16" fmla="*/ 950 w 1192"/>
                  <a:gd name="T17" fmla="*/ 456 h 620"/>
                  <a:gd name="T18" fmla="*/ 671 w 1192"/>
                  <a:gd name="T19" fmla="*/ 242 h 620"/>
                  <a:gd name="T20" fmla="*/ 531 w 1192"/>
                  <a:gd name="T21" fmla="*/ 244 h 620"/>
                  <a:gd name="T22" fmla="*/ 527 w 1192"/>
                  <a:gd name="T23" fmla="*/ 357 h 620"/>
                  <a:gd name="T24" fmla="*/ 105 w 1192"/>
                  <a:gd name="T25" fmla="*/ 443 h 620"/>
                  <a:gd name="T26" fmla="*/ 57 w 1192"/>
                  <a:gd name="T27" fmla="*/ 414 h 620"/>
                  <a:gd name="T28" fmla="*/ 49 w 1192"/>
                  <a:gd name="T29" fmla="*/ 372 h 620"/>
                  <a:gd name="T30" fmla="*/ 81 w 1192"/>
                  <a:gd name="T31" fmla="*/ 346 h 620"/>
                  <a:gd name="T32" fmla="*/ 277 w 1192"/>
                  <a:gd name="T33" fmla="*/ 159 h 620"/>
                  <a:gd name="T34" fmla="*/ 505 w 1192"/>
                  <a:gd name="T35" fmla="*/ 212 h 620"/>
                  <a:gd name="T36" fmla="*/ 653 w 1192"/>
                  <a:gd name="T37" fmla="*/ 178 h 620"/>
                  <a:gd name="T38" fmla="*/ 834 w 1192"/>
                  <a:gd name="T39" fmla="*/ 30 h 620"/>
                  <a:gd name="T40" fmla="*/ 1093 w 1192"/>
                  <a:gd name="T41" fmla="*/ 111 h 620"/>
                  <a:gd name="T42" fmla="*/ 1133 w 1192"/>
                  <a:gd name="T43" fmla="*/ 120 h 620"/>
                  <a:gd name="T44" fmla="*/ 1144 w 1192"/>
                  <a:gd name="T45" fmla="*/ 160 h 620"/>
                  <a:gd name="T46" fmla="*/ 369 w 1192"/>
                  <a:gd name="T47" fmla="*/ 189 h 620"/>
                  <a:gd name="T48" fmla="*/ 129 w 1192"/>
                  <a:gd name="T49" fmla="*/ 451 h 620"/>
                  <a:gd name="T50" fmla="*/ 476 w 1192"/>
                  <a:gd name="T51" fmla="*/ 489 h 620"/>
                  <a:gd name="T52" fmla="*/ 496 w 1192"/>
                  <a:gd name="T53" fmla="*/ 377 h 620"/>
                  <a:gd name="T54" fmla="*/ 495 w 1192"/>
                  <a:gd name="T55" fmla="*/ 398 h 620"/>
                  <a:gd name="T56" fmla="*/ 487 w 1192"/>
                  <a:gd name="T57" fmla="*/ 333 h 620"/>
                  <a:gd name="T58" fmla="*/ 496 w 1192"/>
                  <a:gd name="T59" fmla="*/ 356 h 620"/>
                  <a:gd name="T60" fmla="*/ 470 w 1192"/>
                  <a:gd name="T61" fmla="*/ 262 h 620"/>
                  <a:gd name="T62" fmla="*/ 765 w 1192"/>
                  <a:gd name="T63" fmla="*/ 97 h 620"/>
                  <a:gd name="T64" fmla="*/ 719 w 1192"/>
                  <a:gd name="T65" fmla="*/ 304 h 620"/>
                  <a:gd name="T66" fmla="*/ 719 w 1192"/>
                  <a:gd name="T67" fmla="*/ 280 h 620"/>
                  <a:gd name="T68" fmla="*/ 751 w 1192"/>
                  <a:gd name="T69" fmla="*/ 338 h 620"/>
                  <a:gd name="T70" fmla="*/ 742 w 1192"/>
                  <a:gd name="T71" fmla="*/ 335 h 620"/>
                  <a:gd name="T72" fmla="*/ 726 w 1192"/>
                  <a:gd name="T73" fmla="*/ 319 h 620"/>
                  <a:gd name="T74" fmla="*/ 1005 w 1192"/>
                  <a:gd name="T75" fmla="*/ 413 h 620"/>
                  <a:gd name="T76" fmla="*/ 942 w 1192"/>
                  <a:gd name="T77" fmla="*/ 41 h 620"/>
                  <a:gd name="T78" fmla="*/ 942 w 1192"/>
                  <a:gd name="T79" fmla="*/ 41 h 6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192" h="620">
                    <a:moveTo>
                      <a:pt x="9" y="418"/>
                    </a:moveTo>
                    <a:cubicBezTo>
                      <a:pt x="3" y="410"/>
                      <a:pt x="0" y="400"/>
                      <a:pt x="2" y="391"/>
                    </a:cubicBezTo>
                    <a:cubicBezTo>
                      <a:pt x="2" y="386"/>
                      <a:pt x="13" y="382"/>
                      <a:pt x="21" y="378"/>
                    </a:cubicBezTo>
                    <a:cubicBezTo>
                      <a:pt x="23" y="385"/>
                      <a:pt x="24" y="389"/>
                      <a:pt x="24" y="392"/>
                    </a:cubicBezTo>
                    <a:cubicBezTo>
                      <a:pt x="18" y="396"/>
                      <a:pt x="13" y="399"/>
                      <a:pt x="7" y="403"/>
                    </a:cubicBezTo>
                    <a:cubicBezTo>
                      <a:pt x="16" y="409"/>
                      <a:pt x="30" y="397"/>
                      <a:pt x="31" y="419"/>
                    </a:cubicBezTo>
                    <a:cubicBezTo>
                      <a:pt x="23" y="419"/>
                      <a:pt x="12" y="422"/>
                      <a:pt x="9" y="418"/>
                    </a:cubicBezTo>
                    <a:close/>
                    <a:moveTo>
                      <a:pt x="1190" y="143"/>
                    </a:moveTo>
                    <a:cubicBezTo>
                      <a:pt x="1192" y="135"/>
                      <a:pt x="1190" y="122"/>
                      <a:pt x="1185" y="115"/>
                    </a:cubicBezTo>
                    <a:cubicBezTo>
                      <a:pt x="1181" y="111"/>
                      <a:pt x="1170" y="113"/>
                      <a:pt x="1162" y="112"/>
                    </a:cubicBezTo>
                    <a:cubicBezTo>
                      <a:pt x="1163" y="119"/>
                      <a:pt x="1164" y="123"/>
                      <a:pt x="1165" y="126"/>
                    </a:cubicBezTo>
                    <a:cubicBezTo>
                      <a:pt x="1172" y="127"/>
                      <a:pt x="1178" y="127"/>
                      <a:pt x="1185" y="128"/>
                    </a:cubicBezTo>
                    <a:cubicBezTo>
                      <a:pt x="1180" y="137"/>
                      <a:pt x="1163" y="132"/>
                      <a:pt x="1171" y="153"/>
                    </a:cubicBezTo>
                    <a:cubicBezTo>
                      <a:pt x="1178" y="150"/>
                      <a:pt x="1189" y="148"/>
                      <a:pt x="1190" y="143"/>
                    </a:cubicBezTo>
                    <a:close/>
                    <a:moveTo>
                      <a:pt x="1144" y="160"/>
                    </a:moveTo>
                    <a:cubicBezTo>
                      <a:pt x="1143" y="160"/>
                      <a:pt x="1143" y="161"/>
                      <a:pt x="1142" y="161"/>
                    </a:cubicBezTo>
                    <a:cubicBezTo>
                      <a:pt x="1111" y="171"/>
                      <a:pt x="1111" y="171"/>
                      <a:pt x="1114" y="207"/>
                    </a:cubicBezTo>
                    <a:cubicBezTo>
                      <a:pt x="1126" y="332"/>
                      <a:pt x="1061" y="430"/>
                      <a:pt x="950" y="456"/>
                    </a:cubicBezTo>
                    <a:cubicBezTo>
                      <a:pt x="846" y="480"/>
                      <a:pt x="750" y="428"/>
                      <a:pt x="698" y="316"/>
                    </a:cubicBezTo>
                    <a:cubicBezTo>
                      <a:pt x="686" y="293"/>
                      <a:pt x="679" y="267"/>
                      <a:pt x="671" y="242"/>
                    </a:cubicBezTo>
                    <a:cubicBezTo>
                      <a:pt x="665" y="223"/>
                      <a:pt x="662" y="218"/>
                      <a:pt x="644" y="218"/>
                    </a:cubicBezTo>
                    <a:cubicBezTo>
                      <a:pt x="605" y="216"/>
                      <a:pt x="565" y="225"/>
                      <a:pt x="531" y="244"/>
                    </a:cubicBezTo>
                    <a:cubicBezTo>
                      <a:pt x="516" y="253"/>
                      <a:pt x="514" y="259"/>
                      <a:pt x="518" y="278"/>
                    </a:cubicBezTo>
                    <a:cubicBezTo>
                      <a:pt x="522" y="304"/>
                      <a:pt x="526" y="331"/>
                      <a:pt x="527" y="357"/>
                    </a:cubicBezTo>
                    <a:cubicBezTo>
                      <a:pt x="529" y="480"/>
                      <a:pt x="466" y="569"/>
                      <a:pt x="362" y="594"/>
                    </a:cubicBezTo>
                    <a:cubicBezTo>
                      <a:pt x="251" y="620"/>
                      <a:pt x="149" y="560"/>
                      <a:pt x="105" y="443"/>
                    </a:cubicBezTo>
                    <a:cubicBezTo>
                      <a:pt x="92" y="409"/>
                      <a:pt x="92" y="409"/>
                      <a:pt x="59" y="414"/>
                    </a:cubicBezTo>
                    <a:cubicBezTo>
                      <a:pt x="57" y="414"/>
                      <a:pt x="57" y="414"/>
                      <a:pt x="57" y="414"/>
                    </a:cubicBezTo>
                    <a:cubicBezTo>
                      <a:pt x="42" y="415"/>
                      <a:pt x="35" y="410"/>
                      <a:pt x="32" y="391"/>
                    </a:cubicBezTo>
                    <a:cubicBezTo>
                      <a:pt x="29" y="375"/>
                      <a:pt x="40" y="374"/>
                      <a:pt x="49" y="372"/>
                    </a:cubicBezTo>
                    <a:cubicBezTo>
                      <a:pt x="51" y="371"/>
                      <a:pt x="53" y="371"/>
                      <a:pt x="55" y="370"/>
                    </a:cubicBezTo>
                    <a:cubicBezTo>
                      <a:pt x="69" y="369"/>
                      <a:pt x="77" y="360"/>
                      <a:pt x="81" y="346"/>
                    </a:cubicBezTo>
                    <a:cubicBezTo>
                      <a:pt x="83" y="339"/>
                      <a:pt x="85" y="332"/>
                      <a:pt x="87" y="325"/>
                    </a:cubicBezTo>
                    <a:cubicBezTo>
                      <a:pt x="115" y="220"/>
                      <a:pt x="190" y="170"/>
                      <a:pt x="277" y="159"/>
                    </a:cubicBezTo>
                    <a:cubicBezTo>
                      <a:pt x="343" y="152"/>
                      <a:pt x="405" y="170"/>
                      <a:pt x="462" y="210"/>
                    </a:cubicBezTo>
                    <a:cubicBezTo>
                      <a:pt x="477" y="221"/>
                      <a:pt x="491" y="222"/>
                      <a:pt x="505" y="212"/>
                    </a:cubicBezTo>
                    <a:cubicBezTo>
                      <a:pt x="529" y="196"/>
                      <a:pt x="554" y="186"/>
                      <a:pt x="580" y="181"/>
                    </a:cubicBezTo>
                    <a:cubicBezTo>
                      <a:pt x="603" y="175"/>
                      <a:pt x="628" y="174"/>
                      <a:pt x="653" y="178"/>
                    </a:cubicBezTo>
                    <a:cubicBezTo>
                      <a:pt x="670" y="180"/>
                      <a:pt x="682" y="173"/>
                      <a:pt x="691" y="157"/>
                    </a:cubicBezTo>
                    <a:cubicBezTo>
                      <a:pt x="724" y="96"/>
                      <a:pt x="771" y="52"/>
                      <a:pt x="834" y="30"/>
                    </a:cubicBezTo>
                    <a:cubicBezTo>
                      <a:pt x="918" y="0"/>
                      <a:pt x="1007" y="12"/>
                      <a:pt x="1078" y="94"/>
                    </a:cubicBezTo>
                    <a:cubicBezTo>
                      <a:pt x="1083" y="100"/>
                      <a:pt x="1088" y="105"/>
                      <a:pt x="1093" y="111"/>
                    </a:cubicBezTo>
                    <a:cubicBezTo>
                      <a:pt x="1103" y="122"/>
                      <a:pt x="1114" y="125"/>
                      <a:pt x="1127" y="121"/>
                    </a:cubicBezTo>
                    <a:cubicBezTo>
                      <a:pt x="1133" y="120"/>
                      <a:pt x="1133" y="120"/>
                      <a:pt x="1133" y="120"/>
                    </a:cubicBezTo>
                    <a:cubicBezTo>
                      <a:pt x="1142" y="117"/>
                      <a:pt x="1152" y="114"/>
                      <a:pt x="1157" y="129"/>
                    </a:cubicBezTo>
                    <a:cubicBezTo>
                      <a:pt x="1162" y="147"/>
                      <a:pt x="1159" y="155"/>
                      <a:pt x="1144" y="160"/>
                    </a:cubicBezTo>
                    <a:close/>
                    <a:moveTo>
                      <a:pt x="470" y="262"/>
                    </a:moveTo>
                    <a:cubicBezTo>
                      <a:pt x="444" y="224"/>
                      <a:pt x="410" y="200"/>
                      <a:pt x="369" y="189"/>
                    </a:cubicBezTo>
                    <a:cubicBezTo>
                      <a:pt x="304" y="172"/>
                      <a:pt x="242" y="178"/>
                      <a:pt x="186" y="217"/>
                    </a:cubicBezTo>
                    <a:cubicBezTo>
                      <a:pt x="110" y="269"/>
                      <a:pt x="88" y="360"/>
                      <a:pt x="129" y="451"/>
                    </a:cubicBezTo>
                    <a:cubicBezTo>
                      <a:pt x="163" y="527"/>
                      <a:pt x="217" y="570"/>
                      <a:pt x="293" y="578"/>
                    </a:cubicBezTo>
                    <a:cubicBezTo>
                      <a:pt x="370" y="586"/>
                      <a:pt x="432" y="556"/>
                      <a:pt x="476" y="489"/>
                    </a:cubicBezTo>
                    <a:cubicBezTo>
                      <a:pt x="497" y="456"/>
                      <a:pt x="507" y="408"/>
                      <a:pt x="503" y="370"/>
                    </a:cubicBezTo>
                    <a:cubicBezTo>
                      <a:pt x="500" y="372"/>
                      <a:pt x="499" y="374"/>
                      <a:pt x="496" y="377"/>
                    </a:cubicBezTo>
                    <a:cubicBezTo>
                      <a:pt x="496" y="382"/>
                      <a:pt x="496" y="387"/>
                      <a:pt x="495" y="392"/>
                    </a:cubicBezTo>
                    <a:cubicBezTo>
                      <a:pt x="495" y="394"/>
                      <a:pt x="495" y="396"/>
                      <a:pt x="495" y="398"/>
                    </a:cubicBezTo>
                    <a:cubicBezTo>
                      <a:pt x="494" y="402"/>
                      <a:pt x="489" y="402"/>
                      <a:pt x="489" y="398"/>
                    </a:cubicBezTo>
                    <a:cubicBezTo>
                      <a:pt x="488" y="376"/>
                      <a:pt x="490" y="355"/>
                      <a:pt x="487" y="333"/>
                    </a:cubicBezTo>
                    <a:cubicBezTo>
                      <a:pt x="487" y="330"/>
                      <a:pt x="491" y="329"/>
                      <a:pt x="492" y="332"/>
                    </a:cubicBezTo>
                    <a:cubicBezTo>
                      <a:pt x="494" y="340"/>
                      <a:pt x="495" y="348"/>
                      <a:pt x="496" y="356"/>
                    </a:cubicBezTo>
                    <a:cubicBezTo>
                      <a:pt x="498" y="355"/>
                      <a:pt x="500" y="354"/>
                      <a:pt x="502" y="354"/>
                    </a:cubicBezTo>
                    <a:cubicBezTo>
                      <a:pt x="501" y="321"/>
                      <a:pt x="488" y="290"/>
                      <a:pt x="470" y="262"/>
                    </a:cubicBezTo>
                    <a:close/>
                    <a:moveTo>
                      <a:pt x="942" y="41"/>
                    </a:moveTo>
                    <a:cubicBezTo>
                      <a:pt x="874" y="31"/>
                      <a:pt x="816" y="53"/>
                      <a:pt x="765" y="97"/>
                    </a:cubicBezTo>
                    <a:cubicBezTo>
                      <a:pt x="733" y="125"/>
                      <a:pt x="714" y="162"/>
                      <a:pt x="708" y="207"/>
                    </a:cubicBezTo>
                    <a:cubicBezTo>
                      <a:pt x="703" y="241"/>
                      <a:pt x="705" y="274"/>
                      <a:pt x="719" y="304"/>
                    </a:cubicBezTo>
                    <a:cubicBezTo>
                      <a:pt x="721" y="304"/>
                      <a:pt x="724" y="304"/>
                      <a:pt x="726" y="303"/>
                    </a:cubicBezTo>
                    <a:cubicBezTo>
                      <a:pt x="723" y="296"/>
                      <a:pt x="721" y="288"/>
                      <a:pt x="719" y="280"/>
                    </a:cubicBezTo>
                    <a:cubicBezTo>
                      <a:pt x="719" y="278"/>
                      <a:pt x="723" y="277"/>
                      <a:pt x="724" y="279"/>
                    </a:cubicBezTo>
                    <a:cubicBezTo>
                      <a:pt x="731" y="300"/>
                      <a:pt x="742" y="319"/>
                      <a:pt x="751" y="338"/>
                    </a:cubicBezTo>
                    <a:cubicBezTo>
                      <a:pt x="752" y="342"/>
                      <a:pt x="748" y="344"/>
                      <a:pt x="746" y="341"/>
                    </a:cubicBezTo>
                    <a:cubicBezTo>
                      <a:pt x="744" y="339"/>
                      <a:pt x="743" y="337"/>
                      <a:pt x="742" y="335"/>
                    </a:cubicBezTo>
                    <a:cubicBezTo>
                      <a:pt x="739" y="331"/>
                      <a:pt x="737" y="327"/>
                      <a:pt x="735" y="322"/>
                    </a:cubicBezTo>
                    <a:cubicBezTo>
                      <a:pt x="731" y="321"/>
                      <a:pt x="729" y="320"/>
                      <a:pt x="726" y="319"/>
                    </a:cubicBezTo>
                    <a:cubicBezTo>
                      <a:pt x="738" y="355"/>
                      <a:pt x="769" y="393"/>
                      <a:pt x="803" y="414"/>
                    </a:cubicBezTo>
                    <a:cubicBezTo>
                      <a:pt x="872" y="455"/>
                      <a:pt x="940" y="454"/>
                      <a:pt x="1005" y="413"/>
                    </a:cubicBezTo>
                    <a:cubicBezTo>
                      <a:pt x="1070" y="373"/>
                      <a:pt x="1100" y="310"/>
                      <a:pt x="1097" y="227"/>
                    </a:cubicBezTo>
                    <a:cubicBezTo>
                      <a:pt x="1092" y="126"/>
                      <a:pt x="1033" y="54"/>
                      <a:pt x="942" y="41"/>
                    </a:cubicBezTo>
                    <a:close/>
                    <a:moveTo>
                      <a:pt x="942" y="41"/>
                    </a:moveTo>
                    <a:cubicBezTo>
                      <a:pt x="942" y="41"/>
                      <a:pt x="942" y="41"/>
                      <a:pt x="942" y="41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" name="Freeform 380"/>
              <p:cNvSpPr>
                <a:spLocks noEditPoints="1"/>
              </p:cNvSpPr>
              <p:nvPr userDrawn="1"/>
            </p:nvSpPr>
            <p:spPr bwMode="auto">
              <a:xfrm>
                <a:off x="8251826" y="1314450"/>
                <a:ext cx="182563" cy="180975"/>
              </a:xfrm>
              <a:custGeom>
                <a:avLst/>
                <a:gdLst>
                  <a:gd name="T0" fmla="*/ 7 w 115"/>
                  <a:gd name="T1" fmla="*/ 114 h 114"/>
                  <a:gd name="T2" fmla="*/ 2 w 115"/>
                  <a:gd name="T3" fmla="*/ 112 h 114"/>
                  <a:gd name="T4" fmla="*/ 2 w 115"/>
                  <a:gd name="T5" fmla="*/ 103 h 114"/>
                  <a:gd name="T6" fmla="*/ 103 w 115"/>
                  <a:gd name="T7" fmla="*/ 2 h 114"/>
                  <a:gd name="T8" fmla="*/ 112 w 115"/>
                  <a:gd name="T9" fmla="*/ 2 h 114"/>
                  <a:gd name="T10" fmla="*/ 112 w 115"/>
                  <a:gd name="T11" fmla="*/ 11 h 114"/>
                  <a:gd name="T12" fmla="*/ 11 w 115"/>
                  <a:gd name="T13" fmla="*/ 112 h 114"/>
                  <a:gd name="T14" fmla="*/ 7 w 115"/>
                  <a:gd name="T15" fmla="*/ 114 h 114"/>
                  <a:gd name="T16" fmla="*/ 7 w 115"/>
                  <a:gd name="T17" fmla="*/ 114 h 114"/>
                  <a:gd name="T18" fmla="*/ 7 w 115"/>
                  <a:gd name="T19" fmla="*/ 114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5" h="114">
                    <a:moveTo>
                      <a:pt x="7" y="114"/>
                    </a:moveTo>
                    <a:cubicBezTo>
                      <a:pt x="5" y="114"/>
                      <a:pt x="4" y="114"/>
                      <a:pt x="2" y="112"/>
                    </a:cubicBezTo>
                    <a:cubicBezTo>
                      <a:pt x="0" y="110"/>
                      <a:pt x="0" y="106"/>
                      <a:pt x="2" y="103"/>
                    </a:cubicBezTo>
                    <a:cubicBezTo>
                      <a:pt x="103" y="2"/>
                      <a:pt x="103" y="2"/>
                      <a:pt x="103" y="2"/>
                    </a:cubicBezTo>
                    <a:cubicBezTo>
                      <a:pt x="105" y="0"/>
                      <a:pt x="109" y="0"/>
                      <a:pt x="112" y="2"/>
                    </a:cubicBezTo>
                    <a:cubicBezTo>
                      <a:pt x="115" y="5"/>
                      <a:pt x="115" y="9"/>
                      <a:pt x="112" y="11"/>
                    </a:cubicBezTo>
                    <a:cubicBezTo>
                      <a:pt x="11" y="112"/>
                      <a:pt x="11" y="112"/>
                      <a:pt x="11" y="112"/>
                    </a:cubicBezTo>
                    <a:cubicBezTo>
                      <a:pt x="10" y="114"/>
                      <a:pt x="8" y="114"/>
                      <a:pt x="7" y="114"/>
                    </a:cubicBezTo>
                    <a:close/>
                    <a:moveTo>
                      <a:pt x="7" y="114"/>
                    </a:moveTo>
                    <a:cubicBezTo>
                      <a:pt x="7" y="114"/>
                      <a:pt x="7" y="114"/>
                      <a:pt x="7" y="114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" name="Freeform 381"/>
              <p:cNvSpPr>
                <a:spLocks noEditPoints="1"/>
              </p:cNvSpPr>
              <p:nvPr userDrawn="1"/>
            </p:nvSpPr>
            <p:spPr bwMode="auto">
              <a:xfrm>
                <a:off x="8234363" y="1430338"/>
                <a:ext cx="239713" cy="238125"/>
              </a:xfrm>
              <a:custGeom>
                <a:avLst/>
                <a:gdLst>
                  <a:gd name="T0" fmla="*/ 7 w 151"/>
                  <a:gd name="T1" fmla="*/ 150 h 150"/>
                  <a:gd name="T2" fmla="*/ 3 w 151"/>
                  <a:gd name="T3" fmla="*/ 148 h 150"/>
                  <a:gd name="T4" fmla="*/ 3 w 151"/>
                  <a:gd name="T5" fmla="*/ 139 h 150"/>
                  <a:gd name="T6" fmla="*/ 140 w 151"/>
                  <a:gd name="T7" fmla="*/ 2 h 150"/>
                  <a:gd name="T8" fmla="*/ 149 w 151"/>
                  <a:gd name="T9" fmla="*/ 2 h 150"/>
                  <a:gd name="T10" fmla="*/ 149 w 151"/>
                  <a:gd name="T11" fmla="*/ 11 h 150"/>
                  <a:gd name="T12" fmla="*/ 12 w 151"/>
                  <a:gd name="T13" fmla="*/ 148 h 150"/>
                  <a:gd name="T14" fmla="*/ 7 w 151"/>
                  <a:gd name="T15" fmla="*/ 150 h 150"/>
                  <a:gd name="T16" fmla="*/ 7 w 151"/>
                  <a:gd name="T17" fmla="*/ 150 h 150"/>
                  <a:gd name="T18" fmla="*/ 7 w 151"/>
                  <a:gd name="T19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1" h="150">
                    <a:moveTo>
                      <a:pt x="7" y="150"/>
                    </a:moveTo>
                    <a:cubicBezTo>
                      <a:pt x="6" y="150"/>
                      <a:pt x="4" y="150"/>
                      <a:pt x="3" y="148"/>
                    </a:cubicBezTo>
                    <a:cubicBezTo>
                      <a:pt x="0" y="146"/>
                      <a:pt x="0" y="142"/>
                      <a:pt x="3" y="139"/>
                    </a:cubicBezTo>
                    <a:cubicBezTo>
                      <a:pt x="140" y="2"/>
                      <a:pt x="140" y="2"/>
                      <a:pt x="140" y="2"/>
                    </a:cubicBezTo>
                    <a:cubicBezTo>
                      <a:pt x="142" y="0"/>
                      <a:pt x="146" y="0"/>
                      <a:pt x="149" y="2"/>
                    </a:cubicBezTo>
                    <a:cubicBezTo>
                      <a:pt x="151" y="4"/>
                      <a:pt x="151" y="9"/>
                      <a:pt x="149" y="11"/>
                    </a:cubicBezTo>
                    <a:cubicBezTo>
                      <a:pt x="12" y="148"/>
                      <a:pt x="12" y="148"/>
                      <a:pt x="12" y="148"/>
                    </a:cubicBezTo>
                    <a:cubicBezTo>
                      <a:pt x="11" y="150"/>
                      <a:pt x="9" y="150"/>
                      <a:pt x="7" y="150"/>
                    </a:cubicBezTo>
                    <a:close/>
                    <a:moveTo>
                      <a:pt x="7" y="150"/>
                    </a:moveTo>
                    <a:cubicBezTo>
                      <a:pt x="7" y="150"/>
                      <a:pt x="7" y="150"/>
                      <a:pt x="7" y="150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382"/>
              <p:cNvSpPr>
                <a:spLocks noEditPoints="1"/>
              </p:cNvSpPr>
              <p:nvPr userDrawn="1"/>
            </p:nvSpPr>
            <p:spPr bwMode="auto">
              <a:xfrm>
                <a:off x="9204326" y="1087438"/>
                <a:ext cx="180975" cy="180975"/>
              </a:xfrm>
              <a:custGeom>
                <a:avLst/>
                <a:gdLst>
                  <a:gd name="T0" fmla="*/ 7 w 114"/>
                  <a:gd name="T1" fmla="*/ 114 h 114"/>
                  <a:gd name="T2" fmla="*/ 2 w 114"/>
                  <a:gd name="T3" fmla="*/ 112 h 114"/>
                  <a:gd name="T4" fmla="*/ 2 w 114"/>
                  <a:gd name="T5" fmla="*/ 103 h 114"/>
                  <a:gd name="T6" fmla="*/ 103 w 114"/>
                  <a:gd name="T7" fmla="*/ 2 h 114"/>
                  <a:gd name="T8" fmla="*/ 112 w 114"/>
                  <a:gd name="T9" fmla="*/ 2 h 114"/>
                  <a:gd name="T10" fmla="*/ 112 w 114"/>
                  <a:gd name="T11" fmla="*/ 12 h 114"/>
                  <a:gd name="T12" fmla="*/ 11 w 114"/>
                  <a:gd name="T13" fmla="*/ 112 h 114"/>
                  <a:gd name="T14" fmla="*/ 7 w 114"/>
                  <a:gd name="T15" fmla="*/ 114 h 114"/>
                  <a:gd name="T16" fmla="*/ 7 w 114"/>
                  <a:gd name="T17" fmla="*/ 114 h 114"/>
                  <a:gd name="T18" fmla="*/ 7 w 114"/>
                  <a:gd name="T19" fmla="*/ 114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4" h="114">
                    <a:moveTo>
                      <a:pt x="7" y="114"/>
                    </a:moveTo>
                    <a:cubicBezTo>
                      <a:pt x="5" y="114"/>
                      <a:pt x="4" y="114"/>
                      <a:pt x="2" y="112"/>
                    </a:cubicBezTo>
                    <a:cubicBezTo>
                      <a:pt x="0" y="110"/>
                      <a:pt x="0" y="106"/>
                      <a:pt x="2" y="103"/>
                    </a:cubicBezTo>
                    <a:cubicBezTo>
                      <a:pt x="103" y="2"/>
                      <a:pt x="103" y="2"/>
                      <a:pt x="103" y="2"/>
                    </a:cubicBezTo>
                    <a:cubicBezTo>
                      <a:pt x="105" y="0"/>
                      <a:pt x="109" y="0"/>
                      <a:pt x="112" y="2"/>
                    </a:cubicBezTo>
                    <a:cubicBezTo>
                      <a:pt x="114" y="5"/>
                      <a:pt x="114" y="9"/>
                      <a:pt x="112" y="12"/>
                    </a:cubicBezTo>
                    <a:cubicBezTo>
                      <a:pt x="11" y="112"/>
                      <a:pt x="11" y="112"/>
                      <a:pt x="11" y="112"/>
                    </a:cubicBezTo>
                    <a:cubicBezTo>
                      <a:pt x="10" y="113"/>
                      <a:pt x="8" y="114"/>
                      <a:pt x="7" y="114"/>
                    </a:cubicBezTo>
                    <a:close/>
                    <a:moveTo>
                      <a:pt x="7" y="114"/>
                    </a:moveTo>
                    <a:cubicBezTo>
                      <a:pt x="7" y="114"/>
                      <a:pt x="7" y="114"/>
                      <a:pt x="7" y="114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383"/>
              <p:cNvSpPr>
                <a:spLocks noEditPoints="1"/>
              </p:cNvSpPr>
              <p:nvPr userDrawn="1"/>
            </p:nvSpPr>
            <p:spPr bwMode="auto">
              <a:xfrm>
                <a:off x="9186863" y="1203325"/>
                <a:ext cx="239713" cy="238125"/>
              </a:xfrm>
              <a:custGeom>
                <a:avLst/>
                <a:gdLst>
                  <a:gd name="T0" fmla="*/ 7 w 151"/>
                  <a:gd name="T1" fmla="*/ 150 h 150"/>
                  <a:gd name="T2" fmla="*/ 3 w 151"/>
                  <a:gd name="T3" fmla="*/ 148 h 150"/>
                  <a:gd name="T4" fmla="*/ 3 w 151"/>
                  <a:gd name="T5" fmla="*/ 139 h 150"/>
                  <a:gd name="T6" fmla="*/ 140 w 151"/>
                  <a:gd name="T7" fmla="*/ 2 h 150"/>
                  <a:gd name="T8" fmla="*/ 149 w 151"/>
                  <a:gd name="T9" fmla="*/ 2 h 150"/>
                  <a:gd name="T10" fmla="*/ 149 w 151"/>
                  <a:gd name="T11" fmla="*/ 11 h 150"/>
                  <a:gd name="T12" fmla="*/ 12 w 151"/>
                  <a:gd name="T13" fmla="*/ 148 h 150"/>
                  <a:gd name="T14" fmla="*/ 7 w 151"/>
                  <a:gd name="T15" fmla="*/ 150 h 150"/>
                  <a:gd name="T16" fmla="*/ 7 w 151"/>
                  <a:gd name="T17" fmla="*/ 150 h 150"/>
                  <a:gd name="T18" fmla="*/ 7 w 151"/>
                  <a:gd name="T19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1" h="150">
                    <a:moveTo>
                      <a:pt x="7" y="150"/>
                    </a:moveTo>
                    <a:cubicBezTo>
                      <a:pt x="5" y="150"/>
                      <a:pt x="4" y="150"/>
                      <a:pt x="3" y="148"/>
                    </a:cubicBezTo>
                    <a:cubicBezTo>
                      <a:pt x="0" y="146"/>
                      <a:pt x="0" y="142"/>
                      <a:pt x="3" y="139"/>
                    </a:cubicBezTo>
                    <a:cubicBezTo>
                      <a:pt x="140" y="2"/>
                      <a:pt x="140" y="2"/>
                      <a:pt x="140" y="2"/>
                    </a:cubicBezTo>
                    <a:cubicBezTo>
                      <a:pt x="142" y="0"/>
                      <a:pt x="146" y="0"/>
                      <a:pt x="149" y="2"/>
                    </a:cubicBezTo>
                    <a:cubicBezTo>
                      <a:pt x="151" y="5"/>
                      <a:pt x="151" y="9"/>
                      <a:pt x="149" y="11"/>
                    </a:cubicBezTo>
                    <a:cubicBezTo>
                      <a:pt x="12" y="148"/>
                      <a:pt x="12" y="148"/>
                      <a:pt x="12" y="148"/>
                    </a:cubicBezTo>
                    <a:cubicBezTo>
                      <a:pt x="11" y="149"/>
                      <a:pt x="9" y="150"/>
                      <a:pt x="7" y="150"/>
                    </a:cubicBezTo>
                    <a:close/>
                    <a:moveTo>
                      <a:pt x="7" y="150"/>
                    </a:moveTo>
                    <a:cubicBezTo>
                      <a:pt x="7" y="150"/>
                      <a:pt x="7" y="150"/>
                      <a:pt x="7" y="150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" name="Freeform 384"/>
              <p:cNvSpPr>
                <a:spLocks noEditPoints="1"/>
              </p:cNvSpPr>
              <p:nvPr userDrawn="1"/>
            </p:nvSpPr>
            <p:spPr bwMode="auto">
              <a:xfrm>
                <a:off x="11460163" y="3690938"/>
                <a:ext cx="254000" cy="242888"/>
              </a:xfrm>
              <a:custGeom>
                <a:avLst/>
                <a:gdLst>
                  <a:gd name="T0" fmla="*/ 134 w 160"/>
                  <a:gd name="T1" fmla="*/ 25 h 153"/>
                  <a:gd name="T2" fmla="*/ 127 w 160"/>
                  <a:gd name="T3" fmla="*/ 127 h 153"/>
                  <a:gd name="T4" fmla="*/ 26 w 160"/>
                  <a:gd name="T5" fmla="*/ 121 h 153"/>
                  <a:gd name="T6" fmla="*/ 32 w 160"/>
                  <a:gd name="T7" fmla="*/ 19 h 153"/>
                  <a:gd name="T8" fmla="*/ 84 w 160"/>
                  <a:gd name="T9" fmla="*/ 1 h 153"/>
                  <a:gd name="T10" fmla="*/ 134 w 160"/>
                  <a:gd name="T11" fmla="*/ 25 h 153"/>
                  <a:gd name="T12" fmla="*/ 55 w 160"/>
                  <a:gd name="T13" fmla="*/ 95 h 153"/>
                  <a:gd name="T14" fmla="*/ 101 w 160"/>
                  <a:gd name="T15" fmla="*/ 98 h 153"/>
                  <a:gd name="T16" fmla="*/ 104 w 160"/>
                  <a:gd name="T17" fmla="*/ 51 h 153"/>
                  <a:gd name="T18" fmla="*/ 58 w 160"/>
                  <a:gd name="T19" fmla="*/ 48 h 153"/>
                  <a:gd name="T20" fmla="*/ 55 w 160"/>
                  <a:gd name="T21" fmla="*/ 95 h 153"/>
                  <a:gd name="T22" fmla="*/ 55 w 160"/>
                  <a:gd name="T23" fmla="*/ 95 h 153"/>
                  <a:gd name="T24" fmla="*/ 55 w 160"/>
                  <a:gd name="T25" fmla="*/ 95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0" h="153">
                    <a:moveTo>
                      <a:pt x="134" y="25"/>
                    </a:moveTo>
                    <a:cubicBezTo>
                      <a:pt x="160" y="55"/>
                      <a:pt x="157" y="101"/>
                      <a:pt x="127" y="127"/>
                    </a:cubicBezTo>
                    <a:cubicBezTo>
                      <a:pt x="98" y="153"/>
                      <a:pt x="52" y="150"/>
                      <a:pt x="26" y="121"/>
                    </a:cubicBezTo>
                    <a:cubicBezTo>
                      <a:pt x="0" y="91"/>
                      <a:pt x="2" y="46"/>
                      <a:pt x="32" y="19"/>
                    </a:cubicBezTo>
                    <a:cubicBezTo>
                      <a:pt x="46" y="6"/>
                      <a:pt x="65" y="0"/>
                      <a:pt x="84" y="1"/>
                    </a:cubicBezTo>
                    <a:cubicBezTo>
                      <a:pt x="103" y="2"/>
                      <a:pt x="121" y="11"/>
                      <a:pt x="134" y="25"/>
                    </a:cubicBezTo>
                    <a:close/>
                    <a:moveTo>
                      <a:pt x="55" y="95"/>
                    </a:moveTo>
                    <a:cubicBezTo>
                      <a:pt x="67" y="108"/>
                      <a:pt x="88" y="110"/>
                      <a:pt x="101" y="98"/>
                    </a:cubicBezTo>
                    <a:cubicBezTo>
                      <a:pt x="115" y="86"/>
                      <a:pt x="116" y="65"/>
                      <a:pt x="104" y="51"/>
                    </a:cubicBezTo>
                    <a:cubicBezTo>
                      <a:pt x="93" y="38"/>
                      <a:pt x="72" y="36"/>
                      <a:pt x="58" y="48"/>
                    </a:cubicBezTo>
                    <a:cubicBezTo>
                      <a:pt x="44" y="60"/>
                      <a:pt x="43" y="81"/>
                      <a:pt x="55" y="95"/>
                    </a:cubicBezTo>
                    <a:close/>
                    <a:moveTo>
                      <a:pt x="55" y="95"/>
                    </a:moveTo>
                    <a:cubicBezTo>
                      <a:pt x="55" y="95"/>
                      <a:pt x="55" y="95"/>
                      <a:pt x="55" y="9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" name="Freeform 385"/>
              <p:cNvSpPr>
                <a:spLocks noEditPoints="1"/>
              </p:cNvSpPr>
              <p:nvPr userDrawn="1"/>
            </p:nvSpPr>
            <p:spPr bwMode="auto">
              <a:xfrm>
                <a:off x="8226426" y="5929313"/>
                <a:ext cx="254000" cy="244475"/>
              </a:xfrm>
              <a:custGeom>
                <a:avLst/>
                <a:gdLst>
                  <a:gd name="T0" fmla="*/ 134 w 160"/>
                  <a:gd name="T1" fmla="*/ 26 h 154"/>
                  <a:gd name="T2" fmla="*/ 127 w 160"/>
                  <a:gd name="T3" fmla="*/ 128 h 154"/>
                  <a:gd name="T4" fmla="*/ 26 w 160"/>
                  <a:gd name="T5" fmla="*/ 121 h 154"/>
                  <a:gd name="T6" fmla="*/ 32 w 160"/>
                  <a:gd name="T7" fmla="*/ 20 h 154"/>
                  <a:gd name="T8" fmla="*/ 84 w 160"/>
                  <a:gd name="T9" fmla="*/ 2 h 154"/>
                  <a:gd name="T10" fmla="*/ 134 w 160"/>
                  <a:gd name="T11" fmla="*/ 26 h 154"/>
                  <a:gd name="T12" fmla="*/ 55 w 160"/>
                  <a:gd name="T13" fmla="*/ 95 h 154"/>
                  <a:gd name="T14" fmla="*/ 101 w 160"/>
                  <a:gd name="T15" fmla="*/ 98 h 154"/>
                  <a:gd name="T16" fmla="*/ 104 w 160"/>
                  <a:gd name="T17" fmla="*/ 52 h 154"/>
                  <a:gd name="T18" fmla="*/ 58 w 160"/>
                  <a:gd name="T19" fmla="*/ 49 h 154"/>
                  <a:gd name="T20" fmla="*/ 55 w 160"/>
                  <a:gd name="T21" fmla="*/ 95 h 154"/>
                  <a:gd name="T22" fmla="*/ 55 w 160"/>
                  <a:gd name="T23" fmla="*/ 95 h 154"/>
                  <a:gd name="T24" fmla="*/ 55 w 160"/>
                  <a:gd name="T25" fmla="*/ 95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0" h="154">
                    <a:moveTo>
                      <a:pt x="134" y="26"/>
                    </a:moveTo>
                    <a:cubicBezTo>
                      <a:pt x="160" y="56"/>
                      <a:pt x="157" y="101"/>
                      <a:pt x="127" y="128"/>
                    </a:cubicBezTo>
                    <a:cubicBezTo>
                      <a:pt x="98" y="154"/>
                      <a:pt x="52" y="151"/>
                      <a:pt x="26" y="121"/>
                    </a:cubicBezTo>
                    <a:cubicBezTo>
                      <a:pt x="0" y="92"/>
                      <a:pt x="2" y="46"/>
                      <a:pt x="32" y="20"/>
                    </a:cubicBezTo>
                    <a:cubicBezTo>
                      <a:pt x="46" y="7"/>
                      <a:pt x="65" y="0"/>
                      <a:pt x="84" y="2"/>
                    </a:cubicBezTo>
                    <a:cubicBezTo>
                      <a:pt x="103" y="3"/>
                      <a:pt x="121" y="12"/>
                      <a:pt x="134" y="26"/>
                    </a:cubicBezTo>
                    <a:close/>
                    <a:moveTo>
                      <a:pt x="55" y="95"/>
                    </a:moveTo>
                    <a:cubicBezTo>
                      <a:pt x="67" y="109"/>
                      <a:pt x="87" y="110"/>
                      <a:pt x="101" y="98"/>
                    </a:cubicBezTo>
                    <a:cubicBezTo>
                      <a:pt x="115" y="86"/>
                      <a:pt x="116" y="66"/>
                      <a:pt x="104" y="52"/>
                    </a:cubicBezTo>
                    <a:cubicBezTo>
                      <a:pt x="93" y="38"/>
                      <a:pt x="72" y="37"/>
                      <a:pt x="58" y="49"/>
                    </a:cubicBezTo>
                    <a:cubicBezTo>
                      <a:pt x="44" y="61"/>
                      <a:pt x="43" y="81"/>
                      <a:pt x="55" y="95"/>
                    </a:cubicBezTo>
                    <a:close/>
                    <a:moveTo>
                      <a:pt x="55" y="95"/>
                    </a:moveTo>
                    <a:cubicBezTo>
                      <a:pt x="55" y="95"/>
                      <a:pt x="55" y="95"/>
                      <a:pt x="55" y="9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" name="Freeform 386"/>
              <p:cNvSpPr>
                <a:spLocks noEditPoints="1"/>
              </p:cNvSpPr>
              <p:nvPr userDrawn="1"/>
            </p:nvSpPr>
            <p:spPr bwMode="auto">
              <a:xfrm>
                <a:off x="6094413" y="3382963"/>
                <a:ext cx="393700" cy="393700"/>
              </a:xfrm>
              <a:custGeom>
                <a:avLst/>
                <a:gdLst>
                  <a:gd name="T0" fmla="*/ 220 w 248"/>
                  <a:gd name="T1" fmla="*/ 175 h 248"/>
                  <a:gd name="T2" fmla="*/ 73 w 248"/>
                  <a:gd name="T3" fmla="*/ 220 h 248"/>
                  <a:gd name="T4" fmla="*/ 28 w 248"/>
                  <a:gd name="T5" fmla="*/ 73 h 248"/>
                  <a:gd name="T6" fmla="*/ 175 w 248"/>
                  <a:gd name="T7" fmla="*/ 28 h 248"/>
                  <a:gd name="T8" fmla="*/ 220 w 248"/>
                  <a:gd name="T9" fmla="*/ 175 h 248"/>
                  <a:gd name="T10" fmla="*/ 63 w 248"/>
                  <a:gd name="T11" fmla="*/ 92 h 248"/>
                  <a:gd name="T12" fmla="*/ 92 w 248"/>
                  <a:gd name="T13" fmla="*/ 186 h 248"/>
                  <a:gd name="T14" fmla="*/ 186 w 248"/>
                  <a:gd name="T15" fmla="*/ 157 h 248"/>
                  <a:gd name="T16" fmla="*/ 157 w 248"/>
                  <a:gd name="T17" fmla="*/ 63 h 248"/>
                  <a:gd name="T18" fmla="*/ 63 w 248"/>
                  <a:gd name="T19" fmla="*/ 92 h 248"/>
                  <a:gd name="T20" fmla="*/ 63 w 248"/>
                  <a:gd name="T21" fmla="*/ 92 h 248"/>
                  <a:gd name="T22" fmla="*/ 63 w 248"/>
                  <a:gd name="T23" fmla="*/ 92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8" h="248">
                    <a:moveTo>
                      <a:pt x="220" y="175"/>
                    </a:moveTo>
                    <a:cubicBezTo>
                      <a:pt x="192" y="228"/>
                      <a:pt x="127" y="248"/>
                      <a:pt x="73" y="220"/>
                    </a:cubicBezTo>
                    <a:cubicBezTo>
                      <a:pt x="20" y="192"/>
                      <a:pt x="0" y="126"/>
                      <a:pt x="28" y="73"/>
                    </a:cubicBezTo>
                    <a:cubicBezTo>
                      <a:pt x="56" y="20"/>
                      <a:pt x="122" y="0"/>
                      <a:pt x="175" y="28"/>
                    </a:cubicBezTo>
                    <a:cubicBezTo>
                      <a:pt x="228" y="56"/>
                      <a:pt x="248" y="122"/>
                      <a:pt x="220" y="175"/>
                    </a:cubicBezTo>
                    <a:close/>
                    <a:moveTo>
                      <a:pt x="63" y="92"/>
                    </a:moveTo>
                    <a:cubicBezTo>
                      <a:pt x="45" y="126"/>
                      <a:pt x="58" y="168"/>
                      <a:pt x="92" y="186"/>
                    </a:cubicBezTo>
                    <a:cubicBezTo>
                      <a:pt x="126" y="204"/>
                      <a:pt x="168" y="191"/>
                      <a:pt x="186" y="157"/>
                    </a:cubicBezTo>
                    <a:cubicBezTo>
                      <a:pt x="204" y="123"/>
                      <a:pt x="191" y="81"/>
                      <a:pt x="157" y="63"/>
                    </a:cubicBezTo>
                    <a:cubicBezTo>
                      <a:pt x="123" y="45"/>
                      <a:pt x="81" y="58"/>
                      <a:pt x="63" y="92"/>
                    </a:cubicBezTo>
                    <a:close/>
                    <a:moveTo>
                      <a:pt x="63" y="92"/>
                    </a:moveTo>
                    <a:cubicBezTo>
                      <a:pt x="63" y="92"/>
                      <a:pt x="63" y="92"/>
                      <a:pt x="63" y="9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0" name="Freeform 387"/>
              <p:cNvSpPr>
                <a:spLocks noEditPoints="1"/>
              </p:cNvSpPr>
              <p:nvPr userDrawn="1"/>
            </p:nvSpPr>
            <p:spPr bwMode="auto">
              <a:xfrm>
                <a:off x="11385551" y="2838450"/>
                <a:ext cx="330200" cy="293688"/>
              </a:xfrm>
              <a:custGeom>
                <a:avLst/>
                <a:gdLst>
                  <a:gd name="T0" fmla="*/ 72 w 208"/>
                  <a:gd name="T1" fmla="*/ 120 h 185"/>
                  <a:gd name="T2" fmla="*/ 71 w 208"/>
                  <a:gd name="T3" fmla="*/ 135 h 185"/>
                  <a:gd name="T4" fmla="*/ 20 w 208"/>
                  <a:gd name="T5" fmla="*/ 180 h 185"/>
                  <a:gd name="T6" fmla="*/ 4 w 208"/>
                  <a:gd name="T7" fmla="*/ 180 h 185"/>
                  <a:gd name="T8" fmla="*/ 5 w 208"/>
                  <a:gd name="T9" fmla="*/ 164 h 185"/>
                  <a:gd name="T10" fmla="*/ 57 w 208"/>
                  <a:gd name="T11" fmla="*/ 119 h 185"/>
                  <a:gd name="T12" fmla="*/ 72 w 208"/>
                  <a:gd name="T13" fmla="*/ 120 h 185"/>
                  <a:gd name="T14" fmla="*/ 204 w 208"/>
                  <a:gd name="T15" fmla="*/ 5 h 185"/>
                  <a:gd name="T16" fmla="*/ 203 w 208"/>
                  <a:gd name="T17" fmla="*/ 20 h 185"/>
                  <a:gd name="T18" fmla="*/ 151 w 208"/>
                  <a:gd name="T19" fmla="*/ 65 h 185"/>
                  <a:gd name="T20" fmla="*/ 136 w 208"/>
                  <a:gd name="T21" fmla="*/ 64 h 185"/>
                  <a:gd name="T22" fmla="*/ 137 w 208"/>
                  <a:gd name="T23" fmla="*/ 49 h 185"/>
                  <a:gd name="T24" fmla="*/ 189 w 208"/>
                  <a:gd name="T25" fmla="*/ 4 h 185"/>
                  <a:gd name="T26" fmla="*/ 204 w 208"/>
                  <a:gd name="T27" fmla="*/ 5 h 185"/>
                  <a:gd name="T28" fmla="*/ 204 w 208"/>
                  <a:gd name="T29" fmla="*/ 5 h 185"/>
                  <a:gd name="T30" fmla="*/ 204 w 208"/>
                  <a:gd name="T31" fmla="*/ 5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08" h="185">
                    <a:moveTo>
                      <a:pt x="72" y="120"/>
                    </a:moveTo>
                    <a:cubicBezTo>
                      <a:pt x="76" y="125"/>
                      <a:pt x="76" y="131"/>
                      <a:pt x="71" y="135"/>
                    </a:cubicBezTo>
                    <a:cubicBezTo>
                      <a:pt x="20" y="180"/>
                      <a:pt x="20" y="180"/>
                      <a:pt x="20" y="180"/>
                    </a:cubicBezTo>
                    <a:cubicBezTo>
                      <a:pt x="15" y="185"/>
                      <a:pt x="8" y="184"/>
                      <a:pt x="4" y="180"/>
                    </a:cubicBezTo>
                    <a:cubicBezTo>
                      <a:pt x="0" y="175"/>
                      <a:pt x="1" y="168"/>
                      <a:pt x="5" y="164"/>
                    </a:cubicBezTo>
                    <a:cubicBezTo>
                      <a:pt x="57" y="119"/>
                      <a:pt x="57" y="119"/>
                      <a:pt x="57" y="119"/>
                    </a:cubicBezTo>
                    <a:cubicBezTo>
                      <a:pt x="61" y="115"/>
                      <a:pt x="68" y="115"/>
                      <a:pt x="72" y="120"/>
                    </a:cubicBezTo>
                    <a:close/>
                    <a:moveTo>
                      <a:pt x="204" y="5"/>
                    </a:moveTo>
                    <a:cubicBezTo>
                      <a:pt x="208" y="9"/>
                      <a:pt x="207" y="16"/>
                      <a:pt x="203" y="20"/>
                    </a:cubicBezTo>
                    <a:cubicBezTo>
                      <a:pt x="151" y="65"/>
                      <a:pt x="151" y="65"/>
                      <a:pt x="151" y="65"/>
                    </a:cubicBezTo>
                    <a:cubicBezTo>
                      <a:pt x="146" y="69"/>
                      <a:pt x="140" y="69"/>
                      <a:pt x="136" y="64"/>
                    </a:cubicBezTo>
                    <a:cubicBezTo>
                      <a:pt x="132" y="60"/>
                      <a:pt x="132" y="53"/>
                      <a:pt x="137" y="49"/>
                    </a:cubicBezTo>
                    <a:cubicBezTo>
                      <a:pt x="189" y="4"/>
                      <a:pt x="189" y="4"/>
                      <a:pt x="189" y="4"/>
                    </a:cubicBezTo>
                    <a:cubicBezTo>
                      <a:pt x="193" y="0"/>
                      <a:pt x="200" y="0"/>
                      <a:pt x="204" y="5"/>
                    </a:cubicBezTo>
                    <a:close/>
                    <a:moveTo>
                      <a:pt x="204" y="5"/>
                    </a:moveTo>
                    <a:cubicBezTo>
                      <a:pt x="204" y="5"/>
                      <a:pt x="204" y="5"/>
                      <a:pt x="204" y="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388"/>
              <p:cNvSpPr>
                <a:spLocks noEditPoints="1"/>
              </p:cNvSpPr>
              <p:nvPr userDrawn="1"/>
            </p:nvSpPr>
            <p:spPr bwMode="auto">
              <a:xfrm>
                <a:off x="11403013" y="2820988"/>
                <a:ext cx="293688" cy="327025"/>
              </a:xfrm>
              <a:custGeom>
                <a:avLst/>
                <a:gdLst>
                  <a:gd name="T0" fmla="*/ 21 w 185"/>
                  <a:gd name="T1" fmla="*/ 5 h 206"/>
                  <a:gd name="T2" fmla="*/ 66 w 185"/>
                  <a:gd name="T3" fmla="*/ 56 h 206"/>
                  <a:gd name="T4" fmla="*/ 65 w 185"/>
                  <a:gd name="T5" fmla="*/ 71 h 206"/>
                  <a:gd name="T6" fmla="*/ 50 w 185"/>
                  <a:gd name="T7" fmla="*/ 71 h 206"/>
                  <a:gd name="T8" fmla="*/ 4 w 185"/>
                  <a:gd name="T9" fmla="*/ 19 h 206"/>
                  <a:gd name="T10" fmla="*/ 5 w 185"/>
                  <a:gd name="T11" fmla="*/ 4 h 206"/>
                  <a:gd name="T12" fmla="*/ 21 w 185"/>
                  <a:gd name="T13" fmla="*/ 5 h 206"/>
                  <a:gd name="T14" fmla="*/ 136 w 185"/>
                  <a:gd name="T15" fmla="*/ 136 h 206"/>
                  <a:gd name="T16" fmla="*/ 181 w 185"/>
                  <a:gd name="T17" fmla="*/ 187 h 206"/>
                  <a:gd name="T18" fmla="*/ 180 w 185"/>
                  <a:gd name="T19" fmla="*/ 202 h 206"/>
                  <a:gd name="T20" fmla="*/ 165 w 185"/>
                  <a:gd name="T21" fmla="*/ 201 h 206"/>
                  <a:gd name="T22" fmla="*/ 120 w 185"/>
                  <a:gd name="T23" fmla="*/ 150 h 206"/>
                  <a:gd name="T24" fmla="*/ 121 w 185"/>
                  <a:gd name="T25" fmla="*/ 135 h 206"/>
                  <a:gd name="T26" fmla="*/ 136 w 185"/>
                  <a:gd name="T27" fmla="*/ 136 h 206"/>
                  <a:gd name="T28" fmla="*/ 136 w 185"/>
                  <a:gd name="T29" fmla="*/ 136 h 206"/>
                  <a:gd name="T30" fmla="*/ 136 w 185"/>
                  <a:gd name="T31" fmla="*/ 136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85" h="206">
                    <a:moveTo>
                      <a:pt x="21" y="5"/>
                    </a:moveTo>
                    <a:cubicBezTo>
                      <a:pt x="66" y="56"/>
                      <a:pt x="66" y="56"/>
                      <a:pt x="66" y="56"/>
                    </a:cubicBezTo>
                    <a:cubicBezTo>
                      <a:pt x="70" y="61"/>
                      <a:pt x="69" y="68"/>
                      <a:pt x="65" y="71"/>
                    </a:cubicBezTo>
                    <a:cubicBezTo>
                      <a:pt x="60" y="76"/>
                      <a:pt x="53" y="75"/>
                      <a:pt x="50" y="71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1" y="7"/>
                      <a:pt x="5" y="4"/>
                    </a:cubicBezTo>
                    <a:cubicBezTo>
                      <a:pt x="10" y="0"/>
                      <a:pt x="17" y="0"/>
                      <a:pt x="21" y="5"/>
                    </a:cubicBezTo>
                    <a:close/>
                    <a:moveTo>
                      <a:pt x="136" y="136"/>
                    </a:moveTo>
                    <a:cubicBezTo>
                      <a:pt x="181" y="187"/>
                      <a:pt x="181" y="187"/>
                      <a:pt x="181" y="187"/>
                    </a:cubicBezTo>
                    <a:cubicBezTo>
                      <a:pt x="185" y="192"/>
                      <a:pt x="185" y="199"/>
                      <a:pt x="180" y="202"/>
                    </a:cubicBezTo>
                    <a:cubicBezTo>
                      <a:pt x="176" y="206"/>
                      <a:pt x="169" y="206"/>
                      <a:pt x="165" y="201"/>
                    </a:cubicBezTo>
                    <a:cubicBezTo>
                      <a:pt x="120" y="150"/>
                      <a:pt x="120" y="150"/>
                      <a:pt x="120" y="150"/>
                    </a:cubicBezTo>
                    <a:cubicBezTo>
                      <a:pt x="116" y="145"/>
                      <a:pt x="116" y="138"/>
                      <a:pt x="121" y="135"/>
                    </a:cubicBezTo>
                    <a:cubicBezTo>
                      <a:pt x="125" y="131"/>
                      <a:pt x="132" y="131"/>
                      <a:pt x="136" y="136"/>
                    </a:cubicBezTo>
                    <a:close/>
                    <a:moveTo>
                      <a:pt x="136" y="136"/>
                    </a:moveTo>
                    <a:cubicBezTo>
                      <a:pt x="136" y="136"/>
                      <a:pt x="136" y="136"/>
                      <a:pt x="136" y="1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2" name="Freeform 389"/>
              <p:cNvSpPr>
                <a:spLocks noEditPoints="1"/>
              </p:cNvSpPr>
              <p:nvPr userDrawn="1"/>
            </p:nvSpPr>
            <p:spPr bwMode="auto">
              <a:xfrm>
                <a:off x="7083426" y="1628775"/>
                <a:ext cx="330200" cy="293688"/>
              </a:xfrm>
              <a:custGeom>
                <a:avLst/>
                <a:gdLst>
                  <a:gd name="T0" fmla="*/ 72 w 208"/>
                  <a:gd name="T1" fmla="*/ 120 h 185"/>
                  <a:gd name="T2" fmla="*/ 71 w 208"/>
                  <a:gd name="T3" fmla="*/ 135 h 185"/>
                  <a:gd name="T4" fmla="*/ 20 w 208"/>
                  <a:gd name="T5" fmla="*/ 181 h 185"/>
                  <a:gd name="T6" fmla="*/ 5 w 208"/>
                  <a:gd name="T7" fmla="*/ 180 h 185"/>
                  <a:gd name="T8" fmla="*/ 6 w 208"/>
                  <a:gd name="T9" fmla="*/ 165 h 185"/>
                  <a:gd name="T10" fmla="*/ 57 w 208"/>
                  <a:gd name="T11" fmla="*/ 119 h 185"/>
                  <a:gd name="T12" fmla="*/ 72 w 208"/>
                  <a:gd name="T13" fmla="*/ 120 h 185"/>
                  <a:gd name="T14" fmla="*/ 204 w 208"/>
                  <a:gd name="T15" fmla="*/ 5 h 185"/>
                  <a:gd name="T16" fmla="*/ 203 w 208"/>
                  <a:gd name="T17" fmla="*/ 20 h 185"/>
                  <a:gd name="T18" fmla="*/ 151 w 208"/>
                  <a:gd name="T19" fmla="*/ 65 h 185"/>
                  <a:gd name="T20" fmla="*/ 136 w 208"/>
                  <a:gd name="T21" fmla="*/ 64 h 185"/>
                  <a:gd name="T22" fmla="*/ 137 w 208"/>
                  <a:gd name="T23" fmla="*/ 49 h 185"/>
                  <a:gd name="T24" fmla="*/ 189 w 208"/>
                  <a:gd name="T25" fmla="*/ 4 h 185"/>
                  <a:gd name="T26" fmla="*/ 204 w 208"/>
                  <a:gd name="T27" fmla="*/ 5 h 185"/>
                  <a:gd name="T28" fmla="*/ 204 w 208"/>
                  <a:gd name="T29" fmla="*/ 5 h 185"/>
                  <a:gd name="T30" fmla="*/ 204 w 208"/>
                  <a:gd name="T31" fmla="*/ 5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08" h="185">
                    <a:moveTo>
                      <a:pt x="72" y="120"/>
                    </a:moveTo>
                    <a:cubicBezTo>
                      <a:pt x="76" y="125"/>
                      <a:pt x="76" y="132"/>
                      <a:pt x="71" y="135"/>
                    </a:cubicBezTo>
                    <a:cubicBezTo>
                      <a:pt x="20" y="181"/>
                      <a:pt x="20" y="181"/>
                      <a:pt x="20" y="181"/>
                    </a:cubicBezTo>
                    <a:cubicBezTo>
                      <a:pt x="15" y="185"/>
                      <a:pt x="8" y="184"/>
                      <a:pt x="5" y="180"/>
                    </a:cubicBezTo>
                    <a:cubicBezTo>
                      <a:pt x="0" y="175"/>
                      <a:pt x="1" y="168"/>
                      <a:pt x="6" y="165"/>
                    </a:cubicBezTo>
                    <a:cubicBezTo>
                      <a:pt x="57" y="119"/>
                      <a:pt x="57" y="119"/>
                      <a:pt x="57" y="119"/>
                    </a:cubicBezTo>
                    <a:cubicBezTo>
                      <a:pt x="62" y="115"/>
                      <a:pt x="69" y="116"/>
                      <a:pt x="72" y="120"/>
                    </a:cubicBezTo>
                    <a:close/>
                    <a:moveTo>
                      <a:pt x="204" y="5"/>
                    </a:moveTo>
                    <a:cubicBezTo>
                      <a:pt x="208" y="9"/>
                      <a:pt x="207" y="16"/>
                      <a:pt x="203" y="20"/>
                    </a:cubicBezTo>
                    <a:cubicBezTo>
                      <a:pt x="151" y="65"/>
                      <a:pt x="151" y="65"/>
                      <a:pt x="151" y="65"/>
                    </a:cubicBezTo>
                    <a:cubicBezTo>
                      <a:pt x="147" y="69"/>
                      <a:pt x="140" y="69"/>
                      <a:pt x="136" y="64"/>
                    </a:cubicBezTo>
                    <a:cubicBezTo>
                      <a:pt x="132" y="60"/>
                      <a:pt x="132" y="53"/>
                      <a:pt x="137" y="49"/>
                    </a:cubicBezTo>
                    <a:cubicBezTo>
                      <a:pt x="189" y="4"/>
                      <a:pt x="189" y="4"/>
                      <a:pt x="189" y="4"/>
                    </a:cubicBezTo>
                    <a:cubicBezTo>
                      <a:pt x="193" y="0"/>
                      <a:pt x="200" y="1"/>
                      <a:pt x="204" y="5"/>
                    </a:cubicBezTo>
                    <a:close/>
                    <a:moveTo>
                      <a:pt x="204" y="5"/>
                    </a:moveTo>
                    <a:cubicBezTo>
                      <a:pt x="204" y="5"/>
                      <a:pt x="204" y="5"/>
                      <a:pt x="204" y="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3" name="Freeform 390"/>
              <p:cNvSpPr>
                <a:spLocks noEditPoints="1"/>
              </p:cNvSpPr>
              <p:nvPr userDrawn="1"/>
            </p:nvSpPr>
            <p:spPr bwMode="auto">
              <a:xfrm>
                <a:off x="7102476" y="1611313"/>
                <a:ext cx="293688" cy="328613"/>
              </a:xfrm>
              <a:custGeom>
                <a:avLst/>
                <a:gdLst>
                  <a:gd name="T0" fmla="*/ 20 w 185"/>
                  <a:gd name="T1" fmla="*/ 5 h 207"/>
                  <a:gd name="T2" fmla="*/ 65 w 185"/>
                  <a:gd name="T3" fmla="*/ 57 h 207"/>
                  <a:gd name="T4" fmla="*/ 64 w 185"/>
                  <a:gd name="T5" fmla="*/ 72 h 207"/>
                  <a:gd name="T6" fmla="*/ 49 w 185"/>
                  <a:gd name="T7" fmla="*/ 71 h 207"/>
                  <a:gd name="T8" fmla="*/ 4 w 185"/>
                  <a:gd name="T9" fmla="*/ 19 h 207"/>
                  <a:gd name="T10" fmla="*/ 5 w 185"/>
                  <a:gd name="T11" fmla="*/ 4 h 207"/>
                  <a:gd name="T12" fmla="*/ 20 w 185"/>
                  <a:gd name="T13" fmla="*/ 5 h 207"/>
                  <a:gd name="T14" fmla="*/ 135 w 185"/>
                  <a:gd name="T15" fmla="*/ 136 h 207"/>
                  <a:gd name="T16" fmla="*/ 181 w 185"/>
                  <a:gd name="T17" fmla="*/ 188 h 207"/>
                  <a:gd name="T18" fmla="*/ 180 w 185"/>
                  <a:gd name="T19" fmla="*/ 203 h 207"/>
                  <a:gd name="T20" fmla="*/ 165 w 185"/>
                  <a:gd name="T21" fmla="*/ 202 h 207"/>
                  <a:gd name="T22" fmla="*/ 119 w 185"/>
                  <a:gd name="T23" fmla="*/ 151 h 207"/>
                  <a:gd name="T24" fmla="*/ 120 w 185"/>
                  <a:gd name="T25" fmla="*/ 135 h 207"/>
                  <a:gd name="T26" fmla="*/ 135 w 185"/>
                  <a:gd name="T27" fmla="*/ 136 h 207"/>
                  <a:gd name="T28" fmla="*/ 135 w 185"/>
                  <a:gd name="T29" fmla="*/ 136 h 207"/>
                  <a:gd name="T30" fmla="*/ 135 w 185"/>
                  <a:gd name="T31" fmla="*/ 136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85" h="207">
                    <a:moveTo>
                      <a:pt x="20" y="5"/>
                    </a:moveTo>
                    <a:cubicBezTo>
                      <a:pt x="65" y="57"/>
                      <a:pt x="65" y="57"/>
                      <a:pt x="65" y="57"/>
                    </a:cubicBezTo>
                    <a:cubicBezTo>
                      <a:pt x="70" y="61"/>
                      <a:pt x="69" y="68"/>
                      <a:pt x="64" y="72"/>
                    </a:cubicBezTo>
                    <a:cubicBezTo>
                      <a:pt x="60" y="76"/>
                      <a:pt x="53" y="75"/>
                      <a:pt x="49" y="71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6" y="0"/>
                      <a:pt x="20" y="5"/>
                    </a:cubicBezTo>
                    <a:close/>
                    <a:moveTo>
                      <a:pt x="135" y="136"/>
                    </a:moveTo>
                    <a:cubicBezTo>
                      <a:pt x="181" y="188"/>
                      <a:pt x="181" y="188"/>
                      <a:pt x="181" y="188"/>
                    </a:cubicBezTo>
                    <a:cubicBezTo>
                      <a:pt x="185" y="193"/>
                      <a:pt x="184" y="200"/>
                      <a:pt x="180" y="203"/>
                    </a:cubicBezTo>
                    <a:cubicBezTo>
                      <a:pt x="175" y="207"/>
                      <a:pt x="168" y="207"/>
                      <a:pt x="165" y="202"/>
                    </a:cubicBezTo>
                    <a:cubicBezTo>
                      <a:pt x="119" y="151"/>
                      <a:pt x="119" y="151"/>
                      <a:pt x="119" y="151"/>
                    </a:cubicBezTo>
                    <a:cubicBezTo>
                      <a:pt x="115" y="146"/>
                      <a:pt x="116" y="139"/>
                      <a:pt x="120" y="135"/>
                    </a:cubicBezTo>
                    <a:cubicBezTo>
                      <a:pt x="124" y="131"/>
                      <a:pt x="131" y="132"/>
                      <a:pt x="135" y="136"/>
                    </a:cubicBezTo>
                    <a:close/>
                    <a:moveTo>
                      <a:pt x="135" y="136"/>
                    </a:moveTo>
                    <a:cubicBezTo>
                      <a:pt x="135" y="136"/>
                      <a:pt x="135" y="136"/>
                      <a:pt x="135" y="1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4" name="Freeform 391"/>
              <p:cNvSpPr>
                <a:spLocks noEditPoints="1"/>
              </p:cNvSpPr>
              <p:nvPr userDrawn="1"/>
            </p:nvSpPr>
            <p:spPr bwMode="auto">
              <a:xfrm>
                <a:off x="9039226" y="5816600"/>
                <a:ext cx="330200" cy="293688"/>
              </a:xfrm>
              <a:custGeom>
                <a:avLst/>
                <a:gdLst>
                  <a:gd name="T0" fmla="*/ 72 w 208"/>
                  <a:gd name="T1" fmla="*/ 120 h 185"/>
                  <a:gd name="T2" fmla="*/ 71 w 208"/>
                  <a:gd name="T3" fmla="*/ 135 h 185"/>
                  <a:gd name="T4" fmla="*/ 20 w 208"/>
                  <a:gd name="T5" fmla="*/ 181 h 185"/>
                  <a:gd name="T6" fmla="*/ 5 w 208"/>
                  <a:gd name="T7" fmla="*/ 180 h 185"/>
                  <a:gd name="T8" fmla="*/ 6 w 208"/>
                  <a:gd name="T9" fmla="*/ 165 h 185"/>
                  <a:gd name="T10" fmla="*/ 57 w 208"/>
                  <a:gd name="T11" fmla="*/ 119 h 185"/>
                  <a:gd name="T12" fmla="*/ 72 w 208"/>
                  <a:gd name="T13" fmla="*/ 120 h 185"/>
                  <a:gd name="T14" fmla="*/ 204 w 208"/>
                  <a:gd name="T15" fmla="*/ 5 h 185"/>
                  <a:gd name="T16" fmla="*/ 203 w 208"/>
                  <a:gd name="T17" fmla="*/ 20 h 185"/>
                  <a:gd name="T18" fmla="*/ 151 w 208"/>
                  <a:gd name="T19" fmla="*/ 65 h 185"/>
                  <a:gd name="T20" fmla="*/ 136 w 208"/>
                  <a:gd name="T21" fmla="*/ 64 h 185"/>
                  <a:gd name="T22" fmla="*/ 137 w 208"/>
                  <a:gd name="T23" fmla="*/ 49 h 185"/>
                  <a:gd name="T24" fmla="*/ 189 w 208"/>
                  <a:gd name="T25" fmla="*/ 4 h 185"/>
                  <a:gd name="T26" fmla="*/ 204 w 208"/>
                  <a:gd name="T27" fmla="*/ 5 h 185"/>
                  <a:gd name="T28" fmla="*/ 204 w 208"/>
                  <a:gd name="T29" fmla="*/ 5 h 185"/>
                  <a:gd name="T30" fmla="*/ 204 w 208"/>
                  <a:gd name="T31" fmla="*/ 5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08" h="185">
                    <a:moveTo>
                      <a:pt x="72" y="120"/>
                    </a:moveTo>
                    <a:cubicBezTo>
                      <a:pt x="77" y="125"/>
                      <a:pt x="76" y="132"/>
                      <a:pt x="71" y="135"/>
                    </a:cubicBezTo>
                    <a:cubicBezTo>
                      <a:pt x="20" y="181"/>
                      <a:pt x="20" y="181"/>
                      <a:pt x="20" y="181"/>
                    </a:cubicBezTo>
                    <a:cubicBezTo>
                      <a:pt x="15" y="185"/>
                      <a:pt x="8" y="184"/>
                      <a:pt x="5" y="180"/>
                    </a:cubicBezTo>
                    <a:cubicBezTo>
                      <a:pt x="0" y="175"/>
                      <a:pt x="1" y="168"/>
                      <a:pt x="6" y="165"/>
                    </a:cubicBezTo>
                    <a:cubicBezTo>
                      <a:pt x="57" y="119"/>
                      <a:pt x="57" y="119"/>
                      <a:pt x="57" y="119"/>
                    </a:cubicBezTo>
                    <a:cubicBezTo>
                      <a:pt x="62" y="115"/>
                      <a:pt x="69" y="116"/>
                      <a:pt x="72" y="120"/>
                    </a:cubicBezTo>
                    <a:close/>
                    <a:moveTo>
                      <a:pt x="204" y="5"/>
                    </a:moveTo>
                    <a:cubicBezTo>
                      <a:pt x="208" y="10"/>
                      <a:pt x="207" y="16"/>
                      <a:pt x="203" y="20"/>
                    </a:cubicBezTo>
                    <a:cubicBezTo>
                      <a:pt x="151" y="65"/>
                      <a:pt x="151" y="65"/>
                      <a:pt x="151" y="65"/>
                    </a:cubicBezTo>
                    <a:cubicBezTo>
                      <a:pt x="147" y="70"/>
                      <a:pt x="140" y="69"/>
                      <a:pt x="136" y="64"/>
                    </a:cubicBezTo>
                    <a:cubicBezTo>
                      <a:pt x="132" y="60"/>
                      <a:pt x="132" y="53"/>
                      <a:pt x="137" y="49"/>
                    </a:cubicBezTo>
                    <a:cubicBezTo>
                      <a:pt x="189" y="4"/>
                      <a:pt x="189" y="4"/>
                      <a:pt x="189" y="4"/>
                    </a:cubicBezTo>
                    <a:cubicBezTo>
                      <a:pt x="193" y="0"/>
                      <a:pt x="200" y="1"/>
                      <a:pt x="204" y="5"/>
                    </a:cubicBezTo>
                    <a:close/>
                    <a:moveTo>
                      <a:pt x="204" y="5"/>
                    </a:moveTo>
                    <a:cubicBezTo>
                      <a:pt x="204" y="5"/>
                      <a:pt x="204" y="5"/>
                      <a:pt x="204" y="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5" name="Freeform 392"/>
              <p:cNvSpPr>
                <a:spLocks noEditPoints="1"/>
              </p:cNvSpPr>
              <p:nvPr userDrawn="1"/>
            </p:nvSpPr>
            <p:spPr bwMode="auto">
              <a:xfrm>
                <a:off x="9058276" y="5799138"/>
                <a:ext cx="293688" cy="328613"/>
              </a:xfrm>
              <a:custGeom>
                <a:avLst/>
                <a:gdLst>
                  <a:gd name="T0" fmla="*/ 20 w 185"/>
                  <a:gd name="T1" fmla="*/ 5 h 207"/>
                  <a:gd name="T2" fmla="*/ 65 w 185"/>
                  <a:gd name="T3" fmla="*/ 57 h 207"/>
                  <a:gd name="T4" fmla="*/ 65 w 185"/>
                  <a:gd name="T5" fmla="*/ 72 h 207"/>
                  <a:gd name="T6" fmla="*/ 49 w 185"/>
                  <a:gd name="T7" fmla="*/ 71 h 207"/>
                  <a:gd name="T8" fmla="*/ 4 w 185"/>
                  <a:gd name="T9" fmla="*/ 19 h 207"/>
                  <a:gd name="T10" fmla="*/ 5 w 185"/>
                  <a:gd name="T11" fmla="*/ 4 h 207"/>
                  <a:gd name="T12" fmla="*/ 20 w 185"/>
                  <a:gd name="T13" fmla="*/ 5 h 207"/>
                  <a:gd name="T14" fmla="*/ 135 w 185"/>
                  <a:gd name="T15" fmla="*/ 136 h 207"/>
                  <a:gd name="T16" fmla="*/ 181 w 185"/>
                  <a:gd name="T17" fmla="*/ 188 h 207"/>
                  <a:gd name="T18" fmla="*/ 180 w 185"/>
                  <a:gd name="T19" fmla="*/ 203 h 207"/>
                  <a:gd name="T20" fmla="*/ 165 w 185"/>
                  <a:gd name="T21" fmla="*/ 202 h 207"/>
                  <a:gd name="T22" fmla="*/ 119 w 185"/>
                  <a:gd name="T23" fmla="*/ 151 h 207"/>
                  <a:gd name="T24" fmla="*/ 120 w 185"/>
                  <a:gd name="T25" fmla="*/ 135 h 207"/>
                  <a:gd name="T26" fmla="*/ 135 w 185"/>
                  <a:gd name="T27" fmla="*/ 136 h 207"/>
                  <a:gd name="T28" fmla="*/ 135 w 185"/>
                  <a:gd name="T29" fmla="*/ 136 h 207"/>
                  <a:gd name="T30" fmla="*/ 135 w 185"/>
                  <a:gd name="T31" fmla="*/ 136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85" h="207">
                    <a:moveTo>
                      <a:pt x="20" y="5"/>
                    </a:moveTo>
                    <a:cubicBezTo>
                      <a:pt x="65" y="57"/>
                      <a:pt x="65" y="57"/>
                      <a:pt x="65" y="57"/>
                    </a:cubicBezTo>
                    <a:cubicBezTo>
                      <a:pt x="70" y="61"/>
                      <a:pt x="69" y="68"/>
                      <a:pt x="65" y="72"/>
                    </a:cubicBezTo>
                    <a:cubicBezTo>
                      <a:pt x="60" y="76"/>
                      <a:pt x="53" y="75"/>
                      <a:pt x="49" y="71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6" y="0"/>
                      <a:pt x="20" y="5"/>
                    </a:cubicBezTo>
                    <a:close/>
                    <a:moveTo>
                      <a:pt x="135" y="136"/>
                    </a:moveTo>
                    <a:cubicBezTo>
                      <a:pt x="181" y="188"/>
                      <a:pt x="181" y="188"/>
                      <a:pt x="181" y="188"/>
                    </a:cubicBezTo>
                    <a:cubicBezTo>
                      <a:pt x="185" y="193"/>
                      <a:pt x="184" y="200"/>
                      <a:pt x="180" y="203"/>
                    </a:cubicBezTo>
                    <a:cubicBezTo>
                      <a:pt x="175" y="207"/>
                      <a:pt x="168" y="207"/>
                      <a:pt x="165" y="202"/>
                    </a:cubicBezTo>
                    <a:cubicBezTo>
                      <a:pt x="119" y="151"/>
                      <a:pt x="119" y="151"/>
                      <a:pt x="119" y="151"/>
                    </a:cubicBezTo>
                    <a:cubicBezTo>
                      <a:pt x="115" y="146"/>
                      <a:pt x="116" y="139"/>
                      <a:pt x="120" y="135"/>
                    </a:cubicBezTo>
                    <a:cubicBezTo>
                      <a:pt x="125" y="131"/>
                      <a:pt x="131" y="132"/>
                      <a:pt x="135" y="136"/>
                    </a:cubicBezTo>
                    <a:close/>
                    <a:moveTo>
                      <a:pt x="135" y="136"/>
                    </a:moveTo>
                    <a:cubicBezTo>
                      <a:pt x="135" y="136"/>
                      <a:pt x="135" y="136"/>
                      <a:pt x="135" y="1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69" name="组合 268">
            <a:extLst>
              <a:ext uri="{FF2B5EF4-FFF2-40B4-BE49-F238E27FC236}">
                <a16:creationId xmlns:a16="http://schemas.microsoft.com/office/drawing/2014/main" id="{00E30DE7-ED1F-4F0E-854B-D9C7735AFFF1}"/>
              </a:ext>
            </a:extLst>
          </p:cNvPr>
          <p:cNvGrpSpPr/>
          <p:nvPr/>
        </p:nvGrpSpPr>
        <p:grpSpPr>
          <a:xfrm>
            <a:off x="668735" y="311517"/>
            <a:ext cx="442056" cy="435342"/>
            <a:chOff x="2480387" y="1419102"/>
            <a:chExt cx="442056" cy="435342"/>
          </a:xfrm>
        </p:grpSpPr>
        <p:sp>
          <p:nvSpPr>
            <p:cNvPr id="270" name="矩形 269">
              <a:extLst>
                <a:ext uri="{FF2B5EF4-FFF2-40B4-BE49-F238E27FC236}">
                  <a16:creationId xmlns:a16="http://schemas.microsoft.com/office/drawing/2014/main" id="{C4B69370-A182-44CB-A622-321D4D119612}"/>
                </a:ext>
              </a:extLst>
            </p:cNvPr>
            <p:cNvSpPr/>
            <p:nvPr/>
          </p:nvSpPr>
          <p:spPr>
            <a:xfrm>
              <a:off x="2596092" y="1419102"/>
              <a:ext cx="326351" cy="326351"/>
            </a:xfrm>
            <a:prstGeom prst="rect">
              <a:avLst/>
            </a:prstGeom>
            <a:noFill/>
            <a:ln>
              <a:solidFill>
                <a:srgbClr val="1C50A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271" name="矩形 270">
              <a:extLst>
                <a:ext uri="{FF2B5EF4-FFF2-40B4-BE49-F238E27FC236}">
                  <a16:creationId xmlns:a16="http://schemas.microsoft.com/office/drawing/2014/main" id="{154D8CD6-4EEB-4713-B3DA-CCC93A3BE7F8}"/>
                </a:ext>
              </a:extLst>
            </p:cNvPr>
            <p:cNvSpPr/>
            <p:nvPr/>
          </p:nvSpPr>
          <p:spPr>
            <a:xfrm>
              <a:off x="2480387" y="1528093"/>
              <a:ext cx="326351" cy="326351"/>
            </a:xfrm>
            <a:prstGeom prst="rect">
              <a:avLst/>
            </a:prstGeom>
            <a:solidFill>
              <a:srgbClr val="1C50A2"/>
            </a:solidFill>
            <a:ln>
              <a:solidFill>
                <a:srgbClr val="1C50A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</p:grpSp>
      <p:pic>
        <p:nvPicPr>
          <p:cNvPr id="272" name="图片 27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33" y="867177"/>
            <a:ext cx="2665482" cy="789940"/>
          </a:xfrm>
          <a:prstGeom prst="rect">
            <a:avLst/>
          </a:prstGeom>
        </p:spPr>
      </p:pic>
      <p:sp>
        <p:nvSpPr>
          <p:cNvPr id="273" name="TextBox 1"/>
          <p:cNvSpPr txBox="1"/>
          <p:nvPr/>
        </p:nvSpPr>
        <p:spPr>
          <a:xfrm>
            <a:off x="531133" y="2686411"/>
            <a:ext cx="6793239" cy="830968"/>
          </a:xfrm>
          <a:prstGeom prst="rect">
            <a:avLst/>
          </a:prstGeom>
          <a:noFill/>
        </p:spPr>
        <p:txBody>
          <a:bodyPr wrap="square" lIns="91413" tIns="45706" rIns="91413" bIns="45706" rtlCol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800" b="1" dirty="0" smtClean="0">
                <a:solidFill>
                  <a:srgbClr val="1C50A2"/>
                </a:solidFill>
                <a:latin typeface="微软雅黑" panose="020B0503020204020204" charset="-122"/>
                <a:ea typeface="微软雅黑" panose="020B0503020204020204" charset="-122"/>
              </a:rPr>
              <a:t>UML活动图介绍</a:t>
            </a:r>
          </a:p>
        </p:txBody>
      </p:sp>
      <p:grpSp>
        <p:nvGrpSpPr>
          <p:cNvPr id="274" name="组合 273"/>
          <p:cNvGrpSpPr/>
          <p:nvPr/>
        </p:nvGrpSpPr>
        <p:grpSpPr>
          <a:xfrm>
            <a:off x="692811" y="3597012"/>
            <a:ext cx="2227581" cy="425450"/>
            <a:chOff x="4654427" y="4718860"/>
            <a:chExt cx="1663809" cy="317821"/>
          </a:xfrm>
        </p:grpSpPr>
        <p:grpSp>
          <p:nvGrpSpPr>
            <p:cNvPr id="275" name="组合 274"/>
            <p:cNvGrpSpPr/>
            <p:nvPr/>
          </p:nvGrpSpPr>
          <p:grpSpPr>
            <a:xfrm>
              <a:off x="4654427" y="4718860"/>
              <a:ext cx="276971" cy="276971"/>
              <a:chOff x="3725237" y="4930504"/>
              <a:chExt cx="531780" cy="531780"/>
            </a:xfrm>
          </p:grpSpPr>
          <p:sp>
            <p:nvSpPr>
              <p:cNvPr id="277" name="圆角矩形 2"/>
              <p:cNvSpPr/>
              <p:nvPr/>
            </p:nvSpPr>
            <p:spPr>
              <a:xfrm>
                <a:off x="3725237" y="4930504"/>
                <a:ext cx="531780" cy="531780"/>
              </a:xfrm>
              <a:prstGeom prst="ellipse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miter lim="800000"/>
              </a:ln>
              <a:effectLst>
                <a:outerShdw blurRad="177800" dist="101600" dir="8100000" algn="tr" rotWithShape="0">
                  <a:prstClr val="black">
                    <a:alpha val="3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78" name="student-graduation-cap-shape_52041"/>
              <p:cNvSpPr>
                <a:spLocks noChangeAspect="1"/>
              </p:cNvSpPr>
              <p:nvPr/>
            </p:nvSpPr>
            <p:spPr bwMode="auto">
              <a:xfrm>
                <a:off x="3875605" y="5054575"/>
                <a:ext cx="219840" cy="264806"/>
              </a:xfrm>
              <a:custGeom>
                <a:avLst/>
                <a:gdLst>
                  <a:gd name="connsiteX0" fmla="*/ 56671 w 279400"/>
                  <a:gd name="connsiteY0" fmla="*/ 192087 h 336550"/>
                  <a:gd name="connsiteX1" fmla="*/ 224047 w 279400"/>
                  <a:gd name="connsiteY1" fmla="*/ 192087 h 336550"/>
                  <a:gd name="connsiteX2" fmla="*/ 279400 w 279400"/>
                  <a:gd name="connsiteY2" fmla="*/ 247752 h 336550"/>
                  <a:gd name="connsiteX3" fmla="*/ 279400 w 279400"/>
                  <a:gd name="connsiteY3" fmla="*/ 336550 h 336550"/>
                  <a:gd name="connsiteX4" fmla="*/ 176602 w 279400"/>
                  <a:gd name="connsiteY4" fmla="*/ 336550 h 336550"/>
                  <a:gd name="connsiteX5" fmla="*/ 158151 w 279400"/>
                  <a:gd name="connsiteY5" fmla="*/ 245101 h 336550"/>
                  <a:gd name="connsiteX6" fmla="*/ 151562 w 279400"/>
                  <a:gd name="connsiteY6" fmla="*/ 239800 h 336550"/>
                  <a:gd name="connsiteX7" fmla="*/ 167377 w 279400"/>
                  <a:gd name="connsiteY7" fmla="*/ 213293 h 336550"/>
                  <a:gd name="connsiteX8" fmla="*/ 167377 w 279400"/>
                  <a:gd name="connsiteY8" fmla="*/ 209317 h 336550"/>
                  <a:gd name="connsiteX9" fmla="*/ 163423 w 279400"/>
                  <a:gd name="connsiteY9" fmla="*/ 207991 h 336550"/>
                  <a:gd name="connsiteX10" fmla="*/ 121249 w 279400"/>
                  <a:gd name="connsiteY10" fmla="*/ 207991 h 336550"/>
                  <a:gd name="connsiteX11" fmla="*/ 118613 w 279400"/>
                  <a:gd name="connsiteY11" fmla="*/ 209317 h 336550"/>
                  <a:gd name="connsiteX12" fmla="*/ 118613 w 279400"/>
                  <a:gd name="connsiteY12" fmla="*/ 213293 h 336550"/>
                  <a:gd name="connsiteX13" fmla="*/ 134429 w 279400"/>
                  <a:gd name="connsiteY13" fmla="*/ 239800 h 336550"/>
                  <a:gd name="connsiteX14" fmla="*/ 126521 w 279400"/>
                  <a:gd name="connsiteY14" fmla="*/ 245101 h 336550"/>
                  <a:gd name="connsiteX15" fmla="*/ 110706 w 279400"/>
                  <a:gd name="connsiteY15" fmla="*/ 336550 h 336550"/>
                  <a:gd name="connsiteX16" fmla="*/ 0 w 279400"/>
                  <a:gd name="connsiteY16" fmla="*/ 336550 h 336550"/>
                  <a:gd name="connsiteX17" fmla="*/ 0 w 279400"/>
                  <a:gd name="connsiteY17" fmla="*/ 247752 h 336550"/>
                  <a:gd name="connsiteX18" fmla="*/ 56671 w 279400"/>
                  <a:gd name="connsiteY18" fmla="*/ 192087 h 336550"/>
                  <a:gd name="connsiteX19" fmla="*/ 138907 w 279400"/>
                  <a:gd name="connsiteY19" fmla="*/ 0 h 336550"/>
                  <a:gd name="connsiteX20" fmla="*/ 219076 w 279400"/>
                  <a:gd name="connsiteY20" fmla="*/ 80169 h 336550"/>
                  <a:gd name="connsiteX21" fmla="*/ 138907 w 279400"/>
                  <a:gd name="connsiteY21" fmla="*/ 160338 h 336550"/>
                  <a:gd name="connsiteX22" fmla="*/ 58738 w 279400"/>
                  <a:gd name="connsiteY22" fmla="*/ 80169 h 336550"/>
                  <a:gd name="connsiteX23" fmla="*/ 138907 w 279400"/>
                  <a:gd name="connsiteY23" fmla="*/ 0 h 336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79400" h="336550">
                    <a:moveTo>
                      <a:pt x="56671" y="192087"/>
                    </a:moveTo>
                    <a:cubicBezTo>
                      <a:pt x="56671" y="192087"/>
                      <a:pt x="56671" y="192087"/>
                      <a:pt x="224047" y="192087"/>
                    </a:cubicBezTo>
                    <a:cubicBezTo>
                      <a:pt x="254360" y="192087"/>
                      <a:pt x="279400" y="217269"/>
                      <a:pt x="279400" y="247752"/>
                    </a:cubicBezTo>
                    <a:cubicBezTo>
                      <a:pt x="279400" y="247752"/>
                      <a:pt x="279400" y="247752"/>
                      <a:pt x="279400" y="336550"/>
                    </a:cubicBezTo>
                    <a:cubicBezTo>
                      <a:pt x="279400" y="336550"/>
                      <a:pt x="279400" y="336550"/>
                      <a:pt x="176602" y="336550"/>
                    </a:cubicBezTo>
                    <a:cubicBezTo>
                      <a:pt x="176602" y="336550"/>
                      <a:pt x="176602" y="336550"/>
                      <a:pt x="158151" y="245101"/>
                    </a:cubicBezTo>
                    <a:cubicBezTo>
                      <a:pt x="158151" y="242450"/>
                      <a:pt x="154197" y="239800"/>
                      <a:pt x="151562" y="239800"/>
                    </a:cubicBezTo>
                    <a:cubicBezTo>
                      <a:pt x="151562" y="239800"/>
                      <a:pt x="151562" y="239800"/>
                      <a:pt x="167377" y="213293"/>
                    </a:cubicBezTo>
                    <a:cubicBezTo>
                      <a:pt x="167377" y="211967"/>
                      <a:pt x="167377" y="210642"/>
                      <a:pt x="167377" y="209317"/>
                    </a:cubicBezTo>
                    <a:cubicBezTo>
                      <a:pt x="166059" y="207991"/>
                      <a:pt x="164741" y="207991"/>
                      <a:pt x="163423" y="207991"/>
                    </a:cubicBezTo>
                    <a:cubicBezTo>
                      <a:pt x="163423" y="207991"/>
                      <a:pt x="163423" y="207991"/>
                      <a:pt x="121249" y="207991"/>
                    </a:cubicBezTo>
                    <a:cubicBezTo>
                      <a:pt x="119931" y="207991"/>
                      <a:pt x="118613" y="207991"/>
                      <a:pt x="118613" y="209317"/>
                    </a:cubicBezTo>
                    <a:cubicBezTo>
                      <a:pt x="117296" y="210642"/>
                      <a:pt x="117296" y="211967"/>
                      <a:pt x="118613" y="213293"/>
                    </a:cubicBezTo>
                    <a:cubicBezTo>
                      <a:pt x="118613" y="213293"/>
                      <a:pt x="118613" y="213293"/>
                      <a:pt x="134429" y="239800"/>
                    </a:cubicBezTo>
                    <a:cubicBezTo>
                      <a:pt x="130475" y="239800"/>
                      <a:pt x="127839" y="242450"/>
                      <a:pt x="126521" y="245101"/>
                    </a:cubicBezTo>
                    <a:cubicBezTo>
                      <a:pt x="126521" y="245101"/>
                      <a:pt x="126521" y="245101"/>
                      <a:pt x="110706" y="336550"/>
                    </a:cubicBezTo>
                    <a:cubicBezTo>
                      <a:pt x="110706" y="336550"/>
                      <a:pt x="110706" y="336550"/>
                      <a:pt x="0" y="336550"/>
                    </a:cubicBezTo>
                    <a:cubicBezTo>
                      <a:pt x="0" y="336550"/>
                      <a:pt x="0" y="336550"/>
                      <a:pt x="0" y="247752"/>
                    </a:cubicBezTo>
                    <a:cubicBezTo>
                      <a:pt x="0" y="217269"/>
                      <a:pt x="25040" y="192087"/>
                      <a:pt x="56671" y="192087"/>
                    </a:cubicBezTo>
                    <a:close/>
                    <a:moveTo>
                      <a:pt x="138907" y="0"/>
                    </a:moveTo>
                    <a:cubicBezTo>
                      <a:pt x="183183" y="0"/>
                      <a:pt x="219076" y="35893"/>
                      <a:pt x="219076" y="80169"/>
                    </a:cubicBezTo>
                    <a:cubicBezTo>
                      <a:pt x="219076" y="124445"/>
                      <a:pt x="183183" y="160338"/>
                      <a:pt x="138907" y="160338"/>
                    </a:cubicBezTo>
                    <a:cubicBezTo>
                      <a:pt x="94631" y="160338"/>
                      <a:pt x="58738" y="124445"/>
                      <a:pt x="58738" y="80169"/>
                    </a:cubicBezTo>
                    <a:cubicBezTo>
                      <a:pt x="58738" y="35893"/>
                      <a:pt x="94631" y="0"/>
                      <a:pt x="138907" y="0"/>
                    </a:cubicBezTo>
                    <a:close/>
                  </a:path>
                </a:pathLst>
              </a:custGeom>
              <a:solidFill>
                <a:srgbClr val="1C50A2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276" name="文本框 22"/>
            <p:cNvSpPr txBox="1"/>
            <p:nvPr/>
          </p:nvSpPr>
          <p:spPr>
            <a:xfrm>
              <a:off x="4925563" y="4806871"/>
              <a:ext cx="1392673" cy="2298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Activity Diagram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79" name="组合 278"/>
          <p:cNvGrpSpPr/>
          <p:nvPr/>
        </p:nvGrpSpPr>
        <p:grpSpPr>
          <a:xfrm>
            <a:off x="2662983" y="3602895"/>
            <a:ext cx="2699384" cy="388620"/>
            <a:chOff x="6395842" y="4718860"/>
            <a:chExt cx="2016134" cy="290158"/>
          </a:xfrm>
        </p:grpSpPr>
        <p:grpSp>
          <p:nvGrpSpPr>
            <p:cNvPr id="280" name="组合 279"/>
            <p:cNvGrpSpPr/>
            <p:nvPr/>
          </p:nvGrpSpPr>
          <p:grpSpPr>
            <a:xfrm>
              <a:off x="6395842" y="4718860"/>
              <a:ext cx="276971" cy="276971"/>
              <a:chOff x="6392770" y="4930504"/>
              <a:chExt cx="531780" cy="531780"/>
            </a:xfrm>
          </p:grpSpPr>
          <p:sp>
            <p:nvSpPr>
              <p:cNvPr id="282" name="圆角矩形 2"/>
              <p:cNvSpPr/>
              <p:nvPr/>
            </p:nvSpPr>
            <p:spPr>
              <a:xfrm>
                <a:off x="6392770" y="4930504"/>
                <a:ext cx="531780" cy="531780"/>
              </a:xfrm>
              <a:prstGeom prst="ellipse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miter lim="800000"/>
              </a:ln>
              <a:effectLst>
                <a:outerShdw blurRad="177800" dist="101600" dir="8100000" algn="tr" rotWithShape="0">
                  <a:prstClr val="black">
                    <a:alpha val="3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83" name="student-graduation-cap-shape_52041"/>
              <p:cNvSpPr>
                <a:spLocks noChangeAspect="1"/>
              </p:cNvSpPr>
              <p:nvPr/>
            </p:nvSpPr>
            <p:spPr bwMode="auto">
              <a:xfrm>
                <a:off x="6527005" y="5064598"/>
                <a:ext cx="256066" cy="264808"/>
              </a:xfrm>
              <a:custGeom>
                <a:avLst/>
                <a:gdLst>
                  <a:gd name="connsiteX0" fmla="*/ 233363 w 325438"/>
                  <a:gd name="connsiteY0" fmla="*/ 249238 h 336550"/>
                  <a:gd name="connsiteX1" fmla="*/ 279401 w 325438"/>
                  <a:gd name="connsiteY1" fmla="*/ 249238 h 336550"/>
                  <a:gd name="connsiteX2" fmla="*/ 279401 w 325438"/>
                  <a:gd name="connsiteY2" fmla="*/ 290513 h 336550"/>
                  <a:gd name="connsiteX3" fmla="*/ 233363 w 325438"/>
                  <a:gd name="connsiteY3" fmla="*/ 290513 h 336550"/>
                  <a:gd name="connsiteX4" fmla="*/ 171450 w 325438"/>
                  <a:gd name="connsiteY4" fmla="*/ 249238 h 336550"/>
                  <a:gd name="connsiteX5" fmla="*/ 217488 w 325438"/>
                  <a:gd name="connsiteY5" fmla="*/ 249238 h 336550"/>
                  <a:gd name="connsiteX6" fmla="*/ 217488 w 325438"/>
                  <a:gd name="connsiteY6" fmla="*/ 290513 h 336550"/>
                  <a:gd name="connsiteX7" fmla="*/ 171450 w 325438"/>
                  <a:gd name="connsiteY7" fmla="*/ 290513 h 336550"/>
                  <a:gd name="connsiteX8" fmla="*/ 107950 w 325438"/>
                  <a:gd name="connsiteY8" fmla="*/ 249238 h 336550"/>
                  <a:gd name="connsiteX9" fmla="*/ 155575 w 325438"/>
                  <a:gd name="connsiteY9" fmla="*/ 249238 h 336550"/>
                  <a:gd name="connsiteX10" fmla="*/ 155575 w 325438"/>
                  <a:gd name="connsiteY10" fmla="*/ 290513 h 336550"/>
                  <a:gd name="connsiteX11" fmla="*/ 107950 w 325438"/>
                  <a:gd name="connsiteY11" fmla="*/ 290513 h 336550"/>
                  <a:gd name="connsiteX12" fmla="*/ 46038 w 325438"/>
                  <a:gd name="connsiteY12" fmla="*/ 249238 h 336550"/>
                  <a:gd name="connsiteX13" fmla="*/ 93663 w 325438"/>
                  <a:gd name="connsiteY13" fmla="*/ 249238 h 336550"/>
                  <a:gd name="connsiteX14" fmla="*/ 93663 w 325438"/>
                  <a:gd name="connsiteY14" fmla="*/ 290513 h 336550"/>
                  <a:gd name="connsiteX15" fmla="*/ 46038 w 325438"/>
                  <a:gd name="connsiteY15" fmla="*/ 290513 h 336550"/>
                  <a:gd name="connsiteX16" fmla="*/ 233363 w 325438"/>
                  <a:gd name="connsiteY16" fmla="*/ 195263 h 336550"/>
                  <a:gd name="connsiteX17" fmla="*/ 279401 w 325438"/>
                  <a:gd name="connsiteY17" fmla="*/ 195263 h 336550"/>
                  <a:gd name="connsiteX18" fmla="*/ 279401 w 325438"/>
                  <a:gd name="connsiteY18" fmla="*/ 234951 h 336550"/>
                  <a:gd name="connsiteX19" fmla="*/ 233363 w 325438"/>
                  <a:gd name="connsiteY19" fmla="*/ 234951 h 336550"/>
                  <a:gd name="connsiteX20" fmla="*/ 171450 w 325438"/>
                  <a:gd name="connsiteY20" fmla="*/ 195263 h 336550"/>
                  <a:gd name="connsiteX21" fmla="*/ 217488 w 325438"/>
                  <a:gd name="connsiteY21" fmla="*/ 195263 h 336550"/>
                  <a:gd name="connsiteX22" fmla="*/ 217488 w 325438"/>
                  <a:gd name="connsiteY22" fmla="*/ 234951 h 336550"/>
                  <a:gd name="connsiteX23" fmla="*/ 171450 w 325438"/>
                  <a:gd name="connsiteY23" fmla="*/ 234951 h 336550"/>
                  <a:gd name="connsiteX24" fmla="*/ 107950 w 325438"/>
                  <a:gd name="connsiteY24" fmla="*/ 195263 h 336550"/>
                  <a:gd name="connsiteX25" fmla="*/ 155575 w 325438"/>
                  <a:gd name="connsiteY25" fmla="*/ 195263 h 336550"/>
                  <a:gd name="connsiteX26" fmla="*/ 155575 w 325438"/>
                  <a:gd name="connsiteY26" fmla="*/ 234951 h 336550"/>
                  <a:gd name="connsiteX27" fmla="*/ 107950 w 325438"/>
                  <a:gd name="connsiteY27" fmla="*/ 234951 h 336550"/>
                  <a:gd name="connsiteX28" fmla="*/ 46038 w 325438"/>
                  <a:gd name="connsiteY28" fmla="*/ 195263 h 336550"/>
                  <a:gd name="connsiteX29" fmla="*/ 93663 w 325438"/>
                  <a:gd name="connsiteY29" fmla="*/ 195263 h 336550"/>
                  <a:gd name="connsiteX30" fmla="*/ 93663 w 325438"/>
                  <a:gd name="connsiteY30" fmla="*/ 234951 h 336550"/>
                  <a:gd name="connsiteX31" fmla="*/ 46038 w 325438"/>
                  <a:gd name="connsiteY31" fmla="*/ 234951 h 336550"/>
                  <a:gd name="connsiteX32" fmla="*/ 233363 w 325438"/>
                  <a:gd name="connsiteY32" fmla="*/ 139700 h 336550"/>
                  <a:gd name="connsiteX33" fmla="*/ 279401 w 325438"/>
                  <a:gd name="connsiteY33" fmla="*/ 139700 h 336550"/>
                  <a:gd name="connsiteX34" fmla="*/ 279401 w 325438"/>
                  <a:gd name="connsiteY34" fmla="*/ 180975 h 336550"/>
                  <a:gd name="connsiteX35" fmla="*/ 233363 w 325438"/>
                  <a:gd name="connsiteY35" fmla="*/ 180975 h 336550"/>
                  <a:gd name="connsiteX36" fmla="*/ 171450 w 325438"/>
                  <a:gd name="connsiteY36" fmla="*/ 139700 h 336550"/>
                  <a:gd name="connsiteX37" fmla="*/ 217488 w 325438"/>
                  <a:gd name="connsiteY37" fmla="*/ 139700 h 336550"/>
                  <a:gd name="connsiteX38" fmla="*/ 217488 w 325438"/>
                  <a:gd name="connsiteY38" fmla="*/ 180975 h 336550"/>
                  <a:gd name="connsiteX39" fmla="*/ 171450 w 325438"/>
                  <a:gd name="connsiteY39" fmla="*/ 180975 h 336550"/>
                  <a:gd name="connsiteX40" fmla="*/ 107950 w 325438"/>
                  <a:gd name="connsiteY40" fmla="*/ 139700 h 336550"/>
                  <a:gd name="connsiteX41" fmla="*/ 155575 w 325438"/>
                  <a:gd name="connsiteY41" fmla="*/ 139700 h 336550"/>
                  <a:gd name="connsiteX42" fmla="*/ 155575 w 325438"/>
                  <a:gd name="connsiteY42" fmla="*/ 180975 h 336550"/>
                  <a:gd name="connsiteX43" fmla="*/ 107950 w 325438"/>
                  <a:gd name="connsiteY43" fmla="*/ 180975 h 336550"/>
                  <a:gd name="connsiteX44" fmla="*/ 49167 w 325438"/>
                  <a:gd name="connsiteY44" fmla="*/ 38100 h 336550"/>
                  <a:gd name="connsiteX45" fmla="*/ 25400 w 325438"/>
                  <a:gd name="connsiteY45" fmla="*/ 61753 h 336550"/>
                  <a:gd name="connsiteX46" fmla="*/ 25400 w 325438"/>
                  <a:gd name="connsiteY46" fmla="*/ 289085 h 336550"/>
                  <a:gd name="connsiteX47" fmla="*/ 49167 w 325438"/>
                  <a:gd name="connsiteY47" fmla="*/ 312738 h 336550"/>
                  <a:gd name="connsiteX48" fmla="*/ 276271 w 325438"/>
                  <a:gd name="connsiteY48" fmla="*/ 312738 h 336550"/>
                  <a:gd name="connsiteX49" fmla="*/ 300038 w 325438"/>
                  <a:gd name="connsiteY49" fmla="*/ 289085 h 336550"/>
                  <a:gd name="connsiteX50" fmla="*/ 300038 w 325438"/>
                  <a:gd name="connsiteY50" fmla="*/ 61753 h 336550"/>
                  <a:gd name="connsiteX51" fmla="*/ 276271 w 325438"/>
                  <a:gd name="connsiteY51" fmla="*/ 38100 h 336550"/>
                  <a:gd name="connsiteX52" fmla="*/ 269669 w 325438"/>
                  <a:gd name="connsiteY52" fmla="*/ 38100 h 336550"/>
                  <a:gd name="connsiteX53" fmla="*/ 269669 w 325438"/>
                  <a:gd name="connsiteY53" fmla="*/ 63067 h 336550"/>
                  <a:gd name="connsiteX54" fmla="*/ 276271 w 325438"/>
                  <a:gd name="connsiteY54" fmla="*/ 74894 h 336550"/>
                  <a:gd name="connsiteX55" fmla="*/ 260427 w 325438"/>
                  <a:gd name="connsiteY55" fmla="*/ 90662 h 336550"/>
                  <a:gd name="connsiteX56" fmla="*/ 244582 w 325438"/>
                  <a:gd name="connsiteY56" fmla="*/ 74894 h 336550"/>
                  <a:gd name="connsiteX57" fmla="*/ 249864 w 325438"/>
                  <a:gd name="connsiteY57" fmla="*/ 63067 h 336550"/>
                  <a:gd name="connsiteX58" fmla="*/ 249864 w 325438"/>
                  <a:gd name="connsiteY58" fmla="*/ 38100 h 336550"/>
                  <a:gd name="connsiteX59" fmla="*/ 231379 w 325438"/>
                  <a:gd name="connsiteY59" fmla="*/ 38100 h 336550"/>
                  <a:gd name="connsiteX60" fmla="*/ 231379 w 325438"/>
                  <a:gd name="connsiteY60" fmla="*/ 63067 h 336550"/>
                  <a:gd name="connsiteX61" fmla="*/ 236660 w 325438"/>
                  <a:gd name="connsiteY61" fmla="*/ 74894 h 336550"/>
                  <a:gd name="connsiteX62" fmla="*/ 220816 w 325438"/>
                  <a:gd name="connsiteY62" fmla="*/ 90662 h 336550"/>
                  <a:gd name="connsiteX63" fmla="*/ 204971 w 325438"/>
                  <a:gd name="connsiteY63" fmla="*/ 74894 h 336550"/>
                  <a:gd name="connsiteX64" fmla="*/ 210253 w 325438"/>
                  <a:gd name="connsiteY64" fmla="*/ 63067 h 336550"/>
                  <a:gd name="connsiteX65" fmla="*/ 210253 w 325438"/>
                  <a:gd name="connsiteY65" fmla="*/ 38100 h 336550"/>
                  <a:gd name="connsiteX66" fmla="*/ 191767 w 325438"/>
                  <a:gd name="connsiteY66" fmla="*/ 38100 h 336550"/>
                  <a:gd name="connsiteX67" fmla="*/ 191767 w 325438"/>
                  <a:gd name="connsiteY67" fmla="*/ 63067 h 336550"/>
                  <a:gd name="connsiteX68" fmla="*/ 198369 w 325438"/>
                  <a:gd name="connsiteY68" fmla="*/ 74894 h 336550"/>
                  <a:gd name="connsiteX69" fmla="*/ 182525 w 325438"/>
                  <a:gd name="connsiteY69" fmla="*/ 90662 h 336550"/>
                  <a:gd name="connsiteX70" fmla="*/ 166680 w 325438"/>
                  <a:gd name="connsiteY70" fmla="*/ 74894 h 336550"/>
                  <a:gd name="connsiteX71" fmla="*/ 171962 w 325438"/>
                  <a:gd name="connsiteY71" fmla="*/ 63067 h 336550"/>
                  <a:gd name="connsiteX72" fmla="*/ 171962 w 325438"/>
                  <a:gd name="connsiteY72" fmla="*/ 38100 h 336550"/>
                  <a:gd name="connsiteX73" fmla="*/ 153476 w 325438"/>
                  <a:gd name="connsiteY73" fmla="*/ 38100 h 336550"/>
                  <a:gd name="connsiteX74" fmla="*/ 153476 w 325438"/>
                  <a:gd name="connsiteY74" fmla="*/ 63067 h 336550"/>
                  <a:gd name="connsiteX75" fmla="*/ 158758 w 325438"/>
                  <a:gd name="connsiteY75" fmla="*/ 74894 h 336550"/>
                  <a:gd name="connsiteX76" fmla="*/ 142913 w 325438"/>
                  <a:gd name="connsiteY76" fmla="*/ 90662 h 336550"/>
                  <a:gd name="connsiteX77" fmla="*/ 127069 w 325438"/>
                  <a:gd name="connsiteY77" fmla="*/ 74894 h 336550"/>
                  <a:gd name="connsiteX78" fmla="*/ 133671 w 325438"/>
                  <a:gd name="connsiteY78" fmla="*/ 63067 h 336550"/>
                  <a:gd name="connsiteX79" fmla="*/ 133671 w 325438"/>
                  <a:gd name="connsiteY79" fmla="*/ 38100 h 336550"/>
                  <a:gd name="connsiteX80" fmla="*/ 115186 w 325438"/>
                  <a:gd name="connsiteY80" fmla="*/ 38100 h 336550"/>
                  <a:gd name="connsiteX81" fmla="*/ 115186 w 325438"/>
                  <a:gd name="connsiteY81" fmla="*/ 63067 h 336550"/>
                  <a:gd name="connsiteX82" fmla="*/ 120467 w 325438"/>
                  <a:gd name="connsiteY82" fmla="*/ 74894 h 336550"/>
                  <a:gd name="connsiteX83" fmla="*/ 104623 w 325438"/>
                  <a:gd name="connsiteY83" fmla="*/ 90662 h 336550"/>
                  <a:gd name="connsiteX84" fmla="*/ 88778 w 325438"/>
                  <a:gd name="connsiteY84" fmla="*/ 74894 h 336550"/>
                  <a:gd name="connsiteX85" fmla="*/ 94060 w 325438"/>
                  <a:gd name="connsiteY85" fmla="*/ 63067 h 336550"/>
                  <a:gd name="connsiteX86" fmla="*/ 94060 w 325438"/>
                  <a:gd name="connsiteY86" fmla="*/ 38100 h 336550"/>
                  <a:gd name="connsiteX87" fmla="*/ 75574 w 325438"/>
                  <a:gd name="connsiteY87" fmla="*/ 38100 h 336550"/>
                  <a:gd name="connsiteX88" fmla="*/ 75574 w 325438"/>
                  <a:gd name="connsiteY88" fmla="*/ 63067 h 336550"/>
                  <a:gd name="connsiteX89" fmla="*/ 80856 w 325438"/>
                  <a:gd name="connsiteY89" fmla="*/ 74894 h 336550"/>
                  <a:gd name="connsiteX90" fmla="*/ 65011 w 325438"/>
                  <a:gd name="connsiteY90" fmla="*/ 90662 h 336550"/>
                  <a:gd name="connsiteX91" fmla="*/ 49167 w 325438"/>
                  <a:gd name="connsiteY91" fmla="*/ 74894 h 336550"/>
                  <a:gd name="connsiteX92" fmla="*/ 55769 w 325438"/>
                  <a:gd name="connsiteY92" fmla="*/ 63067 h 336550"/>
                  <a:gd name="connsiteX93" fmla="*/ 55769 w 325438"/>
                  <a:gd name="connsiteY93" fmla="*/ 38100 h 336550"/>
                  <a:gd name="connsiteX94" fmla="*/ 49167 w 325438"/>
                  <a:gd name="connsiteY94" fmla="*/ 38100 h 336550"/>
                  <a:gd name="connsiteX95" fmla="*/ 65315 w 325438"/>
                  <a:gd name="connsiteY95" fmla="*/ 4763 h 336550"/>
                  <a:gd name="connsiteX96" fmla="*/ 61913 w 325438"/>
                  <a:gd name="connsiteY96" fmla="*/ 10110 h 336550"/>
                  <a:gd name="connsiteX97" fmla="*/ 61913 w 325438"/>
                  <a:gd name="connsiteY97" fmla="*/ 75616 h 336550"/>
                  <a:gd name="connsiteX98" fmla="*/ 65315 w 325438"/>
                  <a:gd name="connsiteY98" fmla="*/ 80963 h 336550"/>
                  <a:gd name="connsiteX99" fmla="*/ 69851 w 325438"/>
                  <a:gd name="connsiteY99" fmla="*/ 75616 h 336550"/>
                  <a:gd name="connsiteX100" fmla="*/ 69851 w 325438"/>
                  <a:gd name="connsiteY100" fmla="*/ 10110 h 336550"/>
                  <a:gd name="connsiteX101" fmla="*/ 65315 w 325438"/>
                  <a:gd name="connsiteY101" fmla="*/ 4763 h 336550"/>
                  <a:gd name="connsiteX102" fmla="*/ 104776 w 325438"/>
                  <a:gd name="connsiteY102" fmla="*/ 4763 h 336550"/>
                  <a:gd name="connsiteX103" fmla="*/ 100013 w 325438"/>
                  <a:gd name="connsiteY103" fmla="*/ 10110 h 336550"/>
                  <a:gd name="connsiteX104" fmla="*/ 100013 w 325438"/>
                  <a:gd name="connsiteY104" fmla="*/ 75616 h 336550"/>
                  <a:gd name="connsiteX105" fmla="*/ 104776 w 325438"/>
                  <a:gd name="connsiteY105" fmla="*/ 80963 h 336550"/>
                  <a:gd name="connsiteX106" fmla="*/ 109538 w 325438"/>
                  <a:gd name="connsiteY106" fmla="*/ 75616 h 336550"/>
                  <a:gd name="connsiteX107" fmla="*/ 109538 w 325438"/>
                  <a:gd name="connsiteY107" fmla="*/ 10110 h 336550"/>
                  <a:gd name="connsiteX108" fmla="*/ 104776 w 325438"/>
                  <a:gd name="connsiteY108" fmla="*/ 4763 h 336550"/>
                  <a:gd name="connsiteX109" fmla="*/ 142876 w 325438"/>
                  <a:gd name="connsiteY109" fmla="*/ 4763 h 336550"/>
                  <a:gd name="connsiteX110" fmla="*/ 138113 w 325438"/>
                  <a:gd name="connsiteY110" fmla="*/ 10110 h 336550"/>
                  <a:gd name="connsiteX111" fmla="*/ 138113 w 325438"/>
                  <a:gd name="connsiteY111" fmla="*/ 75616 h 336550"/>
                  <a:gd name="connsiteX112" fmla="*/ 142876 w 325438"/>
                  <a:gd name="connsiteY112" fmla="*/ 80963 h 336550"/>
                  <a:gd name="connsiteX113" fmla="*/ 147638 w 325438"/>
                  <a:gd name="connsiteY113" fmla="*/ 75616 h 336550"/>
                  <a:gd name="connsiteX114" fmla="*/ 147638 w 325438"/>
                  <a:gd name="connsiteY114" fmla="*/ 10110 h 336550"/>
                  <a:gd name="connsiteX115" fmla="*/ 142876 w 325438"/>
                  <a:gd name="connsiteY115" fmla="*/ 4763 h 336550"/>
                  <a:gd name="connsiteX116" fmla="*/ 182563 w 325438"/>
                  <a:gd name="connsiteY116" fmla="*/ 4763 h 336550"/>
                  <a:gd name="connsiteX117" fmla="*/ 177800 w 325438"/>
                  <a:gd name="connsiteY117" fmla="*/ 10110 h 336550"/>
                  <a:gd name="connsiteX118" fmla="*/ 177800 w 325438"/>
                  <a:gd name="connsiteY118" fmla="*/ 75616 h 336550"/>
                  <a:gd name="connsiteX119" fmla="*/ 182563 w 325438"/>
                  <a:gd name="connsiteY119" fmla="*/ 80963 h 336550"/>
                  <a:gd name="connsiteX120" fmla="*/ 187325 w 325438"/>
                  <a:gd name="connsiteY120" fmla="*/ 75616 h 336550"/>
                  <a:gd name="connsiteX121" fmla="*/ 187325 w 325438"/>
                  <a:gd name="connsiteY121" fmla="*/ 10110 h 336550"/>
                  <a:gd name="connsiteX122" fmla="*/ 182563 w 325438"/>
                  <a:gd name="connsiteY122" fmla="*/ 4763 h 336550"/>
                  <a:gd name="connsiteX123" fmla="*/ 220663 w 325438"/>
                  <a:gd name="connsiteY123" fmla="*/ 4763 h 336550"/>
                  <a:gd name="connsiteX124" fmla="*/ 215900 w 325438"/>
                  <a:gd name="connsiteY124" fmla="*/ 10110 h 336550"/>
                  <a:gd name="connsiteX125" fmla="*/ 215900 w 325438"/>
                  <a:gd name="connsiteY125" fmla="*/ 75616 h 336550"/>
                  <a:gd name="connsiteX126" fmla="*/ 220663 w 325438"/>
                  <a:gd name="connsiteY126" fmla="*/ 80963 h 336550"/>
                  <a:gd name="connsiteX127" fmla="*/ 225425 w 325438"/>
                  <a:gd name="connsiteY127" fmla="*/ 75616 h 336550"/>
                  <a:gd name="connsiteX128" fmla="*/ 225425 w 325438"/>
                  <a:gd name="connsiteY128" fmla="*/ 10110 h 336550"/>
                  <a:gd name="connsiteX129" fmla="*/ 220663 w 325438"/>
                  <a:gd name="connsiteY129" fmla="*/ 4763 h 336550"/>
                  <a:gd name="connsiteX130" fmla="*/ 260124 w 325438"/>
                  <a:gd name="connsiteY130" fmla="*/ 4763 h 336550"/>
                  <a:gd name="connsiteX131" fmla="*/ 255588 w 325438"/>
                  <a:gd name="connsiteY131" fmla="*/ 10110 h 336550"/>
                  <a:gd name="connsiteX132" fmla="*/ 255588 w 325438"/>
                  <a:gd name="connsiteY132" fmla="*/ 75616 h 336550"/>
                  <a:gd name="connsiteX133" fmla="*/ 260124 w 325438"/>
                  <a:gd name="connsiteY133" fmla="*/ 80963 h 336550"/>
                  <a:gd name="connsiteX134" fmla="*/ 263526 w 325438"/>
                  <a:gd name="connsiteY134" fmla="*/ 75616 h 336550"/>
                  <a:gd name="connsiteX135" fmla="*/ 263526 w 325438"/>
                  <a:gd name="connsiteY135" fmla="*/ 10110 h 336550"/>
                  <a:gd name="connsiteX136" fmla="*/ 260124 w 325438"/>
                  <a:gd name="connsiteY136" fmla="*/ 4763 h 336550"/>
                  <a:gd name="connsiteX137" fmla="*/ 64823 w 325438"/>
                  <a:gd name="connsiteY137" fmla="*/ 0 h 336550"/>
                  <a:gd name="connsiteX138" fmla="*/ 75406 w 325438"/>
                  <a:gd name="connsiteY138" fmla="*/ 10517 h 336550"/>
                  <a:gd name="connsiteX139" fmla="*/ 75406 w 325438"/>
                  <a:gd name="connsiteY139" fmla="*/ 14461 h 336550"/>
                  <a:gd name="connsiteX140" fmla="*/ 93927 w 325438"/>
                  <a:gd name="connsiteY140" fmla="*/ 14461 h 336550"/>
                  <a:gd name="connsiteX141" fmla="*/ 93927 w 325438"/>
                  <a:gd name="connsiteY141" fmla="*/ 10517 h 336550"/>
                  <a:gd name="connsiteX142" fmla="*/ 104511 w 325438"/>
                  <a:gd name="connsiteY142" fmla="*/ 0 h 336550"/>
                  <a:gd name="connsiteX143" fmla="*/ 115094 w 325438"/>
                  <a:gd name="connsiteY143" fmla="*/ 10517 h 336550"/>
                  <a:gd name="connsiteX144" fmla="*/ 115094 w 325438"/>
                  <a:gd name="connsiteY144" fmla="*/ 14461 h 336550"/>
                  <a:gd name="connsiteX145" fmla="*/ 133615 w 325438"/>
                  <a:gd name="connsiteY145" fmla="*/ 14461 h 336550"/>
                  <a:gd name="connsiteX146" fmla="*/ 133615 w 325438"/>
                  <a:gd name="connsiteY146" fmla="*/ 10517 h 336550"/>
                  <a:gd name="connsiteX147" fmla="*/ 142875 w 325438"/>
                  <a:gd name="connsiteY147" fmla="*/ 0 h 336550"/>
                  <a:gd name="connsiteX148" fmla="*/ 153459 w 325438"/>
                  <a:gd name="connsiteY148" fmla="*/ 10517 h 336550"/>
                  <a:gd name="connsiteX149" fmla="*/ 153459 w 325438"/>
                  <a:gd name="connsiteY149" fmla="*/ 14461 h 336550"/>
                  <a:gd name="connsiteX150" fmla="*/ 171980 w 325438"/>
                  <a:gd name="connsiteY150" fmla="*/ 14461 h 336550"/>
                  <a:gd name="connsiteX151" fmla="*/ 171980 w 325438"/>
                  <a:gd name="connsiteY151" fmla="*/ 10517 h 336550"/>
                  <a:gd name="connsiteX152" fmla="*/ 182563 w 325438"/>
                  <a:gd name="connsiteY152" fmla="*/ 0 h 336550"/>
                  <a:gd name="connsiteX153" fmla="*/ 191823 w 325438"/>
                  <a:gd name="connsiteY153" fmla="*/ 10517 h 336550"/>
                  <a:gd name="connsiteX154" fmla="*/ 191823 w 325438"/>
                  <a:gd name="connsiteY154" fmla="*/ 14461 h 336550"/>
                  <a:gd name="connsiteX155" fmla="*/ 210344 w 325438"/>
                  <a:gd name="connsiteY155" fmla="*/ 14461 h 336550"/>
                  <a:gd name="connsiteX156" fmla="*/ 210344 w 325438"/>
                  <a:gd name="connsiteY156" fmla="*/ 10517 h 336550"/>
                  <a:gd name="connsiteX157" fmla="*/ 220927 w 325438"/>
                  <a:gd name="connsiteY157" fmla="*/ 0 h 336550"/>
                  <a:gd name="connsiteX158" fmla="*/ 231511 w 325438"/>
                  <a:gd name="connsiteY158" fmla="*/ 10517 h 336550"/>
                  <a:gd name="connsiteX159" fmla="*/ 231511 w 325438"/>
                  <a:gd name="connsiteY159" fmla="*/ 14461 h 336550"/>
                  <a:gd name="connsiteX160" fmla="*/ 250032 w 325438"/>
                  <a:gd name="connsiteY160" fmla="*/ 14461 h 336550"/>
                  <a:gd name="connsiteX161" fmla="*/ 250032 w 325438"/>
                  <a:gd name="connsiteY161" fmla="*/ 10517 h 336550"/>
                  <a:gd name="connsiteX162" fmla="*/ 260615 w 325438"/>
                  <a:gd name="connsiteY162" fmla="*/ 0 h 336550"/>
                  <a:gd name="connsiteX163" fmla="*/ 269875 w 325438"/>
                  <a:gd name="connsiteY163" fmla="*/ 10517 h 336550"/>
                  <a:gd name="connsiteX164" fmla="*/ 269875 w 325438"/>
                  <a:gd name="connsiteY164" fmla="*/ 14461 h 336550"/>
                  <a:gd name="connsiteX165" fmla="*/ 276490 w 325438"/>
                  <a:gd name="connsiteY165" fmla="*/ 14461 h 336550"/>
                  <a:gd name="connsiteX166" fmla="*/ 325438 w 325438"/>
                  <a:gd name="connsiteY166" fmla="*/ 61789 h 336550"/>
                  <a:gd name="connsiteX167" fmla="*/ 325438 w 325438"/>
                  <a:gd name="connsiteY167" fmla="*/ 289223 h 336550"/>
                  <a:gd name="connsiteX168" fmla="*/ 276490 w 325438"/>
                  <a:gd name="connsiteY168" fmla="*/ 336550 h 336550"/>
                  <a:gd name="connsiteX169" fmla="*/ 48948 w 325438"/>
                  <a:gd name="connsiteY169" fmla="*/ 336550 h 336550"/>
                  <a:gd name="connsiteX170" fmla="*/ 0 w 325438"/>
                  <a:gd name="connsiteY170" fmla="*/ 289223 h 336550"/>
                  <a:gd name="connsiteX171" fmla="*/ 0 w 325438"/>
                  <a:gd name="connsiteY171" fmla="*/ 61789 h 336550"/>
                  <a:gd name="connsiteX172" fmla="*/ 48948 w 325438"/>
                  <a:gd name="connsiteY172" fmla="*/ 14461 h 336550"/>
                  <a:gd name="connsiteX173" fmla="*/ 55563 w 325438"/>
                  <a:gd name="connsiteY173" fmla="*/ 14461 h 336550"/>
                  <a:gd name="connsiteX174" fmla="*/ 55563 w 325438"/>
                  <a:gd name="connsiteY174" fmla="*/ 10517 h 336550"/>
                  <a:gd name="connsiteX175" fmla="*/ 64823 w 325438"/>
                  <a:gd name="connsiteY175" fmla="*/ 0 h 336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</a:cxnLst>
                <a:rect l="l" t="t" r="r" b="b"/>
                <a:pathLst>
                  <a:path w="325438" h="336550">
                    <a:moveTo>
                      <a:pt x="233363" y="249238"/>
                    </a:moveTo>
                    <a:lnTo>
                      <a:pt x="279401" y="249238"/>
                    </a:lnTo>
                    <a:lnTo>
                      <a:pt x="279401" y="290513"/>
                    </a:lnTo>
                    <a:lnTo>
                      <a:pt x="233363" y="290513"/>
                    </a:lnTo>
                    <a:close/>
                    <a:moveTo>
                      <a:pt x="171450" y="249238"/>
                    </a:moveTo>
                    <a:lnTo>
                      <a:pt x="217488" y="249238"/>
                    </a:lnTo>
                    <a:lnTo>
                      <a:pt x="217488" y="290513"/>
                    </a:lnTo>
                    <a:lnTo>
                      <a:pt x="171450" y="290513"/>
                    </a:lnTo>
                    <a:close/>
                    <a:moveTo>
                      <a:pt x="107950" y="249238"/>
                    </a:moveTo>
                    <a:lnTo>
                      <a:pt x="155575" y="249238"/>
                    </a:lnTo>
                    <a:lnTo>
                      <a:pt x="155575" y="290513"/>
                    </a:lnTo>
                    <a:lnTo>
                      <a:pt x="107950" y="290513"/>
                    </a:lnTo>
                    <a:close/>
                    <a:moveTo>
                      <a:pt x="46038" y="249238"/>
                    </a:moveTo>
                    <a:lnTo>
                      <a:pt x="93663" y="249238"/>
                    </a:lnTo>
                    <a:lnTo>
                      <a:pt x="93663" y="290513"/>
                    </a:lnTo>
                    <a:lnTo>
                      <a:pt x="46038" y="290513"/>
                    </a:lnTo>
                    <a:close/>
                    <a:moveTo>
                      <a:pt x="233363" y="195263"/>
                    </a:moveTo>
                    <a:lnTo>
                      <a:pt x="279401" y="195263"/>
                    </a:lnTo>
                    <a:lnTo>
                      <a:pt x="279401" y="234951"/>
                    </a:lnTo>
                    <a:lnTo>
                      <a:pt x="233363" y="234951"/>
                    </a:lnTo>
                    <a:close/>
                    <a:moveTo>
                      <a:pt x="171450" y="195263"/>
                    </a:moveTo>
                    <a:lnTo>
                      <a:pt x="217488" y="195263"/>
                    </a:lnTo>
                    <a:lnTo>
                      <a:pt x="217488" y="234951"/>
                    </a:lnTo>
                    <a:lnTo>
                      <a:pt x="171450" y="234951"/>
                    </a:lnTo>
                    <a:close/>
                    <a:moveTo>
                      <a:pt x="107950" y="195263"/>
                    </a:moveTo>
                    <a:lnTo>
                      <a:pt x="155575" y="195263"/>
                    </a:lnTo>
                    <a:lnTo>
                      <a:pt x="155575" y="234951"/>
                    </a:lnTo>
                    <a:lnTo>
                      <a:pt x="107950" y="234951"/>
                    </a:lnTo>
                    <a:close/>
                    <a:moveTo>
                      <a:pt x="46038" y="195263"/>
                    </a:moveTo>
                    <a:lnTo>
                      <a:pt x="93663" y="195263"/>
                    </a:lnTo>
                    <a:lnTo>
                      <a:pt x="93663" y="234951"/>
                    </a:lnTo>
                    <a:lnTo>
                      <a:pt x="46038" y="234951"/>
                    </a:lnTo>
                    <a:close/>
                    <a:moveTo>
                      <a:pt x="233363" y="139700"/>
                    </a:moveTo>
                    <a:lnTo>
                      <a:pt x="279401" y="139700"/>
                    </a:lnTo>
                    <a:lnTo>
                      <a:pt x="279401" y="180975"/>
                    </a:lnTo>
                    <a:lnTo>
                      <a:pt x="233363" y="180975"/>
                    </a:lnTo>
                    <a:close/>
                    <a:moveTo>
                      <a:pt x="171450" y="139700"/>
                    </a:moveTo>
                    <a:lnTo>
                      <a:pt x="217488" y="139700"/>
                    </a:lnTo>
                    <a:lnTo>
                      <a:pt x="217488" y="180975"/>
                    </a:lnTo>
                    <a:lnTo>
                      <a:pt x="171450" y="180975"/>
                    </a:lnTo>
                    <a:close/>
                    <a:moveTo>
                      <a:pt x="107950" y="139700"/>
                    </a:moveTo>
                    <a:lnTo>
                      <a:pt x="155575" y="139700"/>
                    </a:lnTo>
                    <a:lnTo>
                      <a:pt x="155575" y="180975"/>
                    </a:lnTo>
                    <a:lnTo>
                      <a:pt x="107950" y="180975"/>
                    </a:lnTo>
                    <a:close/>
                    <a:moveTo>
                      <a:pt x="49167" y="38100"/>
                    </a:moveTo>
                    <a:cubicBezTo>
                      <a:pt x="35963" y="38100"/>
                      <a:pt x="25400" y="48613"/>
                      <a:pt x="25400" y="61753"/>
                    </a:cubicBezTo>
                    <a:cubicBezTo>
                      <a:pt x="25400" y="61753"/>
                      <a:pt x="25400" y="61753"/>
                      <a:pt x="25400" y="289085"/>
                    </a:cubicBezTo>
                    <a:cubicBezTo>
                      <a:pt x="25400" y="302226"/>
                      <a:pt x="35963" y="312738"/>
                      <a:pt x="49167" y="312738"/>
                    </a:cubicBezTo>
                    <a:cubicBezTo>
                      <a:pt x="49167" y="312738"/>
                      <a:pt x="49167" y="312738"/>
                      <a:pt x="276271" y="312738"/>
                    </a:cubicBezTo>
                    <a:cubicBezTo>
                      <a:pt x="289475" y="312738"/>
                      <a:pt x="300038" y="302226"/>
                      <a:pt x="300038" y="289085"/>
                    </a:cubicBezTo>
                    <a:cubicBezTo>
                      <a:pt x="300038" y="289085"/>
                      <a:pt x="300038" y="289085"/>
                      <a:pt x="300038" y="61753"/>
                    </a:cubicBezTo>
                    <a:cubicBezTo>
                      <a:pt x="300038" y="48613"/>
                      <a:pt x="289475" y="38100"/>
                      <a:pt x="276271" y="38100"/>
                    </a:cubicBezTo>
                    <a:cubicBezTo>
                      <a:pt x="276271" y="38100"/>
                      <a:pt x="276271" y="38100"/>
                      <a:pt x="269669" y="38100"/>
                    </a:cubicBezTo>
                    <a:cubicBezTo>
                      <a:pt x="269669" y="38100"/>
                      <a:pt x="269669" y="38100"/>
                      <a:pt x="269669" y="63067"/>
                    </a:cubicBezTo>
                    <a:cubicBezTo>
                      <a:pt x="273631" y="65695"/>
                      <a:pt x="276271" y="70951"/>
                      <a:pt x="276271" y="74894"/>
                    </a:cubicBezTo>
                    <a:cubicBezTo>
                      <a:pt x="276271" y="84092"/>
                      <a:pt x="268349" y="90662"/>
                      <a:pt x="260427" y="90662"/>
                    </a:cubicBezTo>
                    <a:cubicBezTo>
                      <a:pt x="251184" y="90662"/>
                      <a:pt x="244582" y="84092"/>
                      <a:pt x="244582" y="74894"/>
                    </a:cubicBezTo>
                    <a:cubicBezTo>
                      <a:pt x="244582" y="70951"/>
                      <a:pt x="245903" y="65695"/>
                      <a:pt x="249864" y="63067"/>
                    </a:cubicBezTo>
                    <a:cubicBezTo>
                      <a:pt x="249864" y="63067"/>
                      <a:pt x="249864" y="63067"/>
                      <a:pt x="249864" y="38100"/>
                    </a:cubicBezTo>
                    <a:cubicBezTo>
                      <a:pt x="249864" y="38100"/>
                      <a:pt x="249864" y="38100"/>
                      <a:pt x="231379" y="38100"/>
                    </a:cubicBezTo>
                    <a:cubicBezTo>
                      <a:pt x="231379" y="38100"/>
                      <a:pt x="231379" y="38100"/>
                      <a:pt x="231379" y="63067"/>
                    </a:cubicBezTo>
                    <a:cubicBezTo>
                      <a:pt x="234019" y="65695"/>
                      <a:pt x="236660" y="70951"/>
                      <a:pt x="236660" y="74894"/>
                    </a:cubicBezTo>
                    <a:cubicBezTo>
                      <a:pt x="236660" y="84092"/>
                      <a:pt x="230058" y="90662"/>
                      <a:pt x="220816" y="90662"/>
                    </a:cubicBezTo>
                    <a:cubicBezTo>
                      <a:pt x="212893" y="90662"/>
                      <a:pt x="204971" y="84092"/>
                      <a:pt x="204971" y="74894"/>
                    </a:cubicBezTo>
                    <a:cubicBezTo>
                      <a:pt x="204971" y="70951"/>
                      <a:pt x="207612" y="65695"/>
                      <a:pt x="210253" y="63067"/>
                    </a:cubicBezTo>
                    <a:cubicBezTo>
                      <a:pt x="210253" y="63067"/>
                      <a:pt x="210253" y="63067"/>
                      <a:pt x="210253" y="38100"/>
                    </a:cubicBezTo>
                    <a:cubicBezTo>
                      <a:pt x="210253" y="38100"/>
                      <a:pt x="210253" y="38100"/>
                      <a:pt x="191767" y="38100"/>
                    </a:cubicBezTo>
                    <a:cubicBezTo>
                      <a:pt x="191767" y="38100"/>
                      <a:pt x="191767" y="38100"/>
                      <a:pt x="191767" y="63067"/>
                    </a:cubicBezTo>
                    <a:cubicBezTo>
                      <a:pt x="195728" y="65695"/>
                      <a:pt x="198369" y="70951"/>
                      <a:pt x="198369" y="74894"/>
                    </a:cubicBezTo>
                    <a:cubicBezTo>
                      <a:pt x="198369" y="84092"/>
                      <a:pt x="190447" y="90662"/>
                      <a:pt x="182525" y="90662"/>
                    </a:cubicBezTo>
                    <a:cubicBezTo>
                      <a:pt x="173282" y="90662"/>
                      <a:pt x="166680" y="84092"/>
                      <a:pt x="166680" y="74894"/>
                    </a:cubicBezTo>
                    <a:cubicBezTo>
                      <a:pt x="166680" y="70951"/>
                      <a:pt x="168001" y="65695"/>
                      <a:pt x="171962" y="63067"/>
                    </a:cubicBezTo>
                    <a:cubicBezTo>
                      <a:pt x="171962" y="63067"/>
                      <a:pt x="171962" y="63067"/>
                      <a:pt x="171962" y="38100"/>
                    </a:cubicBezTo>
                    <a:cubicBezTo>
                      <a:pt x="171962" y="38100"/>
                      <a:pt x="171962" y="38100"/>
                      <a:pt x="153476" y="38100"/>
                    </a:cubicBezTo>
                    <a:cubicBezTo>
                      <a:pt x="153476" y="38100"/>
                      <a:pt x="153476" y="38100"/>
                      <a:pt x="153476" y="63067"/>
                    </a:cubicBezTo>
                    <a:cubicBezTo>
                      <a:pt x="157438" y="65695"/>
                      <a:pt x="158758" y="70951"/>
                      <a:pt x="158758" y="74894"/>
                    </a:cubicBezTo>
                    <a:cubicBezTo>
                      <a:pt x="158758" y="84092"/>
                      <a:pt x="152156" y="90662"/>
                      <a:pt x="142913" y="90662"/>
                    </a:cubicBezTo>
                    <a:cubicBezTo>
                      <a:pt x="134991" y="90662"/>
                      <a:pt x="127069" y="84092"/>
                      <a:pt x="127069" y="74894"/>
                    </a:cubicBezTo>
                    <a:cubicBezTo>
                      <a:pt x="127069" y="70951"/>
                      <a:pt x="129710" y="65695"/>
                      <a:pt x="133671" y="63067"/>
                    </a:cubicBezTo>
                    <a:cubicBezTo>
                      <a:pt x="133671" y="63067"/>
                      <a:pt x="133671" y="63067"/>
                      <a:pt x="133671" y="38100"/>
                    </a:cubicBezTo>
                    <a:cubicBezTo>
                      <a:pt x="133671" y="38100"/>
                      <a:pt x="133671" y="38100"/>
                      <a:pt x="115186" y="38100"/>
                    </a:cubicBezTo>
                    <a:cubicBezTo>
                      <a:pt x="115186" y="38100"/>
                      <a:pt x="115186" y="38100"/>
                      <a:pt x="115186" y="63067"/>
                    </a:cubicBezTo>
                    <a:cubicBezTo>
                      <a:pt x="117826" y="65695"/>
                      <a:pt x="120467" y="70951"/>
                      <a:pt x="120467" y="74894"/>
                    </a:cubicBezTo>
                    <a:cubicBezTo>
                      <a:pt x="120467" y="84092"/>
                      <a:pt x="112545" y="90662"/>
                      <a:pt x="104623" y="90662"/>
                    </a:cubicBezTo>
                    <a:cubicBezTo>
                      <a:pt x="95380" y="90662"/>
                      <a:pt x="88778" y="84092"/>
                      <a:pt x="88778" y="74894"/>
                    </a:cubicBezTo>
                    <a:cubicBezTo>
                      <a:pt x="88778" y="70951"/>
                      <a:pt x="91419" y="65695"/>
                      <a:pt x="94060" y="63067"/>
                    </a:cubicBezTo>
                    <a:cubicBezTo>
                      <a:pt x="94060" y="63067"/>
                      <a:pt x="94060" y="63067"/>
                      <a:pt x="94060" y="38100"/>
                    </a:cubicBezTo>
                    <a:cubicBezTo>
                      <a:pt x="94060" y="38100"/>
                      <a:pt x="94060" y="38100"/>
                      <a:pt x="75574" y="38100"/>
                    </a:cubicBezTo>
                    <a:cubicBezTo>
                      <a:pt x="75574" y="38100"/>
                      <a:pt x="75574" y="38100"/>
                      <a:pt x="75574" y="63067"/>
                    </a:cubicBezTo>
                    <a:cubicBezTo>
                      <a:pt x="79535" y="65695"/>
                      <a:pt x="80856" y="70951"/>
                      <a:pt x="80856" y="74894"/>
                    </a:cubicBezTo>
                    <a:cubicBezTo>
                      <a:pt x="80856" y="84092"/>
                      <a:pt x="74254" y="90662"/>
                      <a:pt x="65011" y="90662"/>
                    </a:cubicBezTo>
                    <a:cubicBezTo>
                      <a:pt x="57089" y="90662"/>
                      <a:pt x="49167" y="84092"/>
                      <a:pt x="49167" y="74894"/>
                    </a:cubicBezTo>
                    <a:cubicBezTo>
                      <a:pt x="49167" y="70951"/>
                      <a:pt x="51808" y="65695"/>
                      <a:pt x="55769" y="63067"/>
                    </a:cubicBezTo>
                    <a:cubicBezTo>
                      <a:pt x="55769" y="63067"/>
                      <a:pt x="55769" y="63067"/>
                      <a:pt x="55769" y="38100"/>
                    </a:cubicBezTo>
                    <a:cubicBezTo>
                      <a:pt x="55769" y="38100"/>
                      <a:pt x="55769" y="38100"/>
                      <a:pt x="49167" y="38100"/>
                    </a:cubicBezTo>
                    <a:close/>
                    <a:moveTo>
                      <a:pt x="65315" y="4763"/>
                    </a:moveTo>
                    <a:cubicBezTo>
                      <a:pt x="63047" y="4763"/>
                      <a:pt x="61913" y="7437"/>
                      <a:pt x="61913" y="10110"/>
                    </a:cubicBezTo>
                    <a:lnTo>
                      <a:pt x="61913" y="75616"/>
                    </a:lnTo>
                    <a:cubicBezTo>
                      <a:pt x="61913" y="79626"/>
                      <a:pt x="63047" y="80963"/>
                      <a:pt x="65315" y="80963"/>
                    </a:cubicBezTo>
                    <a:cubicBezTo>
                      <a:pt x="68717" y="80963"/>
                      <a:pt x="69851" y="79626"/>
                      <a:pt x="69851" y="75616"/>
                    </a:cubicBezTo>
                    <a:cubicBezTo>
                      <a:pt x="69851" y="75616"/>
                      <a:pt x="69851" y="75616"/>
                      <a:pt x="69851" y="10110"/>
                    </a:cubicBezTo>
                    <a:cubicBezTo>
                      <a:pt x="69851" y="7437"/>
                      <a:pt x="68717" y="4763"/>
                      <a:pt x="65315" y="4763"/>
                    </a:cubicBezTo>
                    <a:close/>
                    <a:moveTo>
                      <a:pt x="104776" y="4763"/>
                    </a:moveTo>
                    <a:cubicBezTo>
                      <a:pt x="102394" y="4763"/>
                      <a:pt x="100013" y="7437"/>
                      <a:pt x="100013" y="10110"/>
                    </a:cubicBezTo>
                    <a:lnTo>
                      <a:pt x="100013" y="75616"/>
                    </a:lnTo>
                    <a:cubicBezTo>
                      <a:pt x="100013" y="79626"/>
                      <a:pt x="102394" y="80963"/>
                      <a:pt x="104776" y="80963"/>
                    </a:cubicBezTo>
                    <a:cubicBezTo>
                      <a:pt x="107157" y="80963"/>
                      <a:pt x="109538" y="79626"/>
                      <a:pt x="109538" y="75616"/>
                    </a:cubicBezTo>
                    <a:cubicBezTo>
                      <a:pt x="109538" y="75616"/>
                      <a:pt x="109538" y="75616"/>
                      <a:pt x="109538" y="10110"/>
                    </a:cubicBezTo>
                    <a:cubicBezTo>
                      <a:pt x="109538" y="7437"/>
                      <a:pt x="107157" y="4763"/>
                      <a:pt x="104776" y="4763"/>
                    </a:cubicBezTo>
                    <a:close/>
                    <a:moveTo>
                      <a:pt x="142876" y="4763"/>
                    </a:moveTo>
                    <a:cubicBezTo>
                      <a:pt x="140494" y="4763"/>
                      <a:pt x="138113" y="7437"/>
                      <a:pt x="138113" y="10110"/>
                    </a:cubicBezTo>
                    <a:lnTo>
                      <a:pt x="138113" y="75616"/>
                    </a:lnTo>
                    <a:cubicBezTo>
                      <a:pt x="138113" y="79626"/>
                      <a:pt x="140494" y="80963"/>
                      <a:pt x="142876" y="80963"/>
                    </a:cubicBezTo>
                    <a:cubicBezTo>
                      <a:pt x="145257" y="80963"/>
                      <a:pt x="147638" y="79626"/>
                      <a:pt x="147638" y="75616"/>
                    </a:cubicBezTo>
                    <a:cubicBezTo>
                      <a:pt x="147638" y="75616"/>
                      <a:pt x="147638" y="75616"/>
                      <a:pt x="147638" y="10110"/>
                    </a:cubicBezTo>
                    <a:cubicBezTo>
                      <a:pt x="147638" y="7437"/>
                      <a:pt x="145257" y="4763"/>
                      <a:pt x="142876" y="4763"/>
                    </a:cubicBezTo>
                    <a:close/>
                    <a:moveTo>
                      <a:pt x="182563" y="4763"/>
                    </a:moveTo>
                    <a:cubicBezTo>
                      <a:pt x="180181" y="4763"/>
                      <a:pt x="177800" y="7437"/>
                      <a:pt x="177800" y="10110"/>
                    </a:cubicBezTo>
                    <a:lnTo>
                      <a:pt x="177800" y="75616"/>
                    </a:lnTo>
                    <a:cubicBezTo>
                      <a:pt x="177800" y="79626"/>
                      <a:pt x="180181" y="80963"/>
                      <a:pt x="182563" y="80963"/>
                    </a:cubicBezTo>
                    <a:cubicBezTo>
                      <a:pt x="184944" y="80963"/>
                      <a:pt x="187325" y="79626"/>
                      <a:pt x="187325" y="75616"/>
                    </a:cubicBezTo>
                    <a:cubicBezTo>
                      <a:pt x="187325" y="75616"/>
                      <a:pt x="187325" y="75616"/>
                      <a:pt x="187325" y="10110"/>
                    </a:cubicBezTo>
                    <a:cubicBezTo>
                      <a:pt x="187325" y="7437"/>
                      <a:pt x="184944" y="4763"/>
                      <a:pt x="182563" y="4763"/>
                    </a:cubicBezTo>
                    <a:close/>
                    <a:moveTo>
                      <a:pt x="220663" y="4763"/>
                    </a:moveTo>
                    <a:cubicBezTo>
                      <a:pt x="218281" y="4763"/>
                      <a:pt x="215900" y="7437"/>
                      <a:pt x="215900" y="10110"/>
                    </a:cubicBezTo>
                    <a:lnTo>
                      <a:pt x="215900" y="75616"/>
                    </a:lnTo>
                    <a:cubicBezTo>
                      <a:pt x="215900" y="79626"/>
                      <a:pt x="218281" y="80963"/>
                      <a:pt x="220663" y="80963"/>
                    </a:cubicBezTo>
                    <a:cubicBezTo>
                      <a:pt x="223044" y="80963"/>
                      <a:pt x="225425" y="79626"/>
                      <a:pt x="225425" y="75616"/>
                    </a:cubicBezTo>
                    <a:cubicBezTo>
                      <a:pt x="225425" y="75616"/>
                      <a:pt x="225425" y="75616"/>
                      <a:pt x="225425" y="10110"/>
                    </a:cubicBezTo>
                    <a:cubicBezTo>
                      <a:pt x="225425" y="7437"/>
                      <a:pt x="223044" y="4763"/>
                      <a:pt x="220663" y="4763"/>
                    </a:cubicBezTo>
                    <a:close/>
                    <a:moveTo>
                      <a:pt x="260124" y="4763"/>
                    </a:moveTo>
                    <a:cubicBezTo>
                      <a:pt x="256722" y="4763"/>
                      <a:pt x="255588" y="7437"/>
                      <a:pt x="255588" y="10110"/>
                    </a:cubicBezTo>
                    <a:lnTo>
                      <a:pt x="255588" y="75616"/>
                    </a:lnTo>
                    <a:cubicBezTo>
                      <a:pt x="255588" y="79626"/>
                      <a:pt x="256722" y="80963"/>
                      <a:pt x="260124" y="80963"/>
                    </a:cubicBezTo>
                    <a:cubicBezTo>
                      <a:pt x="262392" y="80963"/>
                      <a:pt x="263526" y="79626"/>
                      <a:pt x="263526" y="75616"/>
                    </a:cubicBezTo>
                    <a:cubicBezTo>
                      <a:pt x="263526" y="75616"/>
                      <a:pt x="263526" y="75616"/>
                      <a:pt x="263526" y="10110"/>
                    </a:cubicBezTo>
                    <a:cubicBezTo>
                      <a:pt x="263526" y="7437"/>
                      <a:pt x="262392" y="4763"/>
                      <a:pt x="260124" y="4763"/>
                    </a:cubicBezTo>
                    <a:close/>
                    <a:moveTo>
                      <a:pt x="64823" y="0"/>
                    </a:moveTo>
                    <a:cubicBezTo>
                      <a:pt x="71438" y="0"/>
                      <a:pt x="75406" y="3944"/>
                      <a:pt x="75406" y="10517"/>
                    </a:cubicBezTo>
                    <a:cubicBezTo>
                      <a:pt x="75406" y="10517"/>
                      <a:pt x="75406" y="10517"/>
                      <a:pt x="75406" y="14461"/>
                    </a:cubicBezTo>
                    <a:cubicBezTo>
                      <a:pt x="75406" y="14461"/>
                      <a:pt x="75406" y="14461"/>
                      <a:pt x="93927" y="14461"/>
                    </a:cubicBezTo>
                    <a:cubicBezTo>
                      <a:pt x="93927" y="14461"/>
                      <a:pt x="93927" y="14461"/>
                      <a:pt x="93927" y="10517"/>
                    </a:cubicBezTo>
                    <a:cubicBezTo>
                      <a:pt x="93927" y="3944"/>
                      <a:pt x="99219" y="0"/>
                      <a:pt x="104511" y="0"/>
                    </a:cubicBezTo>
                    <a:cubicBezTo>
                      <a:pt x="109802" y="0"/>
                      <a:pt x="115094" y="3944"/>
                      <a:pt x="115094" y="10517"/>
                    </a:cubicBezTo>
                    <a:cubicBezTo>
                      <a:pt x="115094" y="10517"/>
                      <a:pt x="115094" y="10517"/>
                      <a:pt x="115094" y="14461"/>
                    </a:cubicBezTo>
                    <a:cubicBezTo>
                      <a:pt x="115094" y="14461"/>
                      <a:pt x="115094" y="14461"/>
                      <a:pt x="133615" y="14461"/>
                    </a:cubicBezTo>
                    <a:cubicBezTo>
                      <a:pt x="133615" y="14461"/>
                      <a:pt x="133615" y="14461"/>
                      <a:pt x="133615" y="10517"/>
                    </a:cubicBezTo>
                    <a:cubicBezTo>
                      <a:pt x="133615" y="3944"/>
                      <a:pt x="137584" y="0"/>
                      <a:pt x="142875" y="0"/>
                    </a:cubicBezTo>
                    <a:cubicBezTo>
                      <a:pt x="149490" y="0"/>
                      <a:pt x="153459" y="3944"/>
                      <a:pt x="153459" y="10517"/>
                    </a:cubicBezTo>
                    <a:cubicBezTo>
                      <a:pt x="153459" y="10517"/>
                      <a:pt x="153459" y="10517"/>
                      <a:pt x="153459" y="14461"/>
                    </a:cubicBezTo>
                    <a:cubicBezTo>
                      <a:pt x="153459" y="14461"/>
                      <a:pt x="153459" y="14461"/>
                      <a:pt x="171980" y="14461"/>
                    </a:cubicBezTo>
                    <a:cubicBezTo>
                      <a:pt x="171980" y="14461"/>
                      <a:pt x="171980" y="14461"/>
                      <a:pt x="171980" y="10517"/>
                    </a:cubicBezTo>
                    <a:cubicBezTo>
                      <a:pt x="171980" y="3944"/>
                      <a:pt x="175948" y="0"/>
                      <a:pt x="182563" y="0"/>
                    </a:cubicBezTo>
                    <a:cubicBezTo>
                      <a:pt x="187855" y="0"/>
                      <a:pt x="191823" y="3944"/>
                      <a:pt x="191823" y="10517"/>
                    </a:cubicBezTo>
                    <a:cubicBezTo>
                      <a:pt x="191823" y="10517"/>
                      <a:pt x="191823" y="10517"/>
                      <a:pt x="191823" y="14461"/>
                    </a:cubicBezTo>
                    <a:cubicBezTo>
                      <a:pt x="191823" y="14461"/>
                      <a:pt x="191823" y="14461"/>
                      <a:pt x="210344" y="14461"/>
                    </a:cubicBezTo>
                    <a:cubicBezTo>
                      <a:pt x="210344" y="14461"/>
                      <a:pt x="210344" y="14461"/>
                      <a:pt x="210344" y="10517"/>
                    </a:cubicBezTo>
                    <a:cubicBezTo>
                      <a:pt x="210344" y="3944"/>
                      <a:pt x="215636" y="0"/>
                      <a:pt x="220927" y="0"/>
                    </a:cubicBezTo>
                    <a:cubicBezTo>
                      <a:pt x="226219" y="0"/>
                      <a:pt x="231511" y="3944"/>
                      <a:pt x="231511" y="10517"/>
                    </a:cubicBezTo>
                    <a:cubicBezTo>
                      <a:pt x="231511" y="10517"/>
                      <a:pt x="231511" y="10517"/>
                      <a:pt x="231511" y="14461"/>
                    </a:cubicBezTo>
                    <a:cubicBezTo>
                      <a:pt x="231511" y="14461"/>
                      <a:pt x="231511" y="14461"/>
                      <a:pt x="250032" y="14461"/>
                    </a:cubicBezTo>
                    <a:cubicBezTo>
                      <a:pt x="250032" y="14461"/>
                      <a:pt x="250032" y="14461"/>
                      <a:pt x="250032" y="10517"/>
                    </a:cubicBezTo>
                    <a:cubicBezTo>
                      <a:pt x="250032" y="3944"/>
                      <a:pt x="254000" y="0"/>
                      <a:pt x="260615" y="0"/>
                    </a:cubicBezTo>
                    <a:cubicBezTo>
                      <a:pt x="265907" y="0"/>
                      <a:pt x="269875" y="3944"/>
                      <a:pt x="269875" y="10517"/>
                    </a:cubicBezTo>
                    <a:cubicBezTo>
                      <a:pt x="269875" y="10517"/>
                      <a:pt x="269875" y="10517"/>
                      <a:pt x="269875" y="14461"/>
                    </a:cubicBezTo>
                    <a:cubicBezTo>
                      <a:pt x="269875" y="14461"/>
                      <a:pt x="269875" y="14461"/>
                      <a:pt x="276490" y="14461"/>
                    </a:cubicBezTo>
                    <a:cubicBezTo>
                      <a:pt x="302948" y="14461"/>
                      <a:pt x="325438" y="35496"/>
                      <a:pt x="325438" y="61789"/>
                    </a:cubicBezTo>
                    <a:cubicBezTo>
                      <a:pt x="325438" y="61789"/>
                      <a:pt x="325438" y="61789"/>
                      <a:pt x="325438" y="289223"/>
                    </a:cubicBezTo>
                    <a:cubicBezTo>
                      <a:pt x="325438" y="315516"/>
                      <a:pt x="302948" y="336550"/>
                      <a:pt x="276490" y="336550"/>
                    </a:cubicBezTo>
                    <a:cubicBezTo>
                      <a:pt x="276490" y="336550"/>
                      <a:pt x="276490" y="336550"/>
                      <a:pt x="48948" y="336550"/>
                    </a:cubicBezTo>
                    <a:cubicBezTo>
                      <a:pt x="22490" y="336550"/>
                      <a:pt x="0" y="315516"/>
                      <a:pt x="0" y="289223"/>
                    </a:cubicBezTo>
                    <a:cubicBezTo>
                      <a:pt x="0" y="289223"/>
                      <a:pt x="0" y="289223"/>
                      <a:pt x="0" y="61789"/>
                    </a:cubicBezTo>
                    <a:cubicBezTo>
                      <a:pt x="0" y="35496"/>
                      <a:pt x="22490" y="14461"/>
                      <a:pt x="48948" y="14461"/>
                    </a:cubicBezTo>
                    <a:cubicBezTo>
                      <a:pt x="48948" y="14461"/>
                      <a:pt x="48948" y="14461"/>
                      <a:pt x="55563" y="14461"/>
                    </a:cubicBezTo>
                    <a:cubicBezTo>
                      <a:pt x="55563" y="14461"/>
                      <a:pt x="55563" y="14461"/>
                      <a:pt x="55563" y="10517"/>
                    </a:cubicBezTo>
                    <a:cubicBezTo>
                      <a:pt x="55563" y="3944"/>
                      <a:pt x="59531" y="0"/>
                      <a:pt x="64823" y="0"/>
                    </a:cubicBezTo>
                    <a:close/>
                  </a:path>
                </a:pathLst>
              </a:custGeom>
              <a:solidFill>
                <a:srgbClr val="1C50A2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281" name="文本框 27"/>
            <p:cNvSpPr txBox="1"/>
            <p:nvPr/>
          </p:nvSpPr>
          <p:spPr>
            <a:xfrm>
              <a:off x="6669040" y="4779208"/>
              <a:ext cx="1742936" cy="2298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UML建模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0884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ṡľïḑè">
            <a:extLst>
              <a:ext uri="{FF2B5EF4-FFF2-40B4-BE49-F238E27FC236}">
                <a16:creationId xmlns:a16="http://schemas.microsoft.com/office/drawing/2014/main" id="{48F70259-7598-4270-874A-6F50772D10F6}"/>
              </a:ext>
            </a:extLst>
          </p:cNvPr>
          <p:cNvSpPr txBox="1"/>
          <p:nvPr/>
        </p:nvSpPr>
        <p:spPr bwMode="auto">
          <a:xfrm>
            <a:off x="6355583" y="1799696"/>
            <a:ext cx="3948351" cy="2192866"/>
          </a:xfrm>
          <a:prstGeom prst="rect">
            <a:avLst/>
          </a:prstGeom>
          <a:noFill/>
        </p:spPr>
        <p:txBody>
          <a:bodyPr wrap="square" tIns="0" anchor="t">
            <a:noAutofit/>
          </a:bodyPr>
          <a:lstStyle>
            <a:defPPr>
              <a:defRPr lang="zh-CN"/>
            </a:defPPr>
            <a:lvl1pPr>
              <a:defRPr sz="1600" b="1"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742950" indent="-285750"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1C50A2"/>
                </a:solidFill>
                <a:latin typeface="+mn-ea"/>
                <a:ea typeface="+mn-ea"/>
                <a:sym typeface="+mn-lt"/>
              </a:rPr>
              <a:t>什么是活动图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1C50A2"/>
                </a:solidFill>
                <a:latin typeface="+mn-ea"/>
                <a:ea typeface="+mn-ea"/>
                <a:sym typeface="+mn-lt"/>
              </a:rPr>
              <a:t>核心元素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1C50A2"/>
                </a:solidFill>
                <a:latin typeface="+mn-ea"/>
                <a:ea typeface="+mn-ea"/>
                <a:sym typeface="+mn-lt"/>
              </a:rPr>
              <a:t>控制流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1C50A2"/>
                </a:solidFill>
                <a:latin typeface="+mn-ea"/>
                <a:ea typeface="+mn-ea"/>
                <a:sym typeface="+mn-lt"/>
              </a:rPr>
              <a:t>高级特性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1C50A2"/>
                </a:solidFill>
                <a:latin typeface="+mn-ea"/>
                <a:ea typeface="+mn-ea"/>
                <a:sym typeface="+mn-lt"/>
              </a:rPr>
              <a:t>应用场景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A1FB18E-FA01-4588-BEF9-FB96A98A84D4}"/>
              </a:ext>
            </a:extLst>
          </p:cNvPr>
          <p:cNvCxnSpPr>
            <a:cxnSpLocks/>
          </p:cNvCxnSpPr>
          <p:nvPr/>
        </p:nvCxnSpPr>
        <p:spPr>
          <a:xfrm>
            <a:off x="6089743" y="1952778"/>
            <a:ext cx="0" cy="2046662"/>
          </a:xfrm>
          <a:prstGeom prst="line">
            <a:avLst/>
          </a:prstGeom>
          <a:solidFill>
            <a:srgbClr val="FFCC00"/>
          </a:solidFill>
          <a:ln w="28575" cap="flat" cmpd="sng" algn="ctr">
            <a:solidFill>
              <a:srgbClr val="1C50A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išľïḋé">
            <a:extLst>
              <a:ext uri="{FF2B5EF4-FFF2-40B4-BE49-F238E27FC236}">
                <a16:creationId xmlns:a16="http://schemas.microsoft.com/office/drawing/2014/main" id="{0DB1D0A1-2667-455C-9387-D7ABF0A00B8C}"/>
              </a:ext>
            </a:extLst>
          </p:cNvPr>
          <p:cNvSpPr txBox="1"/>
          <p:nvPr/>
        </p:nvSpPr>
        <p:spPr>
          <a:xfrm>
            <a:off x="534484" y="1020513"/>
            <a:ext cx="262309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CONTENTS</a:t>
            </a:r>
          </a:p>
        </p:txBody>
      </p:sp>
      <p:sp>
        <p:nvSpPr>
          <p:cNvPr id="10" name="poetry_91022">
            <a:extLst>
              <a:ext uri="{FF2B5EF4-FFF2-40B4-BE49-F238E27FC236}">
                <a16:creationId xmlns:a16="http://schemas.microsoft.com/office/drawing/2014/main" id="{ADAD6BE3-DC11-4582-9F68-50D831ADD001}"/>
              </a:ext>
            </a:extLst>
          </p:cNvPr>
          <p:cNvSpPr>
            <a:spLocks noChangeAspect="1"/>
          </p:cNvSpPr>
          <p:nvPr/>
        </p:nvSpPr>
        <p:spPr bwMode="auto">
          <a:xfrm>
            <a:off x="4587184" y="2357509"/>
            <a:ext cx="1039269" cy="1093185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4484" y="367036"/>
            <a:ext cx="1920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1C50A2"/>
                </a:solidFill>
              </a:rPr>
              <a:t>目录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0" y="3649662"/>
            <a:ext cx="11401425" cy="2487613"/>
            <a:chOff x="0" y="2002523"/>
            <a:chExt cx="11401425" cy="2487613"/>
          </a:xfrm>
        </p:grpSpPr>
        <p:grpSp>
          <p:nvGrpSpPr>
            <p:cNvPr id="12" name="Group 221"/>
            <p:cNvGrpSpPr>
              <a:grpSpLocks/>
            </p:cNvGrpSpPr>
            <p:nvPr/>
          </p:nvGrpSpPr>
          <p:grpSpPr bwMode="auto">
            <a:xfrm>
              <a:off x="0" y="2002523"/>
              <a:ext cx="11401425" cy="2487613"/>
              <a:chOff x="249" y="676"/>
              <a:chExt cx="7182" cy="1567"/>
            </a:xfrm>
          </p:grpSpPr>
          <p:sp>
            <p:nvSpPr>
              <p:cNvPr id="15" name="Freeform 22"/>
              <p:cNvSpPr>
                <a:spLocks noEditPoints="1"/>
              </p:cNvSpPr>
              <p:nvPr userDrawn="1"/>
            </p:nvSpPr>
            <p:spPr bwMode="auto">
              <a:xfrm>
                <a:off x="375" y="1179"/>
                <a:ext cx="258" cy="811"/>
              </a:xfrm>
              <a:custGeom>
                <a:avLst/>
                <a:gdLst>
                  <a:gd name="T0" fmla="*/ 37 w 258"/>
                  <a:gd name="T1" fmla="*/ 2 h 811"/>
                  <a:gd name="T2" fmla="*/ 1 w 258"/>
                  <a:gd name="T3" fmla="*/ 12 h 811"/>
                  <a:gd name="T4" fmla="*/ 1 w 258"/>
                  <a:gd name="T5" fmla="*/ 0 h 811"/>
                  <a:gd name="T6" fmla="*/ 1 w 258"/>
                  <a:gd name="T7" fmla="*/ 12 h 811"/>
                  <a:gd name="T8" fmla="*/ 221 w 258"/>
                  <a:gd name="T9" fmla="*/ 811 h 811"/>
                  <a:gd name="T10" fmla="*/ 258 w 258"/>
                  <a:gd name="T11" fmla="*/ 801 h 811"/>
                  <a:gd name="T12" fmla="*/ 38 w 258"/>
                  <a:gd name="T13" fmla="*/ 7 h 811"/>
                  <a:gd name="T14" fmla="*/ 37 w 258"/>
                  <a:gd name="T15" fmla="*/ 2 h 811"/>
                  <a:gd name="T16" fmla="*/ 37 w 258"/>
                  <a:gd name="T17" fmla="*/ 2 h 811"/>
                  <a:gd name="T18" fmla="*/ 37 w 258"/>
                  <a:gd name="T19" fmla="*/ 2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58" h="811">
                    <a:moveTo>
                      <a:pt x="37" y="2"/>
                    </a:moveTo>
                    <a:cubicBezTo>
                      <a:pt x="1" y="12"/>
                      <a:pt x="1" y="12"/>
                      <a:pt x="1" y="12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4"/>
                      <a:pt x="0" y="8"/>
                      <a:pt x="1" y="12"/>
                    </a:cubicBezTo>
                    <a:cubicBezTo>
                      <a:pt x="221" y="811"/>
                      <a:pt x="221" y="811"/>
                      <a:pt x="221" y="811"/>
                    </a:cubicBezTo>
                    <a:cubicBezTo>
                      <a:pt x="258" y="801"/>
                      <a:pt x="258" y="801"/>
                      <a:pt x="258" y="801"/>
                    </a:cubicBezTo>
                    <a:cubicBezTo>
                      <a:pt x="38" y="7"/>
                      <a:pt x="38" y="7"/>
                      <a:pt x="38" y="7"/>
                    </a:cubicBezTo>
                    <a:cubicBezTo>
                      <a:pt x="38" y="5"/>
                      <a:pt x="37" y="3"/>
                      <a:pt x="37" y="2"/>
                    </a:cubicBezTo>
                    <a:close/>
                    <a:moveTo>
                      <a:pt x="37" y="2"/>
                    </a:moveTo>
                    <a:cubicBezTo>
                      <a:pt x="37" y="2"/>
                      <a:pt x="37" y="2"/>
                      <a:pt x="37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Freeform 23"/>
              <p:cNvSpPr>
                <a:spLocks noEditPoints="1"/>
              </p:cNvSpPr>
              <p:nvPr userDrawn="1"/>
            </p:nvSpPr>
            <p:spPr bwMode="auto">
              <a:xfrm>
                <a:off x="376" y="1165"/>
                <a:ext cx="36" cy="26"/>
              </a:xfrm>
              <a:custGeom>
                <a:avLst/>
                <a:gdLst>
                  <a:gd name="T0" fmla="*/ 36 w 36"/>
                  <a:gd name="T1" fmla="*/ 16 h 26"/>
                  <a:gd name="T2" fmla="*/ 13 w 36"/>
                  <a:gd name="T3" fmla="*/ 3 h 26"/>
                  <a:gd name="T4" fmla="*/ 0 w 36"/>
                  <a:gd name="T5" fmla="*/ 14 h 26"/>
                  <a:gd name="T6" fmla="*/ 0 w 36"/>
                  <a:gd name="T7" fmla="*/ 26 h 26"/>
                  <a:gd name="T8" fmla="*/ 36 w 36"/>
                  <a:gd name="T9" fmla="*/ 16 h 26"/>
                  <a:gd name="T10" fmla="*/ 36 w 36"/>
                  <a:gd name="T11" fmla="*/ 16 h 26"/>
                  <a:gd name="T12" fmla="*/ 36 w 36"/>
                  <a:gd name="T13" fmla="*/ 1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6">
                    <a:moveTo>
                      <a:pt x="36" y="16"/>
                    </a:moveTo>
                    <a:cubicBezTo>
                      <a:pt x="33" y="6"/>
                      <a:pt x="23" y="0"/>
                      <a:pt x="13" y="3"/>
                    </a:cubicBezTo>
                    <a:cubicBezTo>
                      <a:pt x="7" y="5"/>
                      <a:pt x="2" y="9"/>
                      <a:pt x="0" y="14"/>
                    </a:cubicBezTo>
                    <a:cubicBezTo>
                      <a:pt x="0" y="26"/>
                      <a:pt x="0" y="26"/>
                      <a:pt x="0" y="26"/>
                    </a:cubicBezTo>
                    <a:lnTo>
                      <a:pt x="36" y="16"/>
                    </a:lnTo>
                    <a:close/>
                    <a:moveTo>
                      <a:pt x="36" y="16"/>
                    </a:moveTo>
                    <a:cubicBezTo>
                      <a:pt x="36" y="16"/>
                      <a:pt x="36" y="16"/>
                      <a:pt x="36" y="1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Freeform 24"/>
              <p:cNvSpPr>
                <a:spLocks noEditPoints="1"/>
              </p:cNvSpPr>
              <p:nvPr userDrawn="1"/>
            </p:nvSpPr>
            <p:spPr bwMode="auto">
              <a:xfrm>
                <a:off x="376" y="1058"/>
                <a:ext cx="101" cy="122"/>
              </a:xfrm>
              <a:custGeom>
                <a:avLst/>
                <a:gdLst>
                  <a:gd name="T0" fmla="*/ 40 w 101"/>
                  <a:gd name="T1" fmla="*/ 0 h 122"/>
                  <a:gd name="T2" fmla="*/ 22 w 101"/>
                  <a:gd name="T3" fmla="*/ 5 h 122"/>
                  <a:gd name="T4" fmla="*/ 4 w 101"/>
                  <a:gd name="T5" fmla="*/ 10 h 122"/>
                  <a:gd name="T6" fmla="*/ 0 w 101"/>
                  <a:gd name="T7" fmla="*/ 121 h 122"/>
                  <a:gd name="T8" fmla="*/ 13 w 101"/>
                  <a:gd name="T9" fmla="*/ 110 h 122"/>
                  <a:gd name="T10" fmla="*/ 36 w 101"/>
                  <a:gd name="T11" fmla="*/ 122 h 122"/>
                  <a:gd name="T12" fmla="*/ 48 w 101"/>
                  <a:gd name="T13" fmla="*/ 100 h 122"/>
                  <a:gd name="T14" fmla="*/ 71 w 101"/>
                  <a:gd name="T15" fmla="*/ 112 h 122"/>
                  <a:gd name="T16" fmla="*/ 79 w 101"/>
                  <a:gd name="T17" fmla="*/ 92 h 122"/>
                  <a:gd name="T18" fmla="*/ 101 w 101"/>
                  <a:gd name="T19" fmla="*/ 93 h 122"/>
                  <a:gd name="T20" fmla="*/ 40 w 101"/>
                  <a:gd name="T21" fmla="*/ 0 h 122"/>
                  <a:gd name="T22" fmla="*/ 40 w 101"/>
                  <a:gd name="T23" fmla="*/ 0 h 122"/>
                  <a:gd name="T24" fmla="*/ 40 w 101"/>
                  <a:gd name="T25" fmla="*/ 0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1" h="122">
                    <a:moveTo>
                      <a:pt x="40" y="0"/>
                    </a:moveTo>
                    <a:cubicBezTo>
                      <a:pt x="22" y="5"/>
                      <a:pt x="22" y="5"/>
                      <a:pt x="22" y="5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0" y="121"/>
                      <a:pt x="0" y="121"/>
                      <a:pt x="0" y="121"/>
                    </a:cubicBezTo>
                    <a:cubicBezTo>
                      <a:pt x="2" y="116"/>
                      <a:pt x="7" y="111"/>
                      <a:pt x="13" y="110"/>
                    </a:cubicBezTo>
                    <a:cubicBezTo>
                      <a:pt x="23" y="107"/>
                      <a:pt x="33" y="112"/>
                      <a:pt x="36" y="122"/>
                    </a:cubicBezTo>
                    <a:cubicBezTo>
                      <a:pt x="33" y="112"/>
                      <a:pt x="39" y="102"/>
                      <a:pt x="48" y="100"/>
                    </a:cubicBezTo>
                    <a:cubicBezTo>
                      <a:pt x="58" y="97"/>
                      <a:pt x="69" y="103"/>
                      <a:pt x="71" y="112"/>
                    </a:cubicBezTo>
                    <a:cubicBezTo>
                      <a:pt x="69" y="105"/>
                      <a:pt x="72" y="96"/>
                      <a:pt x="79" y="92"/>
                    </a:cubicBezTo>
                    <a:cubicBezTo>
                      <a:pt x="86" y="88"/>
                      <a:pt x="95" y="88"/>
                      <a:pt x="101" y="93"/>
                    </a:cubicBezTo>
                    <a:lnTo>
                      <a:pt x="40" y="0"/>
                    </a:lnTo>
                    <a:close/>
                    <a:moveTo>
                      <a:pt x="40" y="0"/>
                    </a:moveTo>
                    <a:cubicBezTo>
                      <a:pt x="40" y="0"/>
                      <a:pt x="40" y="0"/>
                      <a:pt x="40" y="0"/>
                    </a:cubicBezTo>
                  </a:path>
                </a:pathLst>
              </a:custGeom>
              <a:solidFill>
                <a:srgbClr val="FCA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Freeform 25"/>
              <p:cNvSpPr>
                <a:spLocks noEditPoints="1"/>
              </p:cNvSpPr>
              <p:nvPr userDrawn="1"/>
            </p:nvSpPr>
            <p:spPr bwMode="auto">
              <a:xfrm>
                <a:off x="380" y="1006"/>
                <a:ext cx="36" cy="62"/>
              </a:xfrm>
              <a:custGeom>
                <a:avLst/>
                <a:gdLst>
                  <a:gd name="T0" fmla="*/ 3 w 36"/>
                  <a:gd name="T1" fmla="*/ 0 h 62"/>
                  <a:gd name="T2" fmla="*/ 0 w 36"/>
                  <a:gd name="T3" fmla="*/ 62 h 62"/>
                  <a:gd name="T4" fmla="*/ 18 w 36"/>
                  <a:gd name="T5" fmla="*/ 57 h 62"/>
                  <a:gd name="T6" fmla="*/ 36 w 36"/>
                  <a:gd name="T7" fmla="*/ 52 h 62"/>
                  <a:gd name="T8" fmla="*/ 3 w 36"/>
                  <a:gd name="T9" fmla="*/ 0 h 62"/>
                  <a:gd name="T10" fmla="*/ 3 w 36"/>
                  <a:gd name="T11" fmla="*/ 0 h 62"/>
                  <a:gd name="T12" fmla="*/ 3 w 36"/>
                  <a:gd name="T1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62">
                    <a:moveTo>
                      <a:pt x="3" y="0"/>
                    </a:moveTo>
                    <a:lnTo>
                      <a:pt x="0" y="62"/>
                    </a:lnTo>
                    <a:lnTo>
                      <a:pt x="18" y="57"/>
                    </a:lnTo>
                    <a:lnTo>
                      <a:pt x="36" y="52"/>
                    </a:lnTo>
                    <a:lnTo>
                      <a:pt x="3" y="0"/>
                    </a:lnTo>
                    <a:close/>
                    <a:moveTo>
                      <a:pt x="3" y="0"/>
                    </a:move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Freeform 26"/>
              <p:cNvSpPr>
                <a:spLocks noEditPoints="1"/>
              </p:cNvSpPr>
              <p:nvPr userDrawn="1"/>
            </p:nvSpPr>
            <p:spPr bwMode="auto">
              <a:xfrm>
                <a:off x="380" y="1006"/>
                <a:ext cx="36" cy="62"/>
              </a:xfrm>
              <a:custGeom>
                <a:avLst/>
                <a:gdLst>
                  <a:gd name="T0" fmla="*/ 3 w 36"/>
                  <a:gd name="T1" fmla="*/ 0 h 62"/>
                  <a:gd name="T2" fmla="*/ 0 w 36"/>
                  <a:gd name="T3" fmla="*/ 62 h 62"/>
                  <a:gd name="T4" fmla="*/ 18 w 36"/>
                  <a:gd name="T5" fmla="*/ 57 h 62"/>
                  <a:gd name="T6" fmla="*/ 36 w 36"/>
                  <a:gd name="T7" fmla="*/ 52 h 62"/>
                  <a:gd name="T8" fmla="*/ 3 w 36"/>
                  <a:gd name="T9" fmla="*/ 0 h 62"/>
                  <a:gd name="T10" fmla="*/ 3 w 36"/>
                  <a:gd name="T11" fmla="*/ 0 h 62"/>
                  <a:gd name="T12" fmla="*/ 3 w 36"/>
                  <a:gd name="T1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62">
                    <a:moveTo>
                      <a:pt x="3" y="0"/>
                    </a:moveTo>
                    <a:lnTo>
                      <a:pt x="0" y="62"/>
                    </a:lnTo>
                    <a:lnTo>
                      <a:pt x="18" y="57"/>
                    </a:lnTo>
                    <a:lnTo>
                      <a:pt x="36" y="52"/>
                    </a:lnTo>
                    <a:lnTo>
                      <a:pt x="3" y="0"/>
                    </a:lnTo>
                    <a:moveTo>
                      <a:pt x="3" y="0"/>
                    </a:moveTo>
                    <a:lnTo>
                      <a:pt x="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" name="Freeform 27"/>
              <p:cNvSpPr>
                <a:spLocks noEditPoints="1"/>
              </p:cNvSpPr>
              <p:nvPr userDrawn="1"/>
            </p:nvSpPr>
            <p:spPr bwMode="auto">
              <a:xfrm>
                <a:off x="447" y="1161"/>
                <a:ext cx="256" cy="810"/>
              </a:xfrm>
              <a:custGeom>
                <a:avLst/>
                <a:gdLst>
                  <a:gd name="T0" fmla="*/ 1 w 256"/>
                  <a:gd name="T1" fmla="*/ 15 h 810"/>
                  <a:gd name="T2" fmla="*/ 220 w 256"/>
                  <a:gd name="T3" fmla="*/ 810 h 810"/>
                  <a:gd name="T4" fmla="*/ 256 w 256"/>
                  <a:gd name="T5" fmla="*/ 800 h 810"/>
                  <a:gd name="T6" fmla="*/ 35 w 256"/>
                  <a:gd name="T7" fmla="*/ 0 h 810"/>
                  <a:gd name="T8" fmla="*/ 0 w 256"/>
                  <a:gd name="T9" fmla="*/ 10 h 810"/>
                  <a:gd name="T10" fmla="*/ 1 w 256"/>
                  <a:gd name="T11" fmla="*/ 15 h 810"/>
                  <a:gd name="T12" fmla="*/ 1 w 256"/>
                  <a:gd name="T13" fmla="*/ 15 h 810"/>
                  <a:gd name="T14" fmla="*/ 1 w 256"/>
                  <a:gd name="T15" fmla="*/ 15 h 8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6" h="810">
                    <a:moveTo>
                      <a:pt x="1" y="15"/>
                    </a:moveTo>
                    <a:cubicBezTo>
                      <a:pt x="220" y="810"/>
                      <a:pt x="220" y="810"/>
                      <a:pt x="220" y="810"/>
                    </a:cubicBezTo>
                    <a:cubicBezTo>
                      <a:pt x="256" y="800"/>
                      <a:pt x="256" y="800"/>
                      <a:pt x="256" y="80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" y="12"/>
                      <a:pt x="1" y="13"/>
                      <a:pt x="1" y="15"/>
                    </a:cubicBezTo>
                    <a:close/>
                    <a:moveTo>
                      <a:pt x="1" y="15"/>
                    </a:moveTo>
                    <a:cubicBezTo>
                      <a:pt x="1" y="15"/>
                      <a:pt x="1" y="15"/>
                      <a:pt x="1" y="1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" name="Freeform 28"/>
              <p:cNvSpPr>
                <a:spLocks noEditPoints="1"/>
              </p:cNvSpPr>
              <p:nvPr userDrawn="1"/>
            </p:nvSpPr>
            <p:spPr bwMode="auto">
              <a:xfrm>
                <a:off x="477" y="1152"/>
                <a:ext cx="5" cy="9"/>
              </a:xfrm>
              <a:custGeom>
                <a:avLst/>
                <a:gdLst>
                  <a:gd name="T0" fmla="*/ 5 w 5"/>
                  <a:gd name="T1" fmla="*/ 9 h 9"/>
                  <a:gd name="T2" fmla="*/ 0 w 5"/>
                  <a:gd name="T3" fmla="*/ 0 h 9"/>
                  <a:gd name="T4" fmla="*/ 5 w 5"/>
                  <a:gd name="T5" fmla="*/ 9 h 9"/>
                  <a:gd name="T6" fmla="*/ 5 w 5"/>
                  <a:gd name="T7" fmla="*/ 9 h 9"/>
                  <a:gd name="T8" fmla="*/ 5 w 5"/>
                  <a:gd name="T9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9">
                    <a:moveTo>
                      <a:pt x="5" y="9"/>
                    </a:moveTo>
                    <a:cubicBezTo>
                      <a:pt x="5" y="6"/>
                      <a:pt x="2" y="2"/>
                      <a:pt x="0" y="0"/>
                    </a:cubicBezTo>
                    <a:lnTo>
                      <a:pt x="5" y="9"/>
                    </a:lnTo>
                    <a:close/>
                    <a:moveTo>
                      <a:pt x="5" y="9"/>
                    </a:moveTo>
                    <a:cubicBezTo>
                      <a:pt x="5" y="9"/>
                      <a:pt x="5" y="9"/>
                      <a:pt x="5" y="9"/>
                    </a:cubicBezTo>
                  </a:path>
                </a:pathLst>
              </a:custGeom>
              <a:solidFill>
                <a:srgbClr val="EFE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Freeform 29"/>
              <p:cNvSpPr>
                <a:spLocks noEditPoints="1"/>
              </p:cNvSpPr>
              <p:nvPr userDrawn="1"/>
            </p:nvSpPr>
            <p:spPr bwMode="auto">
              <a:xfrm>
                <a:off x="444" y="1147"/>
                <a:ext cx="38" cy="24"/>
              </a:xfrm>
              <a:custGeom>
                <a:avLst/>
                <a:gdLst>
                  <a:gd name="T0" fmla="*/ 16 w 38"/>
                  <a:gd name="T1" fmla="*/ 1 h 24"/>
                  <a:gd name="T2" fmla="*/ 3 w 38"/>
                  <a:gd name="T3" fmla="*/ 24 h 24"/>
                  <a:gd name="T4" fmla="*/ 38 w 38"/>
                  <a:gd name="T5" fmla="*/ 14 h 24"/>
                  <a:gd name="T6" fmla="*/ 33 w 38"/>
                  <a:gd name="T7" fmla="*/ 5 h 24"/>
                  <a:gd name="T8" fmla="*/ 16 w 38"/>
                  <a:gd name="T9" fmla="*/ 1 h 24"/>
                  <a:gd name="T10" fmla="*/ 16 w 38"/>
                  <a:gd name="T11" fmla="*/ 1 h 24"/>
                  <a:gd name="T12" fmla="*/ 16 w 38"/>
                  <a:gd name="T13" fmla="*/ 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" h="24">
                    <a:moveTo>
                      <a:pt x="16" y="1"/>
                    </a:moveTo>
                    <a:cubicBezTo>
                      <a:pt x="6" y="4"/>
                      <a:pt x="0" y="14"/>
                      <a:pt x="3" y="24"/>
                    </a:cubicBezTo>
                    <a:cubicBezTo>
                      <a:pt x="38" y="14"/>
                      <a:pt x="38" y="14"/>
                      <a:pt x="38" y="14"/>
                    </a:cubicBezTo>
                    <a:cubicBezTo>
                      <a:pt x="33" y="5"/>
                      <a:pt x="33" y="5"/>
                      <a:pt x="33" y="5"/>
                    </a:cubicBezTo>
                    <a:cubicBezTo>
                      <a:pt x="28" y="1"/>
                      <a:pt x="22" y="0"/>
                      <a:pt x="16" y="1"/>
                    </a:cubicBezTo>
                    <a:close/>
                    <a:moveTo>
                      <a:pt x="16" y="1"/>
                    </a:moveTo>
                    <a:cubicBezTo>
                      <a:pt x="16" y="1"/>
                      <a:pt x="16" y="1"/>
                      <a:pt x="16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Freeform 30"/>
              <p:cNvSpPr>
                <a:spLocks noEditPoints="1"/>
              </p:cNvSpPr>
              <p:nvPr userDrawn="1"/>
            </p:nvSpPr>
            <p:spPr bwMode="auto">
              <a:xfrm>
                <a:off x="410" y="1155"/>
                <a:ext cx="257" cy="825"/>
              </a:xfrm>
              <a:custGeom>
                <a:avLst/>
                <a:gdLst>
                  <a:gd name="T0" fmla="*/ 38 w 257"/>
                  <a:gd name="T1" fmla="*/ 21 h 825"/>
                  <a:gd name="T2" fmla="*/ 37 w 257"/>
                  <a:gd name="T3" fmla="*/ 16 h 825"/>
                  <a:gd name="T4" fmla="*/ 14 w 257"/>
                  <a:gd name="T5" fmla="*/ 3 h 825"/>
                  <a:gd name="T6" fmla="*/ 2 w 257"/>
                  <a:gd name="T7" fmla="*/ 14 h 825"/>
                  <a:gd name="T8" fmla="*/ 3 w 257"/>
                  <a:gd name="T9" fmla="*/ 30 h 825"/>
                  <a:gd name="T10" fmla="*/ 223 w 257"/>
                  <a:gd name="T11" fmla="*/ 825 h 825"/>
                  <a:gd name="T12" fmla="*/ 240 w 257"/>
                  <a:gd name="T13" fmla="*/ 820 h 825"/>
                  <a:gd name="T14" fmla="*/ 257 w 257"/>
                  <a:gd name="T15" fmla="*/ 815 h 825"/>
                  <a:gd name="T16" fmla="*/ 38 w 257"/>
                  <a:gd name="T17" fmla="*/ 21 h 825"/>
                  <a:gd name="T18" fmla="*/ 38 w 257"/>
                  <a:gd name="T19" fmla="*/ 21 h 825"/>
                  <a:gd name="T20" fmla="*/ 38 w 257"/>
                  <a:gd name="T21" fmla="*/ 21 h 8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57" h="825">
                    <a:moveTo>
                      <a:pt x="38" y="21"/>
                    </a:moveTo>
                    <a:cubicBezTo>
                      <a:pt x="38" y="19"/>
                      <a:pt x="38" y="18"/>
                      <a:pt x="37" y="16"/>
                    </a:cubicBezTo>
                    <a:cubicBezTo>
                      <a:pt x="34" y="6"/>
                      <a:pt x="24" y="0"/>
                      <a:pt x="14" y="3"/>
                    </a:cubicBezTo>
                    <a:cubicBezTo>
                      <a:pt x="9" y="4"/>
                      <a:pt x="4" y="9"/>
                      <a:pt x="2" y="14"/>
                    </a:cubicBezTo>
                    <a:cubicBezTo>
                      <a:pt x="0" y="19"/>
                      <a:pt x="0" y="26"/>
                      <a:pt x="3" y="30"/>
                    </a:cubicBezTo>
                    <a:cubicBezTo>
                      <a:pt x="223" y="825"/>
                      <a:pt x="223" y="825"/>
                      <a:pt x="223" y="825"/>
                    </a:cubicBezTo>
                    <a:cubicBezTo>
                      <a:pt x="240" y="820"/>
                      <a:pt x="240" y="820"/>
                      <a:pt x="240" y="820"/>
                    </a:cubicBezTo>
                    <a:cubicBezTo>
                      <a:pt x="257" y="815"/>
                      <a:pt x="257" y="815"/>
                      <a:pt x="257" y="815"/>
                    </a:cubicBezTo>
                    <a:lnTo>
                      <a:pt x="38" y="21"/>
                    </a:lnTo>
                    <a:close/>
                    <a:moveTo>
                      <a:pt x="38" y="21"/>
                    </a:moveTo>
                    <a:cubicBezTo>
                      <a:pt x="38" y="21"/>
                      <a:pt x="38" y="21"/>
                      <a:pt x="38" y="21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Freeform 31"/>
              <p:cNvSpPr>
                <a:spLocks noEditPoints="1"/>
              </p:cNvSpPr>
              <p:nvPr userDrawn="1"/>
            </p:nvSpPr>
            <p:spPr bwMode="auto">
              <a:xfrm>
                <a:off x="701" y="1093"/>
                <a:ext cx="72" cy="226"/>
              </a:xfrm>
              <a:custGeom>
                <a:avLst/>
                <a:gdLst>
                  <a:gd name="T0" fmla="*/ 72 w 72"/>
                  <a:gd name="T1" fmla="*/ 2 h 226"/>
                  <a:gd name="T2" fmla="*/ 0 w 72"/>
                  <a:gd name="T3" fmla="*/ 220 h 226"/>
                  <a:gd name="T4" fmla="*/ 41 w 72"/>
                  <a:gd name="T5" fmla="*/ 226 h 226"/>
                  <a:gd name="T6" fmla="*/ 72 w 72"/>
                  <a:gd name="T7" fmla="*/ 2 h 226"/>
                  <a:gd name="T8" fmla="*/ 72 w 72"/>
                  <a:gd name="T9" fmla="*/ 2 h 226"/>
                  <a:gd name="T10" fmla="*/ 72 w 72"/>
                  <a:gd name="T11" fmla="*/ 2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226">
                    <a:moveTo>
                      <a:pt x="72" y="2"/>
                    </a:moveTo>
                    <a:cubicBezTo>
                      <a:pt x="54" y="0"/>
                      <a:pt x="27" y="87"/>
                      <a:pt x="0" y="220"/>
                    </a:cubicBezTo>
                    <a:cubicBezTo>
                      <a:pt x="41" y="226"/>
                      <a:pt x="41" y="226"/>
                      <a:pt x="41" y="226"/>
                    </a:cubicBezTo>
                    <a:lnTo>
                      <a:pt x="72" y="2"/>
                    </a:lnTo>
                    <a:close/>
                    <a:moveTo>
                      <a:pt x="72" y="2"/>
                    </a:moveTo>
                    <a:cubicBezTo>
                      <a:pt x="72" y="2"/>
                      <a:pt x="72" y="2"/>
                      <a:pt x="72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Freeform 32"/>
              <p:cNvSpPr>
                <a:spLocks noEditPoints="1"/>
              </p:cNvSpPr>
              <p:nvPr userDrawn="1"/>
            </p:nvSpPr>
            <p:spPr bwMode="auto">
              <a:xfrm>
                <a:off x="803" y="837"/>
                <a:ext cx="5" cy="39"/>
              </a:xfrm>
              <a:custGeom>
                <a:avLst/>
                <a:gdLst>
                  <a:gd name="T0" fmla="*/ 5 w 5"/>
                  <a:gd name="T1" fmla="*/ 0 h 39"/>
                  <a:gd name="T2" fmla="*/ 0 w 5"/>
                  <a:gd name="T3" fmla="*/ 39 h 39"/>
                  <a:gd name="T4" fmla="*/ 5 w 5"/>
                  <a:gd name="T5" fmla="*/ 0 h 39"/>
                  <a:gd name="T6" fmla="*/ 5 w 5"/>
                  <a:gd name="T7" fmla="*/ 0 h 39"/>
                  <a:gd name="T8" fmla="*/ 5 w 5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39">
                    <a:moveTo>
                      <a:pt x="5" y="0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5" y="16"/>
                      <a:pt x="5" y="0"/>
                      <a:pt x="5" y="0"/>
                    </a:cubicBezTo>
                    <a:close/>
                    <a:moveTo>
                      <a:pt x="5" y="0"/>
                    </a:moveTo>
                    <a:cubicBezTo>
                      <a:pt x="5" y="0"/>
                      <a:pt x="5" y="0"/>
                      <a:pt x="5" y="0"/>
                    </a:cubicBezTo>
                  </a:path>
                </a:pathLst>
              </a:custGeom>
              <a:solidFill>
                <a:srgbClr val="00BE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Freeform 33"/>
              <p:cNvSpPr>
                <a:spLocks noEditPoints="1"/>
              </p:cNvSpPr>
              <p:nvPr userDrawn="1"/>
            </p:nvSpPr>
            <p:spPr bwMode="auto">
              <a:xfrm>
                <a:off x="717" y="837"/>
                <a:ext cx="128" cy="263"/>
              </a:xfrm>
              <a:custGeom>
                <a:avLst/>
                <a:gdLst>
                  <a:gd name="T0" fmla="*/ 91 w 128"/>
                  <a:gd name="T1" fmla="*/ 0 h 263"/>
                  <a:gd name="T2" fmla="*/ 86 w 128"/>
                  <a:gd name="T3" fmla="*/ 39 h 263"/>
                  <a:gd name="T4" fmla="*/ 67 w 128"/>
                  <a:gd name="T5" fmla="*/ 95 h 263"/>
                  <a:gd name="T6" fmla="*/ 4 w 128"/>
                  <a:gd name="T7" fmla="*/ 190 h 263"/>
                  <a:gd name="T8" fmla="*/ 56 w 128"/>
                  <a:gd name="T9" fmla="*/ 258 h 263"/>
                  <a:gd name="T10" fmla="*/ 124 w 128"/>
                  <a:gd name="T11" fmla="*/ 207 h 263"/>
                  <a:gd name="T12" fmla="*/ 91 w 128"/>
                  <a:gd name="T13" fmla="*/ 0 h 263"/>
                  <a:gd name="T14" fmla="*/ 91 w 128"/>
                  <a:gd name="T15" fmla="*/ 0 h 263"/>
                  <a:gd name="T16" fmla="*/ 91 w 128"/>
                  <a:gd name="T17" fmla="*/ 0 h 2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8" h="263">
                    <a:moveTo>
                      <a:pt x="91" y="0"/>
                    </a:moveTo>
                    <a:cubicBezTo>
                      <a:pt x="91" y="0"/>
                      <a:pt x="91" y="16"/>
                      <a:pt x="86" y="39"/>
                    </a:cubicBezTo>
                    <a:cubicBezTo>
                      <a:pt x="82" y="55"/>
                      <a:pt x="76" y="75"/>
                      <a:pt x="67" y="95"/>
                    </a:cubicBezTo>
                    <a:cubicBezTo>
                      <a:pt x="49" y="130"/>
                      <a:pt x="9" y="160"/>
                      <a:pt x="4" y="190"/>
                    </a:cubicBezTo>
                    <a:cubicBezTo>
                      <a:pt x="0" y="223"/>
                      <a:pt x="23" y="254"/>
                      <a:pt x="56" y="258"/>
                    </a:cubicBezTo>
                    <a:cubicBezTo>
                      <a:pt x="89" y="263"/>
                      <a:pt x="119" y="240"/>
                      <a:pt x="124" y="207"/>
                    </a:cubicBezTo>
                    <a:cubicBezTo>
                      <a:pt x="128" y="174"/>
                      <a:pt x="120" y="61"/>
                      <a:pt x="91" y="0"/>
                    </a:cubicBezTo>
                    <a:close/>
                    <a:moveTo>
                      <a:pt x="91" y="0"/>
                    </a:moveTo>
                    <a:cubicBezTo>
                      <a:pt x="91" y="0"/>
                      <a:pt x="91" y="0"/>
                      <a:pt x="91" y="0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" name="Freeform 34"/>
              <p:cNvSpPr>
                <a:spLocks noEditPoints="1"/>
              </p:cNvSpPr>
              <p:nvPr userDrawn="1"/>
            </p:nvSpPr>
            <p:spPr bwMode="auto">
              <a:xfrm>
                <a:off x="742" y="1095"/>
                <a:ext cx="51" cy="229"/>
              </a:xfrm>
              <a:custGeom>
                <a:avLst/>
                <a:gdLst>
                  <a:gd name="T0" fmla="*/ 41 w 51"/>
                  <a:gd name="T1" fmla="*/ 229 h 229"/>
                  <a:gd name="T2" fmla="*/ 31 w 51"/>
                  <a:gd name="T3" fmla="*/ 0 h 229"/>
                  <a:gd name="T4" fmla="*/ 0 w 51"/>
                  <a:gd name="T5" fmla="*/ 223 h 229"/>
                  <a:gd name="T6" fmla="*/ 41 w 51"/>
                  <a:gd name="T7" fmla="*/ 229 h 229"/>
                  <a:gd name="T8" fmla="*/ 41 w 51"/>
                  <a:gd name="T9" fmla="*/ 229 h 229"/>
                  <a:gd name="T10" fmla="*/ 41 w 51"/>
                  <a:gd name="T11" fmla="*/ 229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" h="229">
                    <a:moveTo>
                      <a:pt x="41" y="229"/>
                    </a:moveTo>
                    <a:cubicBezTo>
                      <a:pt x="51" y="94"/>
                      <a:pt x="48" y="3"/>
                      <a:pt x="31" y="0"/>
                    </a:cubicBezTo>
                    <a:cubicBezTo>
                      <a:pt x="0" y="223"/>
                      <a:pt x="0" y="223"/>
                      <a:pt x="0" y="223"/>
                    </a:cubicBezTo>
                    <a:lnTo>
                      <a:pt x="41" y="229"/>
                    </a:lnTo>
                    <a:close/>
                    <a:moveTo>
                      <a:pt x="41" y="229"/>
                    </a:moveTo>
                    <a:cubicBezTo>
                      <a:pt x="41" y="229"/>
                      <a:pt x="41" y="229"/>
                      <a:pt x="41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" name="Freeform 35"/>
              <p:cNvSpPr>
                <a:spLocks noEditPoints="1"/>
              </p:cNvSpPr>
              <p:nvPr userDrawn="1"/>
            </p:nvSpPr>
            <p:spPr bwMode="auto">
              <a:xfrm>
                <a:off x="621" y="1313"/>
                <a:ext cx="162" cy="692"/>
              </a:xfrm>
              <a:custGeom>
                <a:avLst/>
                <a:gdLst>
                  <a:gd name="T0" fmla="*/ 121 w 162"/>
                  <a:gd name="T1" fmla="*/ 5 h 692"/>
                  <a:gd name="T2" fmla="*/ 80 w 162"/>
                  <a:gd name="T3" fmla="*/ 0 h 692"/>
                  <a:gd name="T4" fmla="*/ 42 w 162"/>
                  <a:gd name="T5" fmla="*/ 228 h 692"/>
                  <a:gd name="T6" fmla="*/ 27 w 162"/>
                  <a:gd name="T7" fmla="*/ 688 h 692"/>
                  <a:gd name="T8" fmla="*/ 136 w 162"/>
                  <a:gd name="T9" fmla="*/ 241 h 692"/>
                  <a:gd name="T10" fmla="*/ 162 w 162"/>
                  <a:gd name="T11" fmla="*/ 11 h 692"/>
                  <a:gd name="T12" fmla="*/ 121 w 162"/>
                  <a:gd name="T13" fmla="*/ 5 h 692"/>
                  <a:gd name="T14" fmla="*/ 121 w 162"/>
                  <a:gd name="T15" fmla="*/ 5 h 692"/>
                  <a:gd name="T16" fmla="*/ 121 w 162"/>
                  <a:gd name="T17" fmla="*/ 5 h 6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2" h="692">
                    <a:moveTo>
                      <a:pt x="121" y="5"/>
                    </a:moveTo>
                    <a:cubicBezTo>
                      <a:pt x="80" y="0"/>
                      <a:pt x="80" y="0"/>
                      <a:pt x="80" y="0"/>
                    </a:cubicBezTo>
                    <a:cubicBezTo>
                      <a:pt x="67" y="66"/>
                      <a:pt x="54" y="145"/>
                      <a:pt x="42" y="228"/>
                    </a:cubicBezTo>
                    <a:cubicBezTo>
                      <a:pt x="7" y="479"/>
                      <a:pt x="0" y="684"/>
                      <a:pt x="27" y="688"/>
                    </a:cubicBezTo>
                    <a:cubicBezTo>
                      <a:pt x="53" y="692"/>
                      <a:pt x="102" y="492"/>
                      <a:pt x="136" y="241"/>
                    </a:cubicBezTo>
                    <a:cubicBezTo>
                      <a:pt x="148" y="158"/>
                      <a:pt x="156" y="79"/>
                      <a:pt x="162" y="11"/>
                    </a:cubicBezTo>
                    <a:lnTo>
                      <a:pt x="121" y="5"/>
                    </a:lnTo>
                    <a:close/>
                    <a:moveTo>
                      <a:pt x="121" y="5"/>
                    </a:moveTo>
                    <a:cubicBezTo>
                      <a:pt x="121" y="5"/>
                      <a:pt x="121" y="5"/>
                      <a:pt x="121" y="5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" name="Freeform 36"/>
              <p:cNvSpPr>
                <a:spLocks noEditPoints="1"/>
              </p:cNvSpPr>
              <p:nvPr userDrawn="1"/>
            </p:nvSpPr>
            <p:spPr bwMode="auto">
              <a:xfrm>
                <a:off x="399" y="1468"/>
                <a:ext cx="452" cy="571"/>
              </a:xfrm>
              <a:custGeom>
                <a:avLst/>
                <a:gdLst>
                  <a:gd name="T0" fmla="*/ 414 w 452"/>
                  <a:gd name="T1" fmla="*/ 0 h 571"/>
                  <a:gd name="T2" fmla="*/ 38 w 452"/>
                  <a:gd name="T3" fmla="*/ 0 h 571"/>
                  <a:gd name="T4" fmla="*/ 2 w 452"/>
                  <a:gd name="T5" fmla="*/ 40 h 571"/>
                  <a:gd name="T6" fmla="*/ 12 w 452"/>
                  <a:gd name="T7" fmla="*/ 127 h 571"/>
                  <a:gd name="T8" fmla="*/ 63 w 452"/>
                  <a:gd name="T9" fmla="*/ 90 h 571"/>
                  <a:gd name="T10" fmla="*/ 117 w 452"/>
                  <a:gd name="T11" fmla="*/ 130 h 571"/>
                  <a:gd name="T12" fmla="*/ 171 w 452"/>
                  <a:gd name="T13" fmla="*/ 90 h 571"/>
                  <a:gd name="T14" fmla="*/ 226 w 452"/>
                  <a:gd name="T15" fmla="*/ 130 h 571"/>
                  <a:gd name="T16" fmla="*/ 280 w 452"/>
                  <a:gd name="T17" fmla="*/ 90 h 571"/>
                  <a:gd name="T18" fmla="*/ 335 w 452"/>
                  <a:gd name="T19" fmla="*/ 130 h 571"/>
                  <a:gd name="T20" fmla="*/ 389 w 452"/>
                  <a:gd name="T21" fmla="*/ 90 h 571"/>
                  <a:gd name="T22" fmla="*/ 440 w 452"/>
                  <a:gd name="T23" fmla="*/ 128 h 571"/>
                  <a:gd name="T24" fmla="*/ 450 w 452"/>
                  <a:gd name="T25" fmla="*/ 40 h 571"/>
                  <a:gd name="T26" fmla="*/ 414 w 452"/>
                  <a:gd name="T27" fmla="*/ 0 h 571"/>
                  <a:gd name="T28" fmla="*/ 389 w 452"/>
                  <a:gd name="T29" fmla="*/ 146 h 571"/>
                  <a:gd name="T30" fmla="*/ 334 w 452"/>
                  <a:gd name="T31" fmla="*/ 186 h 571"/>
                  <a:gd name="T32" fmla="*/ 280 w 452"/>
                  <a:gd name="T33" fmla="*/ 146 h 571"/>
                  <a:gd name="T34" fmla="*/ 225 w 452"/>
                  <a:gd name="T35" fmla="*/ 186 h 571"/>
                  <a:gd name="T36" fmla="*/ 171 w 452"/>
                  <a:gd name="T37" fmla="*/ 146 h 571"/>
                  <a:gd name="T38" fmla="*/ 117 w 452"/>
                  <a:gd name="T39" fmla="*/ 186 h 571"/>
                  <a:gd name="T40" fmla="*/ 62 w 452"/>
                  <a:gd name="T41" fmla="*/ 146 h 571"/>
                  <a:gd name="T42" fmla="*/ 18 w 452"/>
                  <a:gd name="T43" fmla="*/ 179 h 571"/>
                  <a:gd name="T44" fmla="*/ 58 w 452"/>
                  <a:gd name="T45" fmla="*/ 531 h 571"/>
                  <a:gd name="T46" fmla="*/ 103 w 452"/>
                  <a:gd name="T47" fmla="*/ 571 h 571"/>
                  <a:gd name="T48" fmla="*/ 353 w 452"/>
                  <a:gd name="T49" fmla="*/ 571 h 571"/>
                  <a:gd name="T50" fmla="*/ 398 w 452"/>
                  <a:gd name="T51" fmla="*/ 531 h 571"/>
                  <a:gd name="T52" fmla="*/ 435 w 452"/>
                  <a:gd name="T53" fmla="*/ 180 h 571"/>
                  <a:gd name="T54" fmla="*/ 389 w 452"/>
                  <a:gd name="T55" fmla="*/ 146 h 571"/>
                  <a:gd name="T56" fmla="*/ 389 w 452"/>
                  <a:gd name="T57" fmla="*/ 146 h 571"/>
                  <a:gd name="T58" fmla="*/ 389 w 452"/>
                  <a:gd name="T59" fmla="*/ 146 h 5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52" h="571">
                    <a:moveTo>
                      <a:pt x="414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16" y="0"/>
                      <a:pt x="0" y="18"/>
                      <a:pt x="2" y="40"/>
                    </a:cubicBezTo>
                    <a:cubicBezTo>
                      <a:pt x="12" y="127"/>
                      <a:pt x="12" y="127"/>
                      <a:pt x="12" y="127"/>
                    </a:cubicBezTo>
                    <a:cubicBezTo>
                      <a:pt x="63" y="90"/>
                      <a:pt x="63" y="90"/>
                      <a:pt x="63" y="90"/>
                    </a:cubicBezTo>
                    <a:cubicBezTo>
                      <a:pt x="117" y="130"/>
                      <a:pt x="117" y="130"/>
                      <a:pt x="117" y="130"/>
                    </a:cubicBezTo>
                    <a:cubicBezTo>
                      <a:pt x="171" y="90"/>
                      <a:pt x="171" y="90"/>
                      <a:pt x="171" y="90"/>
                    </a:cubicBezTo>
                    <a:cubicBezTo>
                      <a:pt x="226" y="130"/>
                      <a:pt x="226" y="130"/>
                      <a:pt x="226" y="130"/>
                    </a:cubicBezTo>
                    <a:cubicBezTo>
                      <a:pt x="280" y="90"/>
                      <a:pt x="280" y="90"/>
                      <a:pt x="280" y="90"/>
                    </a:cubicBezTo>
                    <a:cubicBezTo>
                      <a:pt x="335" y="130"/>
                      <a:pt x="335" y="130"/>
                      <a:pt x="335" y="130"/>
                    </a:cubicBezTo>
                    <a:cubicBezTo>
                      <a:pt x="389" y="90"/>
                      <a:pt x="389" y="90"/>
                      <a:pt x="389" y="90"/>
                    </a:cubicBezTo>
                    <a:cubicBezTo>
                      <a:pt x="440" y="128"/>
                      <a:pt x="440" y="128"/>
                      <a:pt x="440" y="128"/>
                    </a:cubicBezTo>
                    <a:cubicBezTo>
                      <a:pt x="450" y="40"/>
                      <a:pt x="450" y="40"/>
                      <a:pt x="450" y="40"/>
                    </a:cubicBezTo>
                    <a:cubicBezTo>
                      <a:pt x="452" y="18"/>
                      <a:pt x="436" y="0"/>
                      <a:pt x="414" y="0"/>
                    </a:cubicBezTo>
                    <a:close/>
                    <a:moveTo>
                      <a:pt x="389" y="146"/>
                    </a:moveTo>
                    <a:cubicBezTo>
                      <a:pt x="334" y="186"/>
                      <a:pt x="334" y="186"/>
                      <a:pt x="334" y="186"/>
                    </a:cubicBezTo>
                    <a:cubicBezTo>
                      <a:pt x="280" y="146"/>
                      <a:pt x="280" y="146"/>
                      <a:pt x="280" y="146"/>
                    </a:cubicBezTo>
                    <a:cubicBezTo>
                      <a:pt x="225" y="186"/>
                      <a:pt x="225" y="186"/>
                      <a:pt x="225" y="186"/>
                    </a:cubicBezTo>
                    <a:cubicBezTo>
                      <a:pt x="171" y="146"/>
                      <a:pt x="171" y="146"/>
                      <a:pt x="171" y="146"/>
                    </a:cubicBezTo>
                    <a:cubicBezTo>
                      <a:pt x="117" y="186"/>
                      <a:pt x="117" y="186"/>
                      <a:pt x="117" y="186"/>
                    </a:cubicBezTo>
                    <a:cubicBezTo>
                      <a:pt x="62" y="146"/>
                      <a:pt x="62" y="146"/>
                      <a:pt x="62" y="146"/>
                    </a:cubicBezTo>
                    <a:cubicBezTo>
                      <a:pt x="18" y="179"/>
                      <a:pt x="18" y="179"/>
                      <a:pt x="18" y="179"/>
                    </a:cubicBezTo>
                    <a:cubicBezTo>
                      <a:pt x="58" y="531"/>
                      <a:pt x="58" y="531"/>
                      <a:pt x="58" y="531"/>
                    </a:cubicBezTo>
                    <a:cubicBezTo>
                      <a:pt x="60" y="553"/>
                      <a:pt x="81" y="571"/>
                      <a:pt x="103" y="571"/>
                    </a:cubicBezTo>
                    <a:cubicBezTo>
                      <a:pt x="353" y="571"/>
                      <a:pt x="353" y="571"/>
                      <a:pt x="353" y="571"/>
                    </a:cubicBezTo>
                    <a:cubicBezTo>
                      <a:pt x="376" y="571"/>
                      <a:pt x="395" y="553"/>
                      <a:pt x="398" y="531"/>
                    </a:cubicBezTo>
                    <a:cubicBezTo>
                      <a:pt x="435" y="180"/>
                      <a:pt x="435" y="180"/>
                      <a:pt x="435" y="180"/>
                    </a:cubicBezTo>
                    <a:lnTo>
                      <a:pt x="389" y="146"/>
                    </a:lnTo>
                    <a:close/>
                    <a:moveTo>
                      <a:pt x="389" y="146"/>
                    </a:moveTo>
                    <a:cubicBezTo>
                      <a:pt x="389" y="146"/>
                      <a:pt x="389" y="146"/>
                      <a:pt x="389" y="146"/>
                    </a:cubicBezTo>
                  </a:path>
                </a:pathLst>
              </a:custGeom>
              <a:solidFill>
                <a:srgbClr val="FCA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" name="Freeform 37"/>
              <p:cNvSpPr>
                <a:spLocks noEditPoints="1"/>
              </p:cNvSpPr>
              <p:nvPr userDrawn="1"/>
            </p:nvSpPr>
            <p:spPr bwMode="auto">
              <a:xfrm>
                <a:off x="249" y="1558"/>
                <a:ext cx="7182" cy="685"/>
              </a:xfrm>
              <a:custGeom>
                <a:avLst/>
                <a:gdLst>
                  <a:gd name="T0" fmla="*/ 539 w 7184"/>
                  <a:gd name="T1" fmla="*/ 0 h 685"/>
                  <a:gd name="T2" fmla="*/ 484 w 7184"/>
                  <a:gd name="T3" fmla="*/ 40 h 685"/>
                  <a:gd name="T4" fmla="*/ 430 w 7184"/>
                  <a:gd name="T5" fmla="*/ 0 h 685"/>
                  <a:gd name="T6" fmla="*/ 376 w 7184"/>
                  <a:gd name="T7" fmla="*/ 40 h 685"/>
                  <a:gd name="T8" fmla="*/ 375 w 7184"/>
                  <a:gd name="T9" fmla="*/ 40 h 685"/>
                  <a:gd name="T10" fmla="*/ 321 w 7184"/>
                  <a:gd name="T11" fmla="*/ 0 h 685"/>
                  <a:gd name="T12" fmla="*/ 267 w 7184"/>
                  <a:gd name="T13" fmla="*/ 40 h 685"/>
                  <a:gd name="T14" fmla="*/ 213 w 7184"/>
                  <a:gd name="T15" fmla="*/ 0 h 685"/>
                  <a:gd name="T16" fmla="*/ 162 w 7184"/>
                  <a:gd name="T17" fmla="*/ 37 h 685"/>
                  <a:gd name="T18" fmla="*/ 168 w 7184"/>
                  <a:gd name="T19" fmla="*/ 88 h 685"/>
                  <a:gd name="T20" fmla="*/ 213 w 7184"/>
                  <a:gd name="T21" fmla="*/ 56 h 685"/>
                  <a:gd name="T22" fmla="*/ 267 w 7184"/>
                  <a:gd name="T23" fmla="*/ 96 h 685"/>
                  <a:gd name="T24" fmla="*/ 321 w 7184"/>
                  <a:gd name="T25" fmla="*/ 56 h 685"/>
                  <a:gd name="T26" fmla="*/ 375 w 7184"/>
                  <a:gd name="T27" fmla="*/ 96 h 685"/>
                  <a:gd name="T28" fmla="*/ 376 w 7184"/>
                  <a:gd name="T29" fmla="*/ 96 h 685"/>
                  <a:gd name="T30" fmla="*/ 430 w 7184"/>
                  <a:gd name="T31" fmla="*/ 56 h 685"/>
                  <a:gd name="T32" fmla="*/ 484 w 7184"/>
                  <a:gd name="T33" fmla="*/ 96 h 685"/>
                  <a:gd name="T34" fmla="*/ 539 w 7184"/>
                  <a:gd name="T35" fmla="*/ 56 h 685"/>
                  <a:gd name="T36" fmla="*/ 585 w 7184"/>
                  <a:gd name="T37" fmla="*/ 90 h 685"/>
                  <a:gd name="T38" fmla="*/ 590 w 7184"/>
                  <a:gd name="T39" fmla="*/ 38 h 685"/>
                  <a:gd name="T40" fmla="*/ 539 w 7184"/>
                  <a:gd name="T41" fmla="*/ 0 h 685"/>
                  <a:gd name="T42" fmla="*/ 0 w 7184"/>
                  <a:gd name="T43" fmla="*/ 583 h 685"/>
                  <a:gd name="T44" fmla="*/ 102 w 7184"/>
                  <a:gd name="T45" fmla="*/ 685 h 685"/>
                  <a:gd name="T46" fmla="*/ 7082 w 7184"/>
                  <a:gd name="T47" fmla="*/ 685 h 685"/>
                  <a:gd name="T48" fmla="*/ 7184 w 7184"/>
                  <a:gd name="T49" fmla="*/ 583 h 685"/>
                  <a:gd name="T50" fmla="*/ 7082 w 7184"/>
                  <a:gd name="T51" fmla="*/ 481 h 685"/>
                  <a:gd name="T52" fmla="*/ 102 w 7184"/>
                  <a:gd name="T53" fmla="*/ 481 h 685"/>
                  <a:gd name="T54" fmla="*/ 0 w 7184"/>
                  <a:gd name="T55" fmla="*/ 583 h 685"/>
                  <a:gd name="T56" fmla="*/ 0 w 7184"/>
                  <a:gd name="T57" fmla="*/ 583 h 685"/>
                  <a:gd name="T58" fmla="*/ 0 w 7184"/>
                  <a:gd name="T59" fmla="*/ 583 h 6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184" h="685">
                    <a:moveTo>
                      <a:pt x="539" y="0"/>
                    </a:moveTo>
                    <a:cubicBezTo>
                      <a:pt x="484" y="40"/>
                      <a:pt x="484" y="40"/>
                      <a:pt x="484" y="40"/>
                    </a:cubicBezTo>
                    <a:cubicBezTo>
                      <a:pt x="430" y="0"/>
                      <a:pt x="430" y="0"/>
                      <a:pt x="430" y="0"/>
                    </a:cubicBezTo>
                    <a:cubicBezTo>
                      <a:pt x="376" y="40"/>
                      <a:pt x="376" y="40"/>
                      <a:pt x="376" y="40"/>
                    </a:cubicBezTo>
                    <a:cubicBezTo>
                      <a:pt x="375" y="40"/>
                      <a:pt x="375" y="40"/>
                      <a:pt x="375" y="40"/>
                    </a:cubicBezTo>
                    <a:cubicBezTo>
                      <a:pt x="321" y="0"/>
                      <a:pt x="321" y="0"/>
                      <a:pt x="321" y="0"/>
                    </a:cubicBezTo>
                    <a:cubicBezTo>
                      <a:pt x="267" y="40"/>
                      <a:pt x="267" y="40"/>
                      <a:pt x="267" y="40"/>
                    </a:cubicBezTo>
                    <a:cubicBezTo>
                      <a:pt x="213" y="0"/>
                      <a:pt x="213" y="0"/>
                      <a:pt x="213" y="0"/>
                    </a:cubicBezTo>
                    <a:cubicBezTo>
                      <a:pt x="162" y="37"/>
                      <a:pt x="162" y="37"/>
                      <a:pt x="162" y="37"/>
                    </a:cubicBezTo>
                    <a:cubicBezTo>
                      <a:pt x="168" y="88"/>
                      <a:pt x="168" y="88"/>
                      <a:pt x="168" y="88"/>
                    </a:cubicBezTo>
                    <a:cubicBezTo>
                      <a:pt x="213" y="56"/>
                      <a:pt x="213" y="56"/>
                      <a:pt x="213" y="56"/>
                    </a:cubicBezTo>
                    <a:cubicBezTo>
                      <a:pt x="267" y="96"/>
                      <a:pt x="267" y="96"/>
                      <a:pt x="267" y="96"/>
                    </a:cubicBezTo>
                    <a:cubicBezTo>
                      <a:pt x="321" y="56"/>
                      <a:pt x="321" y="56"/>
                      <a:pt x="321" y="56"/>
                    </a:cubicBezTo>
                    <a:cubicBezTo>
                      <a:pt x="375" y="96"/>
                      <a:pt x="375" y="96"/>
                      <a:pt x="375" y="96"/>
                    </a:cubicBezTo>
                    <a:cubicBezTo>
                      <a:pt x="376" y="96"/>
                      <a:pt x="376" y="96"/>
                      <a:pt x="376" y="96"/>
                    </a:cubicBezTo>
                    <a:cubicBezTo>
                      <a:pt x="430" y="56"/>
                      <a:pt x="430" y="56"/>
                      <a:pt x="430" y="56"/>
                    </a:cubicBezTo>
                    <a:cubicBezTo>
                      <a:pt x="484" y="96"/>
                      <a:pt x="484" y="96"/>
                      <a:pt x="484" y="96"/>
                    </a:cubicBezTo>
                    <a:cubicBezTo>
                      <a:pt x="539" y="56"/>
                      <a:pt x="539" y="56"/>
                      <a:pt x="539" y="56"/>
                    </a:cubicBezTo>
                    <a:cubicBezTo>
                      <a:pt x="585" y="90"/>
                      <a:pt x="585" y="90"/>
                      <a:pt x="585" y="90"/>
                    </a:cubicBezTo>
                    <a:cubicBezTo>
                      <a:pt x="590" y="38"/>
                      <a:pt x="590" y="38"/>
                      <a:pt x="590" y="38"/>
                    </a:cubicBezTo>
                    <a:lnTo>
                      <a:pt x="539" y="0"/>
                    </a:lnTo>
                    <a:close/>
                    <a:moveTo>
                      <a:pt x="0" y="583"/>
                    </a:moveTo>
                    <a:cubicBezTo>
                      <a:pt x="0" y="639"/>
                      <a:pt x="46" y="685"/>
                      <a:pt x="102" y="685"/>
                    </a:cubicBezTo>
                    <a:cubicBezTo>
                      <a:pt x="7082" y="685"/>
                      <a:pt x="7082" y="685"/>
                      <a:pt x="7082" y="685"/>
                    </a:cubicBezTo>
                    <a:cubicBezTo>
                      <a:pt x="7138" y="685"/>
                      <a:pt x="7184" y="639"/>
                      <a:pt x="7184" y="583"/>
                    </a:cubicBezTo>
                    <a:cubicBezTo>
                      <a:pt x="7184" y="527"/>
                      <a:pt x="7138" y="481"/>
                      <a:pt x="7082" y="481"/>
                    </a:cubicBezTo>
                    <a:cubicBezTo>
                      <a:pt x="102" y="481"/>
                      <a:pt x="102" y="481"/>
                      <a:pt x="102" y="481"/>
                    </a:cubicBezTo>
                    <a:cubicBezTo>
                      <a:pt x="46" y="481"/>
                      <a:pt x="0" y="527"/>
                      <a:pt x="0" y="583"/>
                    </a:cubicBezTo>
                    <a:close/>
                    <a:moveTo>
                      <a:pt x="0" y="583"/>
                    </a:moveTo>
                    <a:cubicBezTo>
                      <a:pt x="0" y="583"/>
                      <a:pt x="0" y="583"/>
                      <a:pt x="0" y="583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" name="Freeform 38"/>
              <p:cNvSpPr>
                <a:spLocks noEditPoints="1"/>
              </p:cNvSpPr>
              <p:nvPr userDrawn="1"/>
            </p:nvSpPr>
            <p:spPr bwMode="auto">
              <a:xfrm>
                <a:off x="1117" y="1150"/>
                <a:ext cx="12" cy="495"/>
              </a:xfrm>
              <a:custGeom>
                <a:avLst/>
                <a:gdLst>
                  <a:gd name="T0" fmla="*/ 9 w 12"/>
                  <a:gd name="T1" fmla="*/ 0 h 495"/>
                  <a:gd name="T2" fmla="*/ 6 w 12"/>
                  <a:gd name="T3" fmla="*/ 2 h 495"/>
                  <a:gd name="T4" fmla="*/ 4 w 12"/>
                  <a:gd name="T5" fmla="*/ 23 h 495"/>
                  <a:gd name="T6" fmla="*/ 12 w 12"/>
                  <a:gd name="T7" fmla="*/ 25 h 495"/>
                  <a:gd name="T8" fmla="*/ 12 w 12"/>
                  <a:gd name="T9" fmla="*/ 0 h 495"/>
                  <a:gd name="T10" fmla="*/ 9 w 12"/>
                  <a:gd name="T11" fmla="*/ 0 h 495"/>
                  <a:gd name="T12" fmla="*/ 2 w 12"/>
                  <a:gd name="T13" fmla="*/ 424 h 495"/>
                  <a:gd name="T14" fmla="*/ 1 w 12"/>
                  <a:gd name="T15" fmla="*/ 483 h 495"/>
                  <a:gd name="T16" fmla="*/ 6 w 12"/>
                  <a:gd name="T17" fmla="*/ 495 h 495"/>
                  <a:gd name="T18" fmla="*/ 12 w 12"/>
                  <a:gd name="T19" fmla="*/ 494 h 495"/>
                  <a:gd name="T20" fmla="*/ 12 w 12"/>
                  <a:gd name="T21" fmla="*/ 475 h 495"/>
                  <a:gd name="T22" fmla="*/ 2 w 12"/>
                  <a:gd name="T23" fmla="*/ 456 h 495"/>
                  <a:gd name="T24" fmla="*/ 3 w 12"/>
                  <a:gd name="T25" fmla="*/ 451 h 495"/>
                  <a:gd name="T26" fmla="*/ 12 w 12"/>
                  <a:gd name="T27" fmla="*/ 441 h 495"/>
                  <a:gd name="T28" fmla="*/ 12 w 12"/>
                  <a:gd name="T29" fmla="*/ 415 h 495"/>
                  <a:gd name="T30" fmla="*/ 2 w 12"/>
                  <a:gd name="T31" fmla="*/ 424 h 495"/>
                  <a:gd name="T32" fmla="*/ 4 w 12"/>
                  <a:gd name="T33" fmla="*/ 46 h 495"/>
                  <a:gd name="T34" fmla="*/ 3 w 12"/>
                  <a:gd name="T35" fmla="*/ 63 h 495"/>
                  <a:gd name="T36" fmla="*/ 12 w 12"/>
                  <a:gd name="T37" fmla="*/ 70 h 495"/>
                  <a:gd name="T38" fmla="*/ 12 w 12"/>
                  <a:gd name="T39" fmla="*/ 46 h 495"/>
                  <a:gd name="T40" fmla="*/ 4 w 12"/>
                  <a:gd name="T41" fmla="*/ 46 h 495"/>
                  <a:gd name="T42" fmla="*/ 1 w 12"/>
                  <a:gd name="T43" fmla="*/ 311 h 495"/>
                  <a:gd name="T44" fmla="*/ 12 w 12"/>
                  <a:gd name="T45" fmla="*/ 346 h 495"/>
                  <a:gd name="T46" fmla="*/ 12 w 12"/>
                  <a:gd name="T47" fmla="*/ 282 h 495"/>
                  <a:gd name="T48" fmla="*/ 1 w 12"/>
                  <a:gd name="T49" fmla="*/ 311 h 495"/>
                  <a:gd name="T50" fmla="*/ 1 w 12"/>
                  <a:gd name="T51" fmla="*/ 311 h 495"/>
                  <a:gd name="T52" fmla="*/ 1 w 12"/>
                  <a:gd name="T53" fmla="*/ 311 h 4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95">
                    <a:moveTo>
                      <a:pt x="9" y="0"/>
                    </a:moveTo>
                    <a:cubicBezTo>
                      <a:pt x="6" y="0"/>
                      <a:pt x="6" y="0"/>
                      <a:pt x="6" y="2"/>
                    </a:cubicBezTo>
                    <a:cubicBezTo>
                      <a:pt x="5" y="10"/>
                      <a:pt x="4" y="23"/>
                      <a:pt x="4" y="23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0"/>
                      <a:pt x="12" y="0"/>
                      <a:pt x="12" y="0"/>
                    </a:cubicBezTo>
                    <a:lnTo>
                      <a:pt x="9" y="0"/>
                    </a:lnTo>
                    <a:close/>
                    <a:moveTo>
                      <a:pt x="2" y="424"/>
                    </a:moveTo>
                    <a:cubicBezTo>
                      <a:pt x="1" y="483"/>
                      <a:pt x="1" y="483"/>
                      <a:pt x="1" y="483"/>
                    </a:cubicBezTo>
                    <a:cubicBezTo>
                      <a:pt x="0" y="493"/>
                      <a:pt x="2" y="495"/>
                      <a:pt x="6" y="495"/>
                    </a:cubicBezTo>
                    <a:cubicBezTo>
                      <a:pt x="10" y="495"/>
                      <a:pt x="12" y="494"/>
                      <a:pt x="12" y="494"/>
                    </a:cubicBezTo>
                    <a:cubicBezTo>
                      <a:pt x="12" y="475"/>
                      <a:pt x="12" y="475"/>
                      <a:pt x="12" y="475"/>
                    </a:cubicBezTo>
                    <a:cubicBezTo>
                      <a:pt x="2" y="456"/>
                      <a:pt x="2" y="456"/>
                      <a:pt x="2" y="456"/>
                    </a:cubicBezTo>
                    <a:cubicBezTo>
                      <a:pt x="3" y="451"/>
                      <a:pt x="3" y="451"/>
                      <a:pt x="3" y="451"/>
                    </a:cubicBezTo>
                    <a:cubicBezTo>
                      <a:pt x="12" y="441"/>
                      <a:pt x="12" y="441"/>
                      <a:pt x="12" y="441"/>
                    </a:cubicBezTo>
                    <a:cubicBezTo>
                      <a:pt x="12" y="415"/>
                      <a:pt x="12" y="415"/>
                      <a:pt x="12" y="415"/>
                    </a:cubicBezTo>
                    <a:cubicBezTo>
                      <a:pt x="4" y="416"/>
                      <a:pt x="2" y="418"/>
                      <a:pt x="2" y="424"/>
                    </a:cubicBezTo>
                    <a:close/>
                    <a:moveTo>
                      <a:pt x="4" y="46"/>
                    </a:moveTo>
                    <a:cubicBezTo>
                      <a:pt x="3" y="63"/>
                      <a:pt x="3" y="63"/>
                      <a:pt x="3" y="63"/>
                    </a:cubicBezTo>
                    <a:cubicBezTo>
                      <a:pt x="3" y="67"/>
                      <a:pt x="6" y="70"/>
                      <a:pt x="12" y="70"/>
                    </a:cubicBezTo>
                    <a:cubicBezTo>
                      <a:pt x="12" y="46"/>
                      <a:pt x="12" y="46"/>
                      <a:pt x="12" y="46"/>
                    </a:cubicBezTo>
                    <a:lnTo>
                      <a:pt x="4" y="46"/>
                    </a:lnTo>
                    <a:close/>
                    <a:moveTo>
                      <a:pt x="1" y="311"/>
                    </a:moveTo>
                    <a:cubicBezTo>
                      <a:pt x="1" y="331"/>
                      <a:pt x="5" y="342"/>
                      <a:pt x="12" y="346"/>
                    </a:cubicBezTo>
                    <a:cubicBezTo>
                      <a:pt x="12" y="282"/>
                      <a:pt x="12" y="282"/>
                      <a:pt x="12" y="282"/>
                    </a:cubicBezTo>
                    <a:cubicBezTo>
                      <a:pt x="4" y="284"/>
                      <a:pt x="1" y="292"/>
                      <a:pt x="1" y="311"/>
                    </a:cubicBezTo>
                    <a:close/>
                    <a:moveTo>
                      <a:pt x="1" y="311"/>
                    </a:moveTo>
                    <a:cubicBezTo>
                      <a:pt x="1" y="311"/>
                      <a:pt x="1" y="311"/>
                      <a:pt x="1" y="31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" name="Freeform 39"/>
              <p:cNvSpPr>
                <a:spLocks noEditPoints="1"/>
              </p:cNvSpPr>
              <p:nvPr userDrawn="1"/>
            </p:nvSpPr>
            <p:spPr bwMode="auto">
              <a:xfrm>
                <a:off x="960" y="771"/>
                <a:ext cx="169" cy="1268"/>
              </a:xfrm>
              <a:custGeom>
                <a:avLst/>
                <a:gdLst>
                  <a:gd name="T0" fmla="*/ 47 w 169"/>
                  <a:gd name="T1" fmla="*/ 968 h 1268"/>
                  <a:gd name="T2" fmla="*/ 169 w 169"/>
                  <a:gd name="T3" fmla="*/ 988 h 1268"/>
                  <a:gd name="T4" fmla="*/ 145 w 169"/>
                  <a:gd name="T5" fmla="*/ 968 h 1268"/>
                  <a:gd name="T6" fmla="*/ 169 w 169"/>
                  <a:gd name="T7" fmla="*/ 948 h 1268"/>
                  <a:gd name="T8" fmla="*/ 169 w 169"/>
                  <a:gd name="T9" fmla="*/ 890 h 1268"/>
                  <a:gd name="T10" fmla="*/ 112 w 169"/>
                  <a:gd name="T11" fmla="*/ 890 h 1268"/>
                  <a:gd name="T12" fmla="*/ 125 w 169"/>
                  <a:gd name="T13" fmla="*/ 862 h 1268"/>
                  <a:gd name="T14" fmla="*/ 119 w 169"/>
                  <a:gd name="T15" fmla="*/ 794 h 1268"/>
                  <a:gd name="T16" fmla="*/ 113 w 169"/>
                  <a:gd name="T17" fmla="*/ 792 h 1268"/>
                  <a:gd name="T18" fmla="*/ 141 w 169"/>
                  <a:gd name="T19" fmla="*/ 779 h 1268"/>
                  <a:gd name="T20" fmla="*/ 169 w 169"/>
                  <a:gd name="T21" fmla="*/ 751 h 1268"/>
                  <a:gd name="T22" fmla="*/ 169 w 169"/>
                  <a:gd name="T23" fmla="*/ 638 h 1268"/>
                  <a:gd name="T24" fmla="*/ 168 w 169"/>
                  <a:gd name="T25" fmla="*/ 609 h 1268"/>
                  <a:gd name="T26" fmla="*/ 169 w 169"/>
                  <a:gd name="T27" fmla="*/ 595 h 1268"/>
                  <a:gd name="T28" fmla="*/ 165 w 169"/>
                  <a:gd name="T29" fmla="*/ 579 h 1268"/>
                  <a:gd name="T30" fmla="*/ 149 w 169"/>
                  <a:gd name="T31" fmla="*/ 587 h 1268"/>
                  <a:gd name="T32" fmla="*/ 154 w 169"/>
                  <a:gd name="T33" fmla="*/ 594 h 1268"/>
                  <a:gd name="T34" fmla="*/ 160 w 169"/>
                  <a:gd name="T35" fmla="*/ 596 h 1268"/>
                  <a:gd name="T36" fmla="*/ 132 w 169"/>
                  <a:gd name="T37" fmla="*/ 610 h 1268"/>
                  <a:gd name="T38" fmla="*/ 111 w 169"/>
                  <a:gd name="T39" fmla="*/ 595 h 1268"/>
                  <a:gd name="T40" fmla="*/ 147 w 169"/>
                  <a:gd name="T41" fmla="*/ 500 h 1268"/>
                  <a:gd name="T42" fmla="*/ 169 w 169"/>
                  <a:gd name="T43" fmla="*/ 471 h 1268"/>
                  <a:gd name="T44" fmla="*/ 114 w 169"/>
                  <a:gd name="T45" fmla="*/ 471 h 1268"/>
                  <a:gd name="T46" fmla="*/ 127 w 169"/>
                  <a:gd name="T47" fmla="*/ 443 h 1268"/>
                  <a:gd name="T48" fmla="*/ 122 w 169"/>
                  <a:gd name="T49" fmla="*/ 375 h 1268"/>
                  <a:gd name="T50" fmla="*/ 115 w 169"/>
                  <a:gd name="T51" fmla="*/ 373 h 1268"/>
                  <a:gd name="T52" fmla="*/ 145 w 169"/>
                  <a:gd name="T53" fmla="*/ 359 h 1268"/>
                  <a:gd name="T54" fmla="*/ 169 w 169"/>
                  <a:gd name="T55" fmla="*/ 324 h 1268"/>
                  <a:gd name="T56" fmla="*/ 145 w 169"/>
                  <a:gd name="T57" fmla="*/ 304 h 1268"/>
                  <a:gd name="T58" fmla="*/ 169 w 169"/>
                  <a:gd name="T59" fmla="*/ 284 h 1268"/>
                  <a:gd name="T60" fmla="*/ 167 w 169"/>
                  <a:gd name="T61" fmla="*/ 249 h 1268"/>
                  <a:gd name="T62" fmla="*/ 47 w 169"/>
                  <a:gd name="T63" fmla="*/ 49 h 1268"/>
                  <a:gd name="T64" fmla="*/ 169 w 169"/>
                  <a:gd name="T65" fmla="*/ 0 h 1268"/>
                  <a:gd name="T66" fmla="*/ 0 w 169"/>
                  <a:gd name="T67" fmla="*/ 1268 h 1268"/>
                  <a:gd name="T68" fmla="*/ 169 w 169"/>
                  <a:gd name="T69" fmla="*/ 1222 h 1268"/>
                  <a:gd name="T70" fmla="*/ 47 w 169"/>
                  <a:gd name="T71" fmla="*/ 1222 h 1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69" h="1268">
                    <a:moveTo>
                      <a:pt x="47" y="1222"/>
                    </a:moveTo>
                    <a:cubicBezTo>
                      <a:pt x="47" y="968"/>
                      <a:pt x="47" y="968"/>
                      <a:pt x="47" y="968"/>
                    </a:cubicBezTo>
                    <a:cubicBezTo>
                      <a:pt x="169" y="1022"/>
                      <a:pt x="169" y="1022"/>
                      <a:pt x="169" y="1022"/>
                    </a:cubicBezTo>
                    <a:cubicBezTo>
                      <a:pt x="169" y="988"/>
                      <a:pt x="169" y="988"/>
                      <a:pt x="169" y="988"/>
                    </a:cubicBezTo>
                    <a:cubicBezTo>
                      <a:pt x="168" y="988"/>
                      <a:pt x="167" y="988"/>
                      <a:pt x="166" y="988"/>
                    </a:cubicBezTo>
                    <a:cubicBezTo>
                      <a:pt x="154" y="988"/>
                      <a:pt x="145" y="979"/>
                      <a:pt x="145" y="968"/>
                    </a:cubicBezTo>
                    <a:cubicBezTo>
                      <a:pt x="145" y="957"/>
                      <a:pt x="154" y="948"/>
                      <a:pt x="166" y="948"/>
                    </a:cubicBezTo>
                    <a:cubicBezTo>
                      <a:pt x="167" y="948"/>
                      <a:pt x="168" y="948"/>
                      <a:pt x="169" y="948"/>
                    </a:cubicBezTo>
                    <a:cubicBezTo>
                      <a:pt x="169" y="889"/>
                      <a:pt x="169" y="889"/>
                      <a:pt x="169" y="889"/>
                    </a:cubicBezTo>
                    <a:cubicBezTo>
                      <a:pt x="169" y="890"/>
                      <a:pt x="169" y="890"/>
                      <a:pt x="169" y="890"/>
                    </a:cubicBezTo>
                    <a:cubicBezTo>
                      <a:pt x="169" y="890"/>
                      <a:pt x="148" y="889"/>
                      <a:pt x="140" y="889"/>
                    </a:cubicBezTo>
                    <a:cubicBezTo>
                      <a:pt x="130" y="889"/>
                      <a:pt x="112" y="890"/>
                      <a:pt x="112" y="890"/>
                    </a:cubicBezTo>
                    <a:cubicBezTo>
                      <a:pt x="113" y="876"/>
                      <a:pt x="113" y="876"/>
                      <a:pt x="113" y="876"/>
                    </a:cubicBezTo>
                    <a:cubicBezTo>
                      <a:pt x="122" y="874"/>
                      <a:pt x="125" y="871"/>
                      <a:pt x="125" y="862"/>
                    </a:cubicBezTo>
                    <a:cubicBezTo>
                      <a:pt x="125" y="803"/>
                      <a:pt x="125" y="803"/>
                      <a:pt x="125" y="803"/>
                    </a:cubicBezTo>
                    <a:cubicBezTo>
                      <a:pt x="125" y="796"/>
                      <a:pt x="123" y="794"/>
                      <a:pt x="119" y="794"/>
                    </a:cubicBezTo>
                    <a:cubicBezTo>
                      <a:pt x="117" y="794"/>
                      <a:pt x="114" y="794"/>
                      <a:pt x="114" y="794"/>
                    </a:cubicBezTo>
                    <a:cubicBezTo>
                      <a:pt x="113" y="792"/>
                      <a:pt x="113" y="792"/>
                      <a:pt x="113" y="792"/>
                    </a:cubicBezTo>
                    <a:cubicBezTo>
                      <a:pt x="114" y="779"/>
                      <a:pt x="114" y="779"/>
                      <a:pt x="114" y="779"/>
                    </a:cubicBezTo>
                    <a:cubicBezTo>
                      <a:pt x="114" y="779"/>
                      <a:pt x="138" y="779"/>
                      <a:pt x="141" y="779"/>
                    </a:cubicBezTo>
                    <a:cubicBezTo>
                      <a:pt x="147" y="779"/>
                      <a:pt x="163" y="779"/>
                      <a:pt x="169" y="779"/>
                    </a:cubicBezTo>
                    <a:cubicBezTo>
                      <a:pt x="169" y="751"/>
                      <a:pt x="169" y="751"/>
                      <a:pt x="169" y="751"/>
                    </a:cubicBezTo>
                    <a:cubicBezTo>
                      <a:pt x="138" y="751"/>
                      <a:pt x="119" y="731"/>
                      <a:pt x="119" y="697"/>
                    </a:cubicBezTo>
                    <a:cubicBezTo>
                      <a:pt x="119" y="662"/>
                      <a:pt x="137" y="642"/>
                      <a:pt x="169" y="638"/>
                    </a:cubicBezTo>
                    <a:cubicBezTo>
                      <a:pt x="169" y="611"/>
                      <a:pt x="169" y="611"/>
                      <a:pt x="169" y="611"/>
                    </a:cubicBezTo>
                    <a:cubicBezTo>
                      <a:pt x="168" y="609"/>
                      <a:pt x="168" y="609"/>
                      <a:pt x="168" y="609"/>
                    </a:cubicBezTo>
                    <a:cubicBezTo>
                      <a:pt x="169" y="595"/>
                      <a:pt x="169" y="595"/>
                      <a:pt x="169" y="595"/>
                    </a:cubicBezTo>
                    <a:cubicBezTo>
                      <a:pt x="169" y="595"/>
                      <a:pt x="169" y="595"/>
                      <a:pt x="169" y="595"/>
                    </a:cubicBezTo>
                    <a:cubicBezTo>
                      <a:pt x="169" y="579"/>
                      <a:pt x="169" y="579"/>
                      <a:pt x="169" y="579"/>
                    </a:cubicBezTo>
                    <a:cubicBezTo>
                      <a:pt x="165" y="579"/>
                      <a:pt x="165" y="579"/>
                      <a:pt x="165" y="579"/>
                    </a:cubicBezTo>
                    <a:cubicBezTo>
                      <a:pt x="161" y="579"/>
                      <a:pt x="156" y="579"/>
                      <a:pt x="151" y="580"/>
                    </a:cubicBezTo>
                    <a:cubicBezTo>
                      <a:pt x="149" y="587"/>
                      <a:pt x="149" y="587"/>
                      <a:pt x="149" y="587"/>
                    </a:cubicBezTo>
                    <a:cubicBezTo>
                      <a:pt x="149" y="589"/>
                      <a:pt x="149" y="590"/>
                      <a:pt x="149" y="591"/>
                    </a:cubicBezTo>
                    <a:cubicBezTo>
                      <a:pt x="149" y="594"/>
                      <a:pt x="149" y="594"/>
                      <a:pt x="154" y="594"/>
                    </a:cubicBezTo>
                    <a:cubicBezTo>
                      <a:pt x="159" y="594"/>
                      <a:pt x="159" y="594"/>
                      <a:pt x="159" y="594"/>
                    </a:cubicBezTo>
                    <a:cubicBezTo>
                      <a:pt x="160" y="596"/>
                      <a:pt x="160" y="596"/>
                      <a:pt x="160" y="596"/>
                    </a:cubicBezTo>
                    <a:cubicBezTo>
                      <a:pt x="159" y="610"/>
                      <a:pt x="159" y="610"/>
                      <a:pt x="159" y="610"/>
                    </a:cubicBezTo>
                    <a:cubicBezTo>
                      <a:pt x="159" y="610"/>
                      <a:pt x="143" y="610"/>
                      <a:pt x="132" y="610"/>
                    </a:cubicBezTo>
                    <a:cubicBezTo>
                      <a:pt x="122" y="610"/>
                      <a:pt x="110" y="610"/>
                      <a:pt x="110" y="610"/>
                    </a:cubicBezTo>
                    <a:cubicBezTo>
                      <a:pt x="111" y="595"/>
                      <a:pt x="111" y="595"/>
                      <a:pt x="111" y="595"/>
                    </a:cubicBezTo>
                    <a:cubicBezTo>
                      <a:pt x="115" y="594"/>
                      <a:pt x="118" y="591"/>
                      <a:pt x="119" y="586"/>
                    </a:cubicBezTo>
                    <a:cubicBezTo>
                      <a:pt x="147" y="500"/>
                      <a:pt x="147" y="500"/>
                      <a:pt x="147" y="500"/>
                    </a:cubicBezTo>
                    <a:cubicBezTo>
                      <a:pt x="169" y="499"/>
                      <a:pt x="169" y="499"/>
                      <a:pt x="169" y="499"/>
                    </a:cubicBezTo>
                    <a:cubicBezTo>
                      <a:pt x="169" y="471"/>
                      <a:pt x="169" y="471"/>
                      <a:pt x="169" y="471"/>
                    </a:cubicBezTo>
                    <a:cubicBezTo>
                      <a:pt x="161" y="471"/>
                      <a:pt x="148" y="470"/>
                      <a:pt x="145" y="470"/>
                    </a:cubicBezTo>
                    <a:cubicBezTo>
                      <a:pt x="134" y="470"/>
                      <a:pt x="114" y="471"/>
                      <a:pt x="114" y="471"/>
                    </a:cubicBezTo>
                    <a:cubicBezTo>
                      <a:pt x="115" y="456"/>
                      <a:pt x="115" y="456"/>
                      <a:pt x="115" y="456"/>
                    </a:cubicBezTo>
                    <a:cubicBezTo>
                      <a:pt x="124" y="454"/>
                      <a:pt x="127" y="452"/>
                      <a:pt x="127" y="443"/>
                    </a:cubicBezTo>
                    <a:cubicBezTo>
                      <a:pt x="127" y="382"/>
                      <a:pt x="127" y="382"/>
                      <a:pt x="127" y="382"/>
                    </a:cubicBezTo>
                    <a:cubicBezTo>
                      <a:pt x="127" y="377"/>
                      <a:pt x="125" y="375"/>
                      <a:pt x="122" y="375"/>
                    </a:cubicBezTo>
                    <a:cubicBezTo>
                      <a:pt x="120" y="375"/>
                      <a:pt x="117" y="375"/>
                      <a:pt x="117" y="375"/>
                    </a:cubicBezTo>
                    <a:cubicBezTo>
                      <a:pt x="115" y="373"/>
                      <a:pt x="115" y="373"/>
                      <a:pt x="115" y="373"/>
                    </a:cubicBezTo>
                    <a:cubicBezTo>
                      <a:pt x="117" y="359"/>
                      <a:pt x="117" y="359"/>
                      <a:pt x="117" y="359"/>
                    </a:cubicBezTo>
                    <a:cubicBezTo>
                      <a:pt x="117" y="359"/>
                      <a:pt x="140" y="359"/>
                      <a:pt x="145" y="359"/>
                    </a:cubicBezTo>
                    <a:cubicBezTo>
                      <a:pt x="149" y="359"/>
                      <a:pt x="160" y="359"/>
                      <a:pt x="169" y="359"/>
                    </a:cubicBezTo>
                    <a:cubicBezTo>
                      <a:pt x="169" y="324"/>
                      <a:pt x="169" y="324"/>
                      <a:pt x="169" y="324"/>
                    </a:cubicBezTo>
                    <a:cubicBezTo>
                      <a:pt x="168" y="324"/>
                      <a:pt x="166" y="324"/>
                      <a:pt x="165" y="324"/>
                    </a:cubicBezTo>
                    <a:cubicBezTo>
                      <a:pt x="154" y="324"/>
                      <a:pt x="145" y="315"/>
                      <a:pt x="145" y="304"/>
                    </a:cubicBezTo>
                    <a:cubicBezTo>
                      <a:pt x="145" y="293"/>
                      <a:pt x="154" y="284"/>
                      <a:pt x="165" y="284"/>
                    </a:cubicBezTo>
                    <a:cubicBezTo>
                      <a:pt x="166" y="284"/>
                      <a:pt x="167" y="284"/>
                      <a:pt x="169" y="284"/>
                    </a:cubicBezTo>
                    <a:cubicBezTo>
                      <a:pt x="169" y="250"/>
                      <a:pt x="169" y="250"/>
                      <a:pt x="169" y="250"/>
                    </a:cubicBezTo>
                    <a:cubicBezTo>
                      <a:pt x="167" y="249"/>
                      <a:pt x="167" y="249"/>
                      <a:pt x="167" y="249"/>
                    </a:cubicBezTo>
                    <a:cubicBezTo>
                      <a:pt x="47" y="304"/>
                      <a:pt x="47" y="304"/>
                      <a:pt x="47" y="304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169" y="49"/>
                      <a:pt x="169" y="49"/>
                      <a:pt x="169" y="49"/>
                    </a:cubicBezTo>
                    <a:cubicBezTo>
                      <a:pt x="169" y="0"/>
                      <a:pt x="169" y="0"/>
                      <a:pt x="16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68"/>
                      <a:pt x="0" y="1268"/>
                      <a:pt x="0" y="1268"/>
                    </a:cubicBezTo>
                    <a:cubicBezTo>
                      <a:pt x="169" y="1268"/>
                      <a:pt x="169" y="1268"/>
                      <a:pt x="169" y="1268"/>
                    </a:cubicBezTo>
                    <a:cubicBezTo>
                      <a:pt x="169" y="1222"/>
                      <a:pt x="169" y="1222"/>
                      <a:pt x="169" y="1222"/>
                    </a:cubicBezTo>
                    <a:cubicBezTo>
                      <a:pt x="47" y="1222"/>
                      <a:pt x="47" y="1222"/>
                      <a:pt x="47" y="1222"/>
                    </a:cubicBezTo>
                    <a:close/>
                    <a:moveTo>
                      <a:pt x="47" y="1222"/>
                    </a:moveTo>
                    <a:cubicBezTo>
                      <a:pt x="47" y="1222"/>
                      <a:pt x="47" y="1222"/>
                      <a:pt x="47" y="122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" name="Freeform 40"/>
              <p:cNvSpPr>
                <a:spLocks noEditPoints="1"/>
              </p:cNvSpPr>
              <p:nvPr userDrawn="1"/>
            </p:nvSpPr>
            <p:spPr bwMode="auto">
              <a:xfrm>
                <a:off x="1117" y="1298"/>
                <a:ext cx="12" cy="31"/>
              </a:xfrm>
              <a:custGeom>
                <a:avLst/>
                <a:gdLst>
                  <a:gd name="T0" fmla="*/ 12 w 12"/>
                  <a:gd name="T1" fmla="*/ 0 h 31"/>
                  <a:gd name="T2" fmla="*/ 8 w 12"/>
                  <a:gd name="T3" fmla="*/ 0 h 31"/>
                  <a:gd name="T4" fmla="*/ 0 w 12"/>
                  <a:gd name="T5" fmla="*/ 31 h 31"/>
                  <a:gd name="T6" fmla="*/ 12 w 12"/>
                  <a:gd name="T7" fmla="*/ 31 h 31"/>
                  <a:gd name="T8" fmla="*/ 12 w 12"/>
                  <a:gd name="T9" fmla="*/ 0 h 31"/>
                  <a:gd name="T10" fmla="*/ 12 w 12"/>
                  <a:gd name="T11" fmla="*/ 0 h 31"/>
                  <a:gd name="T12" fmla="*/ 12 w 12"/>
                  <a:gd name="T13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31">
                    <a:moveTo>
                      <a:pt x="12" y="0"/>
                    </a:moveTo>
                    <a:lnTo>
                      <a:pt x="8" y="0"/>
                    </a:lnTo>
                    <a:lnTo>
                      <a:pt x="0" y="31"/>
                    </a:lnTo>
                    <a:lnTo>
                      <a:pt x="12" y="31"/>
                    </a:lnTo>
                    <a:lnTo>
                      <a:pt x="12" y="0"/>
                    </a:lnTo>
                    <a:close/>
                    <a:moveTo>
                      <a:pt x="12" y="0"/>
                    </a:move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" name="Freeform 41"/>
              <p:cNvSpPr>
                <a:spLocks noEditPoints="1"/>
              </p:cNvSpPr>
              <p:nvPr userDrawn="1"/>
            </p:nvSpPr>
            <p:spPr bwMode="auto">
              <a:xfrm>
                <a:off x="1117" y="1298"/>
                <a:ext cx="12" cy="31"/>
              </a:xfrm>
              <a:custGeom>
                <a:avLst/>
                <a:gdLst>
                  <a:gd name="T0" fmla="*/ 12 w 12"/>
                  <a:gd name="T1" fmla="*/ 0 h 31"/>
                  <a:gd name="T2" fmla="*/ 8 w 12"/>
                  <a:gd name="T3" fmla="*/ 0 h 31"/>
                  <a:gd name="T4" fmla="*/ 0 w 12"/>
                  <a:gd name="T5" fmla="*/ 31 h 31"/>
                  <a:gd name="T6" fmla="*/ 12 w 12"/>
                  <a:gd name="T7" fmla="*/ 31 h 31"/>
                  <a:gd name="T8" fmla="*/ 12 w 12"/>
                  <a:gd name="T9" fmla="*/ 0 h 31"/>
                  <a:gd name="T10" fmla="*/ 12 w 12"/>
                  <a:gd name="T11" fmla="*/ 0 h 31"/>
                  <a:gd name="T12" fmla="*/ 12 w 12"/>
                  <a:gd name="T13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31">
                    <a:moveTo>
                      <a:pt x="12" y="0"/>
                    </a:moveTo>
                    <a:lnTo>
                      <a:pt x="8" y="0"/>
                    </a:lnTo>
                    <a:lnTo>
                      <a:pt x="0" y="31"/>
                    </a:lnTo>
                    <a:lnTo>
                      <a:pt x="12" y="31"/>
                    </a:lnTo>
                    <a:lnTo>
                      <a:pt x="12" y="0"/>
                    </a:lnTo>
                    <a:moveTo>
                      <a:pt x="12" y="0"/>
                    </a:moveTo>
                    <a:lnTo>
                      <a:pt x="1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" name="Freeform 42"/>
              <p:cNvSpPr>
                <a:spLocks noEditPoints="1"/>
              </p:cNvSpPr>
              <p:nvPr userDrawn="1"/>
            </p:nvSpPr>
            <p:spPr bwMode="auto">
              <a:xfrm>
                <a:off x="1128" y="1365"/>
                <a:ext cx="1" cy="16"/>
              </a:xfrm>
              <a:custGeom>
                <a:avLst/>
                <a:gdLst>
                  <a:gd name="T0" fmla="*/ 1 w 1"/>
                  <a:gd name="T1" fmla="*/ 0 h 16"/>
                  <a:gd name="T2" fmla="*/ 0 w 1"/>
                  <a:gd name="T3" fmla="*/ 14 h 16"/>
                  <a:gd name="T4" fmla="*/ 1 w 1"/>
                  <a:gd name="T5" fmla="*/ 16 h 16"/>
                  <a:gd name="T6" fmla="*/ 1 w 1"/>
                  <a:gd name="T7" fmla="*/ 0 h 16"/>
                  <a:gd name="T8" fmla="*/ 1 w 1"/>
                  <a:gd name="T9" fmla="*/ 0 h 16"/>
                  <a:gd name="T10" fmla="*/ 1 w 1"/>
                  <a:gd name="T1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16">
                    <a:moveTo>
                      <a:pt x="1" y="0"/>
                    </a:moveTo>
                    <a:lnTo>
                      <a:pt x="0" y="14"/>
                    </a:lnTo>
                    <a:lnTo>
                      <a:pt x="1" y="16"/>
                    </a:lnTo>
                    <a:lnTo>
                      <a:pt x="1" y="0"/>
                    </a:lnTo>
                    <a:close/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BC16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" name="Freeform 43"/>
              <p:cNvSpPr>
                <a:spLocks noEditPoints="1"/>
              </p:cNvSpPr>
              <p:nvPr userDrawn="1"/>
            </p:nvSpPr>
            <p:spPr bwMode="auto">
              <a:xfrm>
                <a:off x="1128" y="1365"/>
                <a:ext cx="1" cy="16"/>
              </a:xfrm>
              <a:custGeom>
                <a:avLst/>
                <a:gdLst>
                  <a:gd name="T0" fmla="*/ 1 w 1"/>
                  <a:gd name="T1" fmla="*/ 0 h 16"/>
                  <a:gd name="T2" fmla="*/ 0 w 1"/>
                  <a:gd name="T3" fmla="*/ 14 h 16"/>
                  <a:gd name="T4" fmla="*/ 1 w 1"/>
                  <a:gd name="T5" fmla="*/ 16 h 16"/>
                  <a:gd name="T6" fmla="*/ 1 w 1"/>
                  <a:gd name="T7" fmla="*/ 0 h 16"/>
                  <a:gd name="T8" fmla="*/ 1 w 1"/>
                  <a:gd name="T9" fmla="*/ 0 h 16"/>
                  <a:gd name="T10" fmla="*/ 1 w 1"/>
                  <a:gd name="T1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16">
                    <a:moveTo>
                      <a:pt x="1" y="0"/>
                    </a:moveTo>
                    <a:lnTo>
                      <a:pt x="0" y="14"/>
                    </a:lnTo>
                    <a:lnTo>
                      <a:pt x="1" y="16"/>
                    </a:lnTo>
                    <a:lnTo>
                      <a:pt x="1" y="0"/>
                    </a:lnTo>
                    <a:moveTo>
                      <a:pt x="1" y="0"/>
                    </a:move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" name="Freeform 44"/>
              <p:cNvSpPr>
                <a:spLocks noEditPoints="1"/>
              </p:cNvSpPr>
              <p:nvPr userDrawn="1"/>
            </p:nvSpPr>
            <p:spPr bwMode="auto">
              <a:xfrm>
                <a:off x="1105" y="1055"/>
                <a:ext cx="24" cy="570"/>
              </a:xfrm>
              <a:custGeom>
                <a:avLst/>
                <a:gdLst>
                  <a:gd name="T0" fmla="*/ 15 w 24"/>
                  <a:gd name="T1" fmla="*/ 551 h 570"/>
                  <a:gd name="T2" fmla="*/ 24 w 24"/>
                  <a:gd name="T3" fmla="*/ 570 h 570"/>
                  <a:gd name="T4" fmla="*/ 24 w 24"/>
                  <a:gd name="T5" fmla="*/ 536 h 570"/>
                  <a:gd name="T6" fmla="*/ 15 w 24"/>
                  <a:gd name="T7" fmla="*/ 546 h 570"/>
                  <a:gd name="T8" fmla="*/ 15 w 24"/>
                  <a:gd name="T9" fmla="*/ 551 h 570"/>
                  <a:gd name="T10" fmla="*/ 0 w 24"/>
                  <a:gd name="T11" fmla="*/ 20 h 570"/>
                  <a:gd name="T12" fmla="*/ 21 w 24"/>
                  <a:gd name="T13" fmla="*/ 40 h 570"/>
                  <a:gd name="T14" fmla="*/ 24 w 24"/>
                  <a:gd name="T15" fmla="*/ 39 h 570"/>
                  <a:gd name="T16" fmla="*/ 24 w 24"/>
                  <a:gd name="T17" fmla="*/ 0 h 570"/>
                  <a:gd name="T18" fmla="*/ 21 w 24"/>
                  <a:gd name="T19" fmla="*/ 0 h 570"/>
                  <a:gd name="T20" fmla="*/ 0 w 24"/>
                  <a:gd name="T21" fmla="*/ 20 h 570"/>
                  <a:gd name="T22" fmla="*/ 0 w 24"/>
                  <a:gd name="T23" fmla="*/ 20 h 570"/>
                  <a:gd name="T24" fmla="*/ 0 w 24"/>
                  <a:gd name="T25" fmla="*/ 20 h 5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4" h="570">
                    <a:moveTo>
                      <a:pt x="15" y="551"/>
                    </a:moveTo>
                    <a:cubicBezTo>
                      <a:pt x="24" y="570"/>
                      <a:pt x="24" y="570"/>
                      <a:pt x="24" y="570"/>
                    </a:cubicBezTo>
                    <a:cubicBezTo>
                      <a:pt x="24" y="536"/>
                      <a:pt x="24" y="536"/>
                      <a:pt x="24" y="536"/>
                    </a:cubicBezTo>
                    <a:cubicBezTo>
                      <a:pt x="15" y="546"/>
                      <a:pt x="15" y="546"/>
                      <a:pt x="15" y="546"/>
                    </a:cubicBezTo>
                    <a:lnTo>
                      <a:pt x="15" y="551"/>
                    </a:lnTo>
                    <a:close/>
                    <a:moveTo>
                      <a:pt x="0" y="20"/>
                    </a:moveTo>
                    <a:cubicBezTo>
                      <a:pt x="0" y="31"/>
                      <a:pt x="9" y="40"/>
                      <a:pt x="21" y="40"/>
                    </a:cubicBezTo>
                    <a:cubicBezTo>
                      <a:pt x="22" y="40"/>
                      <a:pt x="23" y="39"/>
                      <a:pt x="24" y="39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0"/>
                      <a:pt x="22" y="0"/>
                      <a:pt x="21" y="0"/>
                    </a:cubicBezTo>
                    <a:cubicBezTo>
                      <a:pt x="9" y="0"/>
                      <a:pt x="0" y="8"/>
                      <a:pt x="0" y="20"/>
                    </a:cubicBezTo>
                    <a:close/>
                    <a:moveTo>
                      <a:pt x="0" y="20"/>
                    </a:moveTo>
                    <a:cubicBezTo>
                      <a:pt x="0" y="20"/>
                      <a:pt x="0" y="20"/>
                      <a:pt x="0" y="20"/>
                    </a:cubicBezTo>
                  </a:path>
                </a:pathLst>
              </a:custGeom>
              <a:solidFill>
                <a:srgbClr val="8557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" name="Rectangle 45"/>
              <p:cNvSpPr>
                <a:spLocks noChangeArrowheads="1"/>
              </p:cNvSpPr>
              <p:nvPr userDrawn="1"/>
            </p:nvSpPr>
            <p:spPr bwMode="auto">
              <a:xfrm>
                <a:off x="1297" y="771"/>
                <a:ext cx="1" cy="1268"/>
              </a:xfrm>
              <a:prstGeom prst="rect">
                <a:avLst/>
              </a:prstGeom>
              <a:solidFill>
                <a:srgbClr val="3F2B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" name="Freeform 46"/>
              <p:cNvSpPr>
                <a:spLocks noEditPoints="1"/>
              </p:cNvSpPr>
              <p:nvPr userDrawn="1"/>
            </p:nvSpPr>
            <p:spPr bwMode="auto">
              <a:xfrm>
                <a:off x="1129" y="1300"/>
                <a:ext cx="5" cy="29"/>
              </a:xfrm>
              <a:custGeom>
                <a:avLst/>
                <a:gdLst>
                  <a:gd name="T0" fmla="*/ 0 w 5"/>
                  <a:gd name="T1" fmla="*/ 0 h 29"/>
                  <a:gd name="T2" fmla="*/ 0 w 5"/>
                  <a:gd name="T3" fmla="*/ 29 h 29"/>
                  <a:gd name="T4" fmla="*/ 5 w 5"/>
                  <a:gd name="T5" fmla="*/ 28 h 29"/>
                  <a:gd name="T6" fmla="*/ 0 w 5"/>
                  <a:gd name="T7" fmla="*/ 0 h 29"/>
                  <a:gd name="T8" fmla="*/ 0 w 5"/>
                  <a:gd name="T9" fmla="*/ 0 h 29"/>
                  <a:gd name="T10" fmla="*/ 0 w 5"/>
                  <a:gd name="T11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29">
                    <a:moveTo>
                      <a:pt x="0" y="0"/>
                    </a:moveTo>
                    <a:cubicBezTo>
                      <a:pt x="0" y="29"/>
                      <a:pt x="0" y="29"/>
                      <a:pt x="0" y="29"/>
                    </a:cubicBezTo>
                    <a:cubicBezTo>
                      <a:pt x="2" y="29"/>
                      <a:pt x="3" y="29"/>
                      <a:pt x="5" y="28"/>
                    </a:cubicBezTo>
                    <a:lnTo>
                      <a:pt x="0" y="0"/>
                    </a:lnTo>
                    <a:close/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FE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" name="Freeform 47"/>
              <p:cNvSpPr>
                <a:spLocks noEditPoints="1"/>
              </p:cNvSpPr>
              <p:nvPr userDrawn="1"/>
            </p:nvSpPr>
            <p:spPr bwMode="auto">
              <a:xfrm>
                <a:off x="1129" y="1196"/>
                <a:ext cx="16" cy="24"/>
              </a:xfrm>
              <a:custGeom>
                <a:avLst/>
                <a:gdLst>
                  <a:gd name="T0" fmla="*/ 16 w 16"/>
                  <a:gd name="T1" fmla="*/ 12 h 24"/>
                  <a:gd name="T2" fmla="*/ 5 w 16"/>
                  <a:gd name="T3" fmla="*/ 0 h 24"/>
                  <a:gd name="T4" fmla="*/ 0 w 16"/>
                  <a:gd name="T5" fmla="*/ 0 h 24"/>
                  <a:gd name="T6" fmla="*/ 0 w 16"/>
                  <a:gd name="T7" fmla="*/ 24 h 24"/>
                  <a:gd name="T8" fmla="*/ 4 w 16"/>
                  <a:gd name="T9" fmla="*/ 24 h 24"/>
                  <a:gd name="T10" fmla="*/ 16 w 16"/>
                  <a:gd name="T11" fmla="*/ 12 h 24"/>
                  <a:gd name="T12" fmla="*/ 16 w 16"/>
                  <a:gd name="T13" fmla="*/ 12 h 24"/>
                  <a:gd name="T14" fmla="*/ 16 w 16"/>
                  <a:gd name="T15" fmla="*/ 1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" h="24">
                    <a:moveTo>
                      <a:pt x="16" y="12"/>
                    </a:moveTo>
                    <a:cubicBezTo>
                      <a:pt x="16" y="6"/>
                      <a:pt x="12" y="2"/>
                      <a:pt x="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4"/>
                      <a:pt x="2" y="24"/>
                      <a:pt x="4" y="24"/>
                    </a:cubicBezTo>
                    <a:cubicBezTo>
                      <a:pt x="12" y="24"/>
                      <a:pt x="16" y="20"/>
                      <a:pt x="16" y="12"/>
                    </a:cubicBezTo>
                    <a:close/>
                    <a:moveTo>
                      <a:pt x="16" y="12"/>
                    </a:moveTo>
                    <a:cubicBezTo>
                      <a:pt x="16" y="12"/>
                      <a:pt x="16" y="12"/>
                      <a:pt x="16" y="1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" name="Freeform 48"/>
              <p:cNvSpPr>
                <a:spLocks noEditPoints="1"/>
              </p:cNvSpPr>
              <p:nvPr userDrawn="1"/>
            </p:nvSpPr>
            <p:spPr bwMode="auto">
              <a:xfrm>
                <a:off x="1129" y="771"/>
                <a:ext cx="169" cy="1270"/>
              </a:xfrm>
              <a:custGeom>
                <a:avLst/>
                <a:gdLst>
                  <a:gd name="T0" fmla="*/ 0 w 169"/>
                  <a:gd name="T1" fmla="*/ 49 h 1270"/>
                  <a:gd name="T2" fmla="*/ 122 w 169"/>
                  <a:gd name="T3" fmla="*/ 304 h 1270"/>
                  <a:gd name="T4" fmla="*/ 0 w 169"/>
                  <a:gd name="T5" fmla="*/ 284 h 1270"/>
                  <a:gd name="T6" fmla="*/ 0 w 169"/>
                  <a:gd name="T7" fmla="*/ 323 h 1270"/>
                  <a:gd name="T8" fmla="*/ 9 w 169"/>
                  <a:gd name="T9" fmla="*/ 358 h 1270"/>
                  <a:gd name="T10" fmla="*/ 32 w 169"/>
                  <a:gd name="T11" fmla="*/ 411 h 1270"/>
                  <a:gd name="T12" fmla="*/ 4 w 169"/>
                  <a:gd name="T13" fmla="*/ 471 h 1270"/>
                  <a:gd name="T14" fmla="*/ 0 w 169"/>
                  <a:gd name="T15" fmla="*/ 498 h 1270"/>
                  <a:gd name="T16" fmla="*/ 26 w 169"/>
                  <a:gd name="T17" fmla="*/ 499 h 1270"/>
                  <a:gd name="T18" fmla="*/ 57 w 169"/>
                  <a:gd name="T19" fmla="*/ 594 h 1270"/>
                  <a:gd name="T20" fmla="*/ 57 w 169"/>
                  <a:gd name="T21" fmla="*/ 610 h 1270"/>
                  <a:gd name="T22" fmla="*/ 0 w 169"/>
                  <a:gd name="T23" fmla="*/ 610 h 1270"/>
                  <a:gd name="T24" fmla="*/ 11 w 169"/>
                  <a:gd name="T25" fmla="*/ 637 h 1270"/>
                  <a:gd name="T26" fmla="*/ 48 w 169"/>
                  <a:gd name="T27" fmla="*/ 645 h 1270"/>
                  <a:gd name="T28" fmla="*/ 17 w 169"/>
                  <a:gd name="T29" fmla="*/ 683 h 1270"/>
                  <a:gd name="T30" fmla="*/ 5 w 169"/>
                  <a:gd name="T31" fmla="*/ 661 h 1270"/>
                  <a:gd name="T32" fmla="*/ 0 w 169"/>
                  <a:gd name="T33" fmla="*/ 726 h 1270"/>
                  <a:gd name="T34" fmla="*/ 20 w 169"/>
                  <a:gd name="T35" fmla="*/ 708 h 1270"/>
                  <a:gd name="T36" fmla="*/ 44 w 169"/>
                  <a:gd name="T37" fmla="*/ 742 h 1270"/>
                  <a:gd name="T38" fmla="*/ 1 w 169"/>
                  <a:gd name="T39" fmla="*/ 751 h 1270"/>
                  <a:gd name="T40" fmla="*/ 0 w 169"/>
                  <a:gd name="T41" fmla="*/ 779 h 1270"/>
                  <a:gd name="T42" fmla="*/ 1 w 169"/>
                  <a:gd name="T43" fmla="*/ 794 h 1270"/>
                  <a:gd name="T44" fmla="*/ 0 w 169"/>
                  <a:gd name="T45" fmla="*/ 820 h 1270"/>
                  <a:gd name="T46" fmla="*/ 14 w 169"/>
                  <a:gd name="T47" fmla="*/ 800 h 1270"/>
                  <a:gd name="T48" fmla="*/ 6 w 169"/>
                  <a:gd name="T49" fmla="*/ 793 h 1270"/>
                  <a:gd name="T50" fmla="*/ 32 w 169"/>
                  <a:gd name="T51" fmla="*/ 779 h 1270"/>
                  <a:gd name="T52" fmla="*/ 58 w 169"/>
                  <a:gd name="T53" fmla="*/ 781 h 1270"/>
                  <a:gd name="T54" fmla="*/ 32 w 169"/>
                  <a:gd name="T55" fmla="*/ 819 h 1270"/>
                  <a:gd name="T56" fmla="*/ 41 w 169"/>
                  <a:gd name="T57" fmla="*/ 860 h 1270"/>
                  <a:gd name="T58" fmla="*/ 59 w 169"/>
                  <a:gd name="T59" fmla="*/ 878 h 1270"/>
                  <a:gd name="T60" fmla="*/ 31 w 169"/>
                  <a:gd name="T61" fmla="*/ 892 h 1270"/>
                  <a:gd name="T62" fmla="*/ 0 w 169"/>
                  <a:gd name="T63" fmla="*/ 854 h 1270"/>
                  <a:gd name="T64" fmla="*/ 2 w 169"/>
                  <a:gd name="T65" fmla="*/ 876 h 1270"/>
                  <a:gd name="T66" fmla="*/ 0 w 169"/>
                  <a:gd name="T67" fmla="*/ 949 h 1270"/>
                  <a:gd name="T68" fmla="*/ 0 w 169"/>
                  <a:gd name="T69" fmla="*/ 988 h 1270"/>
                  <a:gd name="T70" fmla="*/ 2 w 169"/>
                  <a:gd name="T71" fmla="*/ 1024 h 1270"/>
                  <a:gd name="T72" fmla="*/ 122 w 169"/>
                  <a:gd name="T73" fmla="*/ 1224 h 1270"/>
                  <a:gd name="T74" fmla="*/ 0 w 169"/>
                  <a:gd name="T75" fmla="*/ 1270 h 1270"/>
                  <a:gd name="T76" fmla="*/ 169 w 169"/>
                  <a:gd name="T77" fmla="*/ 0 h 1270"/>
                  <a:gd name="T78" fmla="*/ 0 w 169"/>
                  <a:gd name="T79" fmla="*/ 0 h 1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69" h="1270">
                    <a:moveTo>
                      <a:pt x="0" y="0"/>
                    </a:moveTo>
                    <a:cubicBezTo>
                      <a:pt x="0" y="49"/>
                      <a:pt x="0" y="49"/>
                      <a:pt x="0" y="49"/>
                    </a:cubicBezTo>
                    <a:cubicBezTo>
                      <a:pt x="122" y="49"/>
                      <a:pt x="122" y="49"/>
                      <a:pt x="122" y="49"/>
                    </a:cubicBezTo>
                    <a:cubicBezTo>
                      <a:pt x="122" y="304"/>
                      <a:pt x="122" y="304"/>
                      <a:pt x="122" y="304"/>
                    </a:cubicBezTo>
                    <a:cubicBezTo>
                      <a:pt x="0" y="249"/>
                      <a:pt x="0" y="249"/>
                      <a:pt x="0" y="249"/>
                    </a:cubicBezTo>
                    <a:cubicBezTo>
                      <a:pt x="0" y="284"/>
                      <a:pt x="0" y="284"/>
                      <a:pt x="0" y="284"/>
                    </a:cubicBezTo>
                    <a:cubicBezTo>
                      <a:pt x="9" y="285"/>
                      <a:pt x="17" y="294"/>
                      <a:pt x="17" y="304"/>
                    </a:cubicBezTo>
                    <a:cubicBezTo>
                      <a:pt x="17" y="313"/>
                      <a:pt x="9" y="322"/>
                      <a:pt x="0" y="323"/>
                    </a:cubicBezTo>
                    <a:cubicBezTo>
                      <a:pt x="0" y="358"/>
                      <a:pt x="0" y="358"/>
                      <a:pt x="0" y="358"/>
                    </a:cubicBezTo>
                    <a:cubicBezTo>
                      <a:pt x="5" y="358"/>
                      <a:pt x="9" y="358"/>
                      <a:pt x="9" y="358"/>
                    </a:cubicBezTo>
                    <a:cubicBezTo>
                      <a:pt x="35" y="358"/>
                      <a:pt x="48" y="367"/>
                      <a:pt x="48" y="385"/>
                    </a:cubicBezTo>
                    <a:cubicBezTo>
                      <a:pt x="48" y="397"/>
                      <a:pt x="40" y="405"/>
                      <a:pt x="32" y="411"/>
                    </a:cubicBezTo>
                    <a:cubicBezTo>
                      <a:pt x="42" y="414"/>
                      <a:pt x="53" y="420"/>
                      <a:pt x="53" y="435"/>
                    </a:cubicBezTo>
                    <a:cubicBezTo>
                      <a:pt x="53" y="459"/>
                      <a:pt x="37" y="471"/>
                      <a:pt x="4" y="471"/>
                    </a:cubicBezTo>
                    <a:cubicBezTo>
                      <a:pt x="3" y="471"/>
                      <a:pt x="2" y="471"/>
                      <a:pt x="0" y="471"/>
                    </a:cubicBezTo>
                    <a:cubicBezTo>
                      <a:pt x="0" y="498"/>
                      <a:pt x="0" y="498"/>
                      <a:pt x="0" y="498"/>
                    </a:cubicBezTo>
                    <a:cubicBezTo>
                      <a:pt x="23" y="497"/>
                      <a:pt x="23" y="497"/>
                      <a:pt x="23" y="497"/>
                    </a:cubicBezTo>
                    <a:cubicBezTo>
                      <a:pt x="26" y="499"/>
                      <a:pt x="26" y="499"/>
                      <a:pt x="26" y="499"/>
                    </a:cubicBezTo>
                    <a:cubicBezTo>
                      <a:pt x="26" y="499"/>
                      <a:pt x="42" y="565"/>
                      <a:pt x="47" y="583"/>
                    </a:cubicBezTo>
                    <a:cubicBezTo>
                      <a:pt x="49" y="591"/>
                      <a:pt x="52" y="594"/>
                      <a:pt x="57" y="594"/>
                    </a:cubicBezTo>
                    <a:cubicBezTo>
                      <a:pt x="58" y="596"/>
                      <a:pt x="58" y="596"/>
                      <a:pt x="58" y="596"/>
                    </a:cubicBezTo>
                    <a:cubicBezTo>
                      <a:pt x="57" y="610"/>
                      <a:pt x="57" y="610"/>
                      <a:pt x="57" y="610"/>
                    </a:cubicBezTo>
                    <a:cubicBezTo>
                      <a:pt x="57" y="610"/>
                      <a:pt x="42" y="609"/>
                      <a:pt x="33" y="609"/>
                    </a:cubicBezTo>
                    <a:cubicBezTo>
                      <a:pt x="17" y="609"/>
                      <a:pt x="0" y="610"/>
                      <a:pt x="0" y="610"/>
                    </a:cubicBezTo>
                    <a:cubicBezTo>
                      <a:pt x="0" y="638"/>
                      <a:pt x="0" y="638"/>
                      <a:pt x="0" y="638"/>
                    </a:cubicBezTo>
                    <a:cubicBezTo>
                      <a:pt x="3" y="637"/>
                      <a:pt x="7" y="637"/>
                      <a:pt x="11" y="637"/>
                    </a:cubicBezTo>
                    <a:cubicBezTo>
                      <a:pt x="25" y="637"/>
                      <a:pt x="46" y="642"/>
                      <a:pt x="46" y="642"/>
                    </a:cubicBezTo>
                    <a:cubicBezTo>
                      <a:pt x="48" y="645"/>
                      <a:pt x="48" y="645"/>
                      <a:pt x="48" y="645"/>
                    </a:cubicBezTo>
                    <a:cubicBezTo>
                      <a:pt x="48" y="645"/>
                      <a:pt x="44" y="660"/>
                      <a:pt x="43" y="681"/>
                    </a:cubicBezTo>
                    <a:cubicBezTo>
                      <a:pt x="17" y="683"/>
                      <a:pt x="17" y="683"/>
                      <a:pt x="17" y="683"/>
                    </a:cubicBezTo>
                    <a:cubicBezTo>
                      <a:pt x="17" y="683"/>
                      <a:pt x="17" y="678"/>
                      <a:pt x="17" y="673"/>
                    </a:cubicBezTo>
                    <a:cubicBezTo>
                      <a:pt x="17" y="664"/>
                      <a:pt x="14" y="661"/>
                      <a:pt x="5" y="661"/>
                    </a:cubicBezTo>
                    <a:cubicBezTo>
                      <a:pt x="3" y="661"/>
                      <a:pt x="2" y="661"/>
                      <a:pt x="0" y="661"/>
                    </a:cubicBezTo>
                    <a:cubicBezTo>
                      <a:pt x="0" y="726"/>
                      <a:pt x="0" y="726"/>
                      <a:pt x="0" y="726"/>
                    </a:cubicBezTo>
                    <a:cubicBezTo>
                      <a:pt x="2" y="727"/>
                      <a:pt x="4" y="727"/>
                      <a:pt x="6" y="727"/>
                    </a:cubicBezTo>
                    <a:cubicBezTo>
                      <a:pt x="15" y="727"/>
                      <a:pt x="19" y="722"/>
                      <a:pt x="20" y="708"/>
                    </a:cubicBezTo>
                    <a:cubicBezTo>
                      <a:pt x="46" y="706"/>
                      <a:pt x="46" y="706"/>
                      <a:pt x="46" y="706"/>
                    </a:cubicBezTo>
                    <a:cubicBezTo>
                      <a:pt x="46" y="706"/>
                      <a:pt x="44" y="726"/>
                      <a:pt x="44" y="742"/>
                    </a:cubicBezTo>
                    <a:cubicBezTo>
                      <a:pt x="42" y="745"/>
                      <a:pt x="42" y="745"/>
                      <a:pt x="42" y="745"/>
                    </a:cubicBezTo>
                    <a:cubicBezTo>
                      <a:pt x="42" y="745"/>
                      <a:pt x="23" y="751"/>
                      <a:pt x="1" y="751"/>
                    </a:cubicBezTo>
                    <a:cubicBezTo>
                      <a:pt x="0" y="751"/>
                      <a:pt x="0" y="751"/>
                      <a:pt x="0" y="751"/>
                    </a:cubicBezTo>
                    <a:cubicBezTo>
                      <a:pt x="0" y="779"/>
                      <a:pt x="0" y="779"/>
                      <a:pt x="0" y="779"/>
                    </a:cubicBezTo>
                    <a:cubicBezTo>
                      <a:pt x="2" y="779"/>
                      <a:pt x="2" y="779"/>
                      <a:pt x="2" y="779"/>
                    </a:cubicBezTo>
                    <a:cubicBezTo>
                      <a:pt x="1" y="794"/>
                      <a:pt x="1" y="794"/>
                      <a:pt x="1" y="794"/>
                    </a:cubicBezTo>
                    <a:cubicBezTo>
                      <a:pt x="0" y="794"/>
                      <a:pt x="0" y="794"/>
                      <a:pt x="0" y="794"/>
                    </a:cubicBezTo>
                    <a:cubicBezTo>
                      <a:pt x="0" y="820"/>
                      <a:pt x="0" y="820"/>
                      <a:pt x="0" y="820"/>
                    </a:cubicBezTo>
                    <a:cubicBezTo>
                      <a:pt x="11" y="808"/>
                      <a:pt x="11" y="808"/>
                      <a:pt x="11" y="808"/>
                    </a:cubicBezTo>
                    <a:cubicBezTo>
                      <a:pt x="13" y="805"/>
                      <a:pt x="14" y="802"/>
                      <a:pt x="14" y="800"/>
                    </a:cubicBezTo>
                    <a:cubicBezTo>
                      <a:pt x="14" y="796"/>
                      <a:pt x="12" y="795"/>
                      <a:pt x="7" y="794"/>
                    </a:cubicBezTo>
                    <a:cubicBezTo>
                      <a:pt x="6" y="793"/>
                      <a:pt x="6" y="793"/>
                      <a:pt x="6" y="793"/>
                    </a:cubicBezTo>
                    <a:cubicBezTo>
                      <a:pt x="8" y="779"/>
                      <a:pt x="8" y="779"/>
                      <a:pt x="8" y="779"/>
                    </a:cubicBezTo>
                    <a:cubicBezTo>
                      <a:pt x="8" y="779"/>
                      <a:pt x="24" y="779"/>
                      <a:pt x="32" y="779"/>
                    </a:cubicBezTo>
                    <a:cubicBezTo>
                      <a:pt x="39" y="779"/>
                      <a:pt x="57" y="778"/>
                      <a:pt x="57" y="778"/>
                    </a:cubicBezTo>
                    <a:cubicBezTo>
                      <a:pt x="58" y="781"/>
                      <a:pt x="58" y="781"/>
                      <a:pt x="58" y="781"/>
                    </a:cubicBezTo>
                    <a:cubicBezTo>
                      <a:pt x="57" y="794"/>
                      <a:pt x="57" y="794"/>
                      <a:pt x="57" y="794"/>
                    </a:cubicBezTo>
                    <a:cubicBezTo>
                      <a:pt x="49" y="799"/>
                      <a:pt x="41" y="806"/>
                      <a:pt x="32" y="819"/>
                    </a:cubicBezTo>
                    <a:cubicBezTo>
                      <a:pt x="25" y="829"/>
                      <a:pt x="25" y="829"/>
                      <a:pt x="25" y="829"/>
                    </a:cubicBezTo>
                    <a:cubicBezTo>
                      <a:pt x="41" y="860"/>
                      <a:pt x="41" y="860"/>
                      <a:pt x="41" y="860"/>
                    </a:cubicBezTo>
                    <a:cubicBezTo>
                      <a:pt x="46" y="870"/>
                      <a:pt x="50" y="875"/>
                      <a:pt x="58" y="875"/>
                    </a:cubicBezTo>
                    <a:cubicBezTo>
                      <a:pt x="59" y="878"/>
                      <a:pt x="59" y="878"/>
                      <a:pt x="59" y="878"/>
                    </a:cubicBezTo>
                    <a:cubicBezTo>
                      <a:pt x="58" y="891"/>
                      <a:pt x="58" y="891"/>
                      <a:pt x="58" y="891"/>
                    </a:cubicBezTo>
                    <a:cubicBezTo>
                      <a:pt x="58" y="891"/>
                      <a:pt x="36" y="892"/>
                      <a:pt x="31" y="892"/>
                    </a:cubicBezTo>
                    <a:cubicBezTo>
                      <a:pt x="23" y="892"/>
                      <a:pt x="18" y="889"/>
                      <a:pt x="13" y="879"/>
                    </a:cubicBezTo>
                    <a:cubicBezTo>
                      <a:pt x="0" y="854"/>
                      <a:pt x="0" y="854"/>
                      <a:pt x="0" y="854"/>
                    </a:cubicBezTo>
                    <a:cubicBezTo>
                      <a:pt x="0" y="875"/>
                      <a:pt x="0" y="875"/>
                      <a:pt x="0" y="875"/>
                    </a:cubicBezTo>
                    <a:cubicBezTo>
                      <a:pt x="2" y="876"/>
                      <a:pt x="2" y="876"/>
                      <a:pt x="2" y="876"/>
                    </a:cubicBezTo>
                    <a:cubicBezTo>
                      <a:pt x="0" y="889"/>
                      <a:pt x="0" y="889"/>
                      <a:pt x="0" y="889"/>
                    </a:cubicBezTo>
                    <a:cubicBezTo>
                      <a:pt x="0" y="949"/>
                      <a:pt x="0" y="949"/>
                      <a:pt x="0" y="949"/>
                    </a:cubicBezTo>
                    <a:cubicBezTo>
                      <a:pt x="10" y="950"/>
                      <a:pt x="17" y="959"/>
                      <a:pt x="17" y="969"/>
                    </a:cubicBezTo>
                    <a:cubicBezTo>
                      <a:pt x="17" y="979"/>
                      <a:pt x="10" y="987"/>
                      <a:pt x="0" y="988"/>
                    </a:cubicBezTo>
                    <a:cubicBezTo>
                      <a:pt x="0" y="1023"/>
                      <a:pt x="0" y="1023"/>
                      <a:pt x="0" y="1023"/>
                    </a:cubicBezTo>
                    <a:cubicBezTo>
                      <a:pt x="2" y="1024"/>
                      <a:pt x="2" y="1024"/>
                      <a:pt x="2" y="1024"/>
                    </a:cubicBezTo>
                    <a:cubicBezTo>
                      <a:pt x="122" y="969"/>
                      <a:pt x="122" y="969"/>
                      <a:pt x="122" y="969"/>
                    </a:cubicBezTo>
                    <a:cubicBezTo>
                      <a:pt x="122" y="1224"/>
                      <a:pt x="122" y="1224"/>
                      <a:pt x="122" y="1224"/>
                    </a:cubicBezTo>
                    <a:cubicBezTo>
                      <a:pt x="0" y="1224"/>
                      <a:pt x="0" y="1224"/>
                      <a:pt x="0" y="1224"/>
                    </a:cubicBezTo>
                    <a:cubicBezTo>
                      <a:pt x="0" y="1270"/>
                      <a:pt x="0" y="1270"/>
                      <a:pt x="0" y="1270"/>
                    </a:cubicBezTo>
                    <a:cubicBezTo>
                      <a:pt x="169" y="1270"/>
                      <a:pt x="169" y="1270"/>
                      <a:pt x="169" y="1270"/>
                    </a:cubicBezTo>
                    <a:cubicBezTo>
                      <a:pt x="169" y="0"/>
                      <a:pt x="169" y="0"/>
                      <a:pt x="169" y="0"/>
                    </a:cubicBezTo>
                    <a:lnTo>
                      <a:pt x="0" y="0"/>
                    </a:lnTo>
                    <a:close/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" name="Freeform 49"/>
              <p:cNvSpPr>
                <a:spLocks noEditPoints="1"/>
              </p:cNvSpPr>
              <p:nvPr userDrawn="1"/>
            </p:nvSpPr>
            <p:spPr bwMode="auto">
              <a:xfrm>
                <a:off x="1129" y="1350"/>
                <a:ext cx="11" cy="15"/>
              </a:xfrm>
              <a:custGeom>
                <a:avLst/>
                <a:gdLst>
                  <a:gd name="T0" fmla="*/ 11 w 11"/>
                  <a:gd name="T1" fmla="*/ 9 h 15"/>
                  <a:gd name="T2" fmla="*/ 10 w 11"/>
                  <a:gd name="T3" fmla="*/ 6 h 15"/>
                  <a:gd name="T4" fmla="*/ 9 w 11"/>
                  <a:gd name="T5" fmla="*/ 0 h 15"/>
                  <a:gd name="T6" fmla="*/ 0 w 11"/>
                  <a:gd name="T7" fmla="*/ 0 h 15"/>
                  <a:gd name="T8" fmla="*/ 0 w 11"/>
                  <a:gd name="T9" fmla="*/ 15 h 15"/>
                  <a:gd name="T10" fmla="*/ 11 w 11"/>
                  <a:gd name="T11" fmla="*/ 9 h 15"/>
                  <a:gd name="T12" fmla="*/ 11 w 11"/>
                  <a:gd name="T13" fmla="*/ 9 h 15"/>
                  <a:gd name="T14" fmla="*/ 11 w 11"/>
                  <a:gd name="T15" fmla="*/ 9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" h="15">
                    <a:moveTo>
                      <a:pt x="11" y="9"/>
                    </a:moveTo>
                    <a:cubicBezTo>
                      <a:pt x="11" y="9"/>
                      <a:pt x="10" y="8"/>
                      <a:pt x="10" y="6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6" y="0"/>
                      <a:pt x="3" y="0"/>
                      <a:pt x="0" y="0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10" y="14"/>
                      <a:pt x="11" y="14"/>
                      <a:pt x="11" y="9"/>
                    </a:cubicBezTo>
                    <a:close/>
                    <a:moveTo>
                      <a:pt x="11" y="9"/>
                    </a:moveTo>
                    <a:cubicBezTo>
                      <a:pt x="11" y="9"/>
                      <a:pt x="11" y="9"/>
                      <a:pt x="11" y="9"/>
                    </a:cubicBezTo>
                  </a:path>
                </a:pathLst>
              </a:custGeom>
              <a:solidFill>
                <a:srgbClr val="EFE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" name="Freeform 50"/>
              <p:cNvSpPr>
                <a:spLocks noEditPoints="1"/>
              </p:cNvSpPr>
              <p:nvPr userDrawn="1"/>
            </p:nvSpPr>
            <p:spPr bwMode="auto">
              <a:xfrm>
                <a:off x="1129" y="1150"/>
                <a:ext cx="13" cy="26"/>
              </a:xfrm>
              <a:custGeom>
                <a:avLst/>
                <a:gdLst>
                  <a:gd name="T0" fmla="*/ 13 w 13"/>
                  <a:gd name="T1" fmla="*/ 12 h 26"/>
                  <a:gd name="T2" fmla="*/ 0 w 13"/>
                  <a:gd name="T3" fmla="*/ 0 h 26"/>
                  <a:gd name="T4" fmla="*/ 0 w 13"/>
                  <a:gd name="T5" fmla="*/ 25 h 26"/>
                  <a:gd name="T6" fmla="*/ 6 w 13"/>
                  <a:gd name="T7" fmla="*/ 26 h 26"/>
                  <a:gd name="T8" fmla="*/ 13 w 13"/>
                  <a:gd name="T9" fmla="*/ 12 h 26"/>
                  <a:gd name="T10" fmla="*/ 13 w 13"/>
                  <a:gd name="T11" fmla="*/ 12 h 26"/>
                  <a:gd name="T12" fmla="*/ 13 w 13"/>
                  <a:gd name="T13" fmla="*/ 1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26">
                    <a:moveTo>
                      <a:pt x="13" y="12"/>
                    </a:moveTo>
                    <a:cubicBezTo>
                      <a:pt x="13" y="4"/>
                      <a:pt x="9" y="1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2" y="25"/>
                      <a:pt x="4" y="26"/>
                      <a:pt x="6" y="26"/>
                    </a:cubicBezTo>
                    <a:cubicBezTo>
                      <a:pt x="6" y="26"/>
                      <a:pt x="13" y="21"/>
                      <a:pt x="13" y="12"/>
                    </a:cubicBezTo>
                    <a:close/>
                    <a:moveTo>
                      <a:pt x="13" y="12"/>
                    </a:moveTo>
                    <a:cubicBezTo>
                      <a:pt x="13" y="12"/>
                      <a:pt x="13" y="12"/>
                      <a:pt x="13" y="1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" name="Freeform 51"/>
              <p:cNvSpPr>
                <a:spLocks noEditPoints="1"/>
              </p:cNvSpPr>
              <p:nvPr userDrawn="1"/>
            </p:nvSpPr>
            <p:spPr bwMode="auto">
              <a:xfrm>
                <a:off x="1070" y="1129"/>
                <a:ext cx="117" cy="534"/>
              </a:xfrm>
              <a:custGeom>
                <a:avLst/>
                <a:gdLst>
                  <a:gd name="T0" fmla="*/ 68 w 117"/>
                  <a:gd name="T1" fmla="*/ 0 h 534"/>
                  <a:gd name="T2" fmla="*/ 7 w 117"/>
                  <a:gd name="T3" fmla="*/ 1 h 534"/>
                  <a:gd name="T4" fmla="*/ 12 w 117"/>
                  <a:gd name="T5" fmla="*/ 16 h 534"/>
                  <a:gd name="T6" fmla="*/ 5 w 117"/>
                  <a:gd name="T7" fmla="*/ 97 h 534"/>
                  <a:gd name="T8" fmla="*/ 59 w 117"/>
                  <a:gd name="T9" fmla="*/ 113 h 534"/>
                  <a:gd name="T10" fmla="*/ 90 w 117"/>
                  <a:gd name="T11" fmla="*/ 53 h 534"/>
                  <a:gd name="T12" fmla="*/ 59 w 117"/>
                  <a:gd name="T13" fmla="*/ 21 h 534"/>
                  <a:gd name="T14" fmla="*/ 59 w 117"/>
                  <a:gd name="T15" fmla="*/ 46 h 534"/>
                  <a:gd name="T16" fmla="*/ 62 w 117"/>
                  <a:gd name="T17" fmla="*/ 91 h 534"/>
                  <a:gd name="T18" fmla="*/ 51 w 117"/>
                  <a:gd name="T19" fmla="*/ 67 h 534"/>
                  <a:gd name="T20" fmla="*/ 62 w 117"/>
                  <a:gd name="T21" fmla="*/ 91 h 534"/>
                  <a:gd name="T22" fmla="*/ 84 w 117"/>
                  <a:gd name="T23" fmla="*/ 141 h 534"/>
                  <a:gd name="T24" fmla="*/ 37 w 117"/>
                  <a:gd name="T25" fmla="*/ 141 h 534"/>
                  <a:gd name="T26" fmla="*/ 0 w 117"/>
                  <a:gd name="T27" fmla="*/ 251 h 534"/>
                  <a:gd name="T28" fmla="*/ 50 w 117"/>
                  <a:gd name="T29" fmla="*/ 237 h 534"/>
                  <a:gd name="T30" fmla="*/ 39 w 117"/>
                  <a:gd name="T31" fmla="*/ 232 h 534"/>
                  <a:gd name="T32" fmla="*/ 55 w 117"/>
                  <a:gd name="T33" fmla="*/ 220 h 534"/>
                  <a:gd name="T34" fmla="*/ 69 w 117"/>
                  <a:gd name="T35" fmla="*/ 227 h 534"/>
                  <a:gd name="T36" fmla="*/ 59 w 117"/>
                  <a:gd name="T37" fmla="*/ 251 h 534"/>
                  <a:gd name="T38" fmla="*/ 117 w 117"/>
                  <a:gd name="T39" fmla="*/ 237 h 534"/>
                  <a:gd name="T40" fmla="*/ 47 w 117"/>
                  <a:gd name="T41" fmla="*/ 200 h 534"/>
                  <a:gd name="T42" fmla="*/ 59 w 117"/>
                  <a:gd name="T43" fmla="*/ 171 h 534"/>
                  <a:gd name="T44" fmla="*/ 60 w 117"/>
                  <a:gd name="T45" fmla="*/ 517 h 534"/>
                  <a:gd name="T46" fmla="*/ 60 w 117"/>
                  <a:gd name="T47" fmla="*/ 517 h 534"/>
                  <a:gd name="T48" fmla="*/ 59 w 117"/>
                  <a:gd name="T49" fmla="*/ 420 h 534"/>
                  <a:gd name="T50" fmla="*/ 48 w 117"/>
                  <a:gd name="T51" fmla="*/ 504 h 534"/>
                  <a:gd name="T52" fmla="*/ 59 w 117"/>
                  <a:gd name="T53" fmla="*/ 420 h 534"/>
                  <a:gd name="T54" fmla="*/ 2 w 117"/>
                  <a:gd name="T55" fmla="*/ 433 h 534"/>
                  <a:gd name="T56" fmla="*/ 14 w 117"/>
                  <a:gd name="T57" fmla="*/ 444 h 534"/>
                  <a:gd name="T58" fmla="*/ 2 w 117"/>
                  <a:gd name="T59" fmla="*/ 531 h 534"/>
                  <a:gd name="T60" fmla="*/ 59 w 117"/>
                  <a:gd name="T61" fmla="*/ 515 h 534"/>
                  <a:gd name="T62" fmla="*/ 59 w 117"/>
                  <a:gd name="T63" fmla="*/ 393 h 534"/>
                  <a:gd name="T64" fmla="*/ 102 w 117"/>
                  <a:gd name="T65" fmla="*/ 383 h 534"/>
                  <a:gd name="T66" fmla="*/ 65 w 117"/>
                  <a:gd name="T67" fmla="*/ 369 h 534"/>
                  <a:gd name="T68" fmla="*/ 59 w 117"/>
                  <a:gd name="T69" fmla="*/ 303 h 534"/>
                  <a:gd name="T70" fmla="*/ 75 w 117"/>
                  <a:gd name="T71" fmla="*/ 324 h 534"/>
                  <a:gd name="T72" fmla="*/ 105 w 117"/>
                  <a:gd name="T73" fmla="*/ 283 h 534"/>
                  <a:gd name="T74" fmla="*/ 9 w 117"/>
                  <a:gd name="T75" fmla="*/ 338 h 534"/>
                  <a:gd name="T76" fmla="*/ 99 w 117"/>
                  <a:gd name="T77" fmla="*/ 501 h 534"/>
                  <a:gd name="T78" fmla="*/ 115 w 117"/>
                  <a:gd name="T79" fmla="*/ 435 h 534"/>
                  <a:gd name="T80" fmla="*/ 91 w 117"/>
                  <a:gd name="T81" fmla="*/ 420 h 534"/>
                  <a:gd name="T82" fmla="*/ 66 w 117"/>
                  <a:gd name="T83" fmla="*/ 436 h 534"/>
                  <a:gd name="T84" fmla="*/ 59 w 117"/>
                  <a:gd name="T85" fmla="*/ 461 h 534"/>
                  <a:gd name="T86" fmla="*/ 90 w 117"/>
                  <a:gd name="T87" fmla="*/ 534 h 534"/>
                  <a:gd name="T88" fmla="*/ 116 w 117"/>
                  <a:gd name="T89" fmla="*/ 517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17" h="534">
                    <a:moveTo>
                      <a:pt x="90" y="53"/>
                    </a:moveTo>
                    <a:cubicBezTo>
                      <a:pt x="99" y="47"/>
                      <a:pt x="107" y="39"/>
                      <a:pt x="107" y="27"/>
                    </a:cubicBezTo>
                    <a:cubicBezTo>
                      <a:pt x="107" y="9"/>
                      <a:pt x="93" y="0"/>
                      <a:pt x="68" y="0"/>
                    </a:cubicBezTo>
                    <a:cubicBezTo>
                      <a:pt x="68" y="0"/>
                      <a:pt x="64" y="0"/>
                      <a:pt x="59" y="0"/>
                    </a:cubicBezTo>
                    <a:cubicBezTo>
                      <a:pt x="50" y="0"/>
                      <a:pt x="39" y="1"/>
                      <a:pt x="35" y="1"/>
                    </a:cubicBezTo>
                    <a:cubicBezTo>
                      <a:pt x="30" y="1"/>
                      <a:pt x="7" y="1"/>
                      <a:pt x="7" y="1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7" y="16"/>
                      <a:pt x="7" y="16"/>
                      <a:pt x="7" y="16"/>
                    </a:cubicBezTo>
                    <a:cubicBezTo>
                      <a:pt x="7" y="16"/>
                      <a:pt x="11" y="16"/>
                      <a:pt x="12" y="16"/>
                    </a:cubicBezTo>
                    <a:cubicBezTo>
                      <a:pt x="15" y="16"/>
                      <a:pt x="17" y="19"/>
                      <a:pt x="17" y="24"/>
                    </a:cubicBezTo>
                    <a:cubicBezTo>
                      <a:pt x="17" y="85"/>
                      <a:pt x="17" y="85"/>
                      <a:pt x="17" y="85"/>
                    </a:cubicBezTo>
                    <a:cubicBezTo>
                      <a:pt x="17" y="93"/>
                      <a:pt x="14" y="95"/>
                      <a:pt x="5" y="97"/>
                    </a:cubicBezTo>
                    <a:cubicBezTo>
                      <a:pt x="4" y="112"/>
                      <a:pt x="4" y="112"/>
                      <a:pt x="4" y="112"/>
                    </a:cubicBezTo>
                    <a:cubicBezTo>
                      <a:pt x="4" y="112"/>
                      <a:pt x="24" y="111"/>
                      <a:pt x="35" y="111"/>
                    </a:cubicBezTo>
                    <a:cubicBezTo>
                      <a:pt x="38" y="111"/>
                      <a:pt x="51" y="112"/>
                      <a:pt x="59" y="113"/>
                    </a:cubicBezTo>
                    <a:cubicBezTo>
                      <a:pt x="60" y="113"/>
                      <a:pt x="62" y="113"/>
                      <a:pt x="63" y="113"/>
                    </a:cubicBezTo>
                    <a:cubicBezTo>
                      <a:pt x="95" y="113"/>
                      <a:pt x="112" y="101"/>
                      <a:pt x="112" y="77"/>
                    </a:cubicBezTo>
                    <a:cubicBezTo>
                      <a:pt x="112" y="62"/>
                      <a:pt x="101" y="56"/>
                      <a:pt x="90" y="53"/>
                    </a:cubicBezTo>
                    <a:close/>
                    <a:moveTo>
                      <a:pt x="53" y="23"/>
                    </a:moveTo>
                    <a:cubicBezTo>
                      <a:pt x="53" y="21"/>
                      <a:pt x="53" y="21"/>
                      <a:pt x="56" y="21"/>
                    </a:cubicBezTo>
                    <a:cubicBezTo>
                      <a:pt x="59" y="21"/>
                      <a:pt x="59" y="21"/>
                      <a:pt x="59" y="21"/>
                    </a:cubicBezTo>
                    <a:cubicBezTo>
                      <a:pt x="68" y="21"/>
                      <a:pt x="72" y="25"/>
                      <a:pt x="72" y="32"/>
                    </a:cubicBezTo>
                    <a:cubicBezTo>
                      <a:pt x="72" y="41"/>
                      <a:pt x="65" y="46"/>
                      <a:pt x="65" y="46"/>
                    </a:cubicBezTo>
                    <a:cubicBezTo>
                      <a:pt x="64" y="46"/>
                      <a:pt x="61" y="46"/>
                      <a:pt x="59" y="46"/>
                    </a:cubicBezTo>
                    <a:cubicBezTo>
                      <a:pt x="51" y="44"/>
                      <a:pt x="51" y="44"/>
                      <a:pt x="51" y="44"/>
                    </a:cubicBezTo>
                    <a:cubicBezTo>
                      <a:pt x="51" y="44"/>
                      <a:pt x="52" y="31"/>
                      <a:pt x="53" y="23"/>
                    </a:cubicBezTo>
                    <a:close/>
                    <a:moveTo>
                      <a:pt x="62" y="91"/>
                    </a:moveTo>
                    <a:cubicBezTo>
                      <a:pt x="61" y="91"/>
                      <a:pt x="60" y="91"/>
                      <a:pt x="59" y="91"/>
                    </a:cubicBezTo>
                    <a:cubicBezTo>
                      <a:pt x="53" y="91"/>
                      <a:pt x="50" y="88"/>
                      <a:pt x="50" y="84"/>
                    </a:cubicBezTo>
                    <a:cubicBezTo>
                      <a:pt x="51" y="67"/>
                      <a:pt x="51" y="67"/>
                      <a:pt x="51" y="67"/>
                    </a:cubicBezTo>
                    <a:cubicBezTo>
                      <a:pt x="64" y="67"/>
                      <a:pt x="64" y="67"/>
                      <a:pt x="64" y="67"/>
                    </a:cubicBezTo>
                    <a:cubicBezTo>
                      <a:pt x="71" y="69"/>
                      <a:pt x="75" y="73"/>
                      <a:pt x="75" y="79"/>
                    </a:cubicBezTo>
                    <a:cubicBezTo>
                      <a:pt x="75" y="87"/>
                      <a:pt x="71" y="91"/>
                      <a:pt x="62" y="91"/>
                    </a:cubicBezTo>
                    <a:close/>
                    <a:moveTo>
                      <a:pt x="116" y="236"/>
                    </a:moveTo>
                    <a:cubicBezTo>
                      <a:pt x="110" y="236"/>
                      <a:pt x="108" y="232"/>
                      <a:pt x="105" y="225"/>
                    </a:cubicBezTo>
                    <a:cubicBezTo>
                      <a:pt x="100" y="206"/>
                      <a:pt x="84" y="141"/>
                      <a:pt x="84" y="141"/>
                    </a:cubicBezTo>
                    <a:cubicBezTo>
                      <a:pt x="82" y="139"/>
                      <a:pt x="82" y="139"/>
                      <a:pt x="82" y="139"/>
                    </a:cubicBezTo>
                    <a:cubicBezTo>
                      <a:pt x="59" y="140"/>
                      <a:pt x="59" y="140"/>
                      <a:pt x="59" y="140"/>
                    </a:cubicBezTo>
                    <a:cubicBezTo>
                      <a:pt x="37" y="141"/>
                      <a:pt x="37" y="141"/>
                      <a:pt x="37" y="141"/>
                    </a:cubicBezTo>
                    <a:cubicBezTo>
                      <a:pt x="9" y="227"/>
                      <a:pt x="9" y="227"/>
                      <a:pt x="9" y="227"/>
                    </a:cubicBezTo>
                    <a:cubicBezTo>
                      <a:pt x="8" y="232"/>
                      <a:pt x="5" y="235"/>
                      <a:pt x="1" y="236"/>
                    </a:cubicBezTo>
                    <a:cubicBezTo>
                      <a:pt x="0" y="251"/>
                      <a:pt x="0" y="251"/>
                      <a:pt x="0" y="251"/>
                    </a:cubicBezTo>
                    <a:cubicBezTo>
                      <a:pt x="0" y="251"/>
                      <a:pt x="12" y="251"/>
                      <a:pt x="22" y="251"/>
                    </a:cubicBezTo>
                    <a:cubicBezTo>
                      <a:pt x="33" y="251"/>
                      <a:pt x="49" y="251"/>
                      <a:pt x="49" y="251"/>
                    </a:cubicBezTo>
                    <a:cubicBezTo>
                      <a:pt x="50" y="237"/>
                      <a:pt x="50" y="237"/>
                      <a:pt x="50" y="237"/>
                    </a:cubicBezTo>
                    <a:cubicBezTo>
                      <a:pt x="49" y="236"/>
                      <a:pt x="49" y="236"/>
                      <a:pt x="49" y="236"/>
                    </a:cubicBezTo>
                    <a:cubicBezTo>
                      <a:pt x="44" y="236"/>
                      <a:pt x="44" y="236"/>
                      <a:pt x="44" y="236"/>
                    </a:cubicBezTo>
                    <a:cubicBezTo>
                      <a:pt x="40" y="236"/>
                      <a:pt x="39" y="235"/>
                      <a:pt x="39" y="232"/>
                    </a:cubicBezTo>
                    <a:cubicBezTo>
                      <a:pt x="39" y="232"/>
                      <a:pt x="39" y="230"/>
                      <a:pt x="39" y="228"/>
                    </a:cubicBezTo>
                    <a:cubicBezTo>
                      <a:pt x="41" y="221"/>
                      <a:pt x="41" y="221"/>
                      <a:pt x="41" y="221"/>
                    </a:cubicBezTo>
                    <a:cubicBezTo>
                      <a:pt x="46" y="221"/>
                      <a:pt x="51" y="220"/>
                      <a:pt x="55" y="220"/>
                    </a:cubicBezTo>
                    <a:cubicBezTo>
                      <a:pt x="59" y="220"/>
                      <a:pt x="59" y="220"/>
                      <a:pt x="59" y="220"/>
                    </a:cubicBezTo>
                    <a:cubicBezTo>
                      <a:pt x="62" y="220"/>
                      <a:pt x="65" y="220"/>
                      <a:pt x="68" y="220"/>
                    </a:cubicBezTo>
                    <a:cubicBezTo>
                      <a:pt x="69" y="227"/>
                      <a:pt x="69" y="227"/>
                      <a:pt x="69" y="227"/>
                    </a:cubicBezTo>
                    <a:cubicBezTo>
                      <a:pt x="69" y="228"/>
                      <a:pt x="69" y="229"/>
                      <a:pt x="69" y="230"/>
                    </a:cubicBezTo>
                    <a:cubicBezTo>
                      <a:pt x="69" y="234"/>
                      <a:pt x="69" y="234"/>
                      <a:pt x="59" y="236"/>
                    </a:cubicBezTo>
                    <a:cubicBezTo>
                      <a:pt x="59" y="251"/>
                      <a:pt x="59" y="251"/>
                      <a:pt x="59" y="251"/>
                    </a:cubicBezTo>
                    <a:cubicBezTo>
                      <a:pt x="59" y="251"/>
                      <a:pt x="75" y="250"/>
                      <a:pt x="91" y="250"/>
                    </a:cubicBezTo>
                    <a:cubicBezTo>
                      <a:pt x="100" y="250"/>
                      <a:pt x="115" y="251"/>
                      <a:pt x="115" y="251"/>
                    </a:cubicBezTo>
                    <a:cubicBezTo>
                      <a:pt x="117" y="237"/>
                      <a:pt x="117" y="237"/>
                      <a:pt x="117" y="237"/>
                    </a:cubicBezTo>
                    <a:lnTo>
                      <a:pt x="116" y="236"/>
                    </a:lnTo>
                    <a:close/>
                    <a:moveTo>
                      <a:pt x="59" y="200"/>
                    </a:moveTo>
                    <a:cubicBezTo>
                      <a:pt x="47" y="200"/>
                      <a:pt x="47" y="200"/>
                      <a:pt x="47" y="200"/>
                    </a:cubicBezTo>
                    <a:cubicBezTo>
                      <a:pt x="55" y="169"/>
                      <a:pt x="55" y="169"/>
                      <a:pt x="55" y="169"/>
                    </a:cubicBezTo>
                    <a:cubicBezTo>
                      <a:pt x="59" y="169"/>
                      <a:pt x="59" y="169"/>
                      <a:pt x="59" y="169"/>
                    </a:cubicBezTo>
                    <a:cubicBezTo>
                      <a:pt x="59" y="171"/>
                      <a:pt x="59" y="171"/>
                      <a:pt x="59" y="171"/>
                    </a:cubicBezTo>
                    <a:cubicBezTo>
                      <a:pt x="65" y="199"/>
                      <a:pt x="65" y="199"/>
                      <a:pt x="65" y="199"/>
                    </a:cubicBezTo>
                    <a:cubicBezTo>
                      <a:pt x="62" y="199"/>
                      <a:pt x="61" y="199"/>
                      <a:pt x="59" y="200"/>
                    </a:cubicBezTo>
                    <a:close/>
                    <a:moveTo>
                      <a:pt x="60" y="517"/>
                    </a:moveTo>
                    <a:cubicBezTo>
                      <a:pt x="59" y="516"/>
                      <a:pt x="59" y="516"/>
                      <a:pt x="59" y="516"/>
                    </a:cubicBezTo>
                    <a:cubicBezTo>
                      <a:pt x="59" y="530"/>
                      <a:pt x="59" y="530"/>
                      <a:pt x="59" y="530"/>
                    </a:cubicBezTo>
                    <a:lnTo>
                      <a:pt x="60" y="517"/>
                    </a:lnTo>
                    <a:close/>
                    <a:moveTo>
                      <a:pt x="59" y="435"/>
                    </a:moveTo>
                    <a:cubicBezTo>
                      <a:pt x="61" y="420"/>
                      <a:pt x="61" y="420"/>
                      <a:pt x="61" y="420"/>
                    </a:cubicBezTo>
                    <a:cubicBezTo>
                      <a:pt x="59" y="420"/>
                      <a:pt x="59" y="420"/>
                      <a:pt x="59" y="420"/>
                    </a:cubicBezTo>
                    <a:cubicBezTo>
                      <a:pt x="59" y="436"/>
                      <a:pt x="59" y="436"/>
                      <a:pt x="59" y="436"/>
                    </a:cubicBezTo>
                    <a:cubicBezTo>
                      <a:pt x="59" y="435"/>
                      <a:pt x="59" y="435"/>
                      <a:pt x="59" y="435"/>
                    </a:cubicBezTo>
                    <a:close/>
                    <a:moveTo>
                      <a:pt x="48" y="504"/>
                    </a:moveTo>
                    <a:cubicBezTo>
                      <a:pt x="49" y="445"/>
                      <a:pt x="49" y="445"/>
                      <a:pt x="49" y="445"/>
                    </a:cubicBezTo>
                    <a:cubicBezTo>
                      <a:pt x="49" y="439"/>
                      <a:pt x="51" y="437"/>
                      <a:pt x="59" y="436"/>
                    </a:cubicBezTo>
                    <a:cubicBezTo>
                      <a:pt x="59" y="420"/>
                      <a:pt x="59" y="420"/>
                      <a:pt x="59" y="420"/>
                    </a:cubicBezTo>
                    <a:cubicBezTo>
                      <a:pt x="53" y="420"/>
                      <a:pt x="37" y="421"/>
                      <a:pt x="31" y="421"/>
                    </a:cubicBezTo>
                    <a:cubicBezTo>
                      <a:pt x="28" y="421"/>
                      <a:pt x="4" y="421"/>
                      <a:pt x="4" y="421"/>
                    </a:cubicBezTo>
                    <a:cubicBezTo>
                      <a:pt x="2" y="433"/>
                      <a:pt x="2" y="433"/>
                      <a:pt x="2" y="433"/>
                    </a:cubicBezTo>
                    <a:cubicBezTo>
                      <a:pt x="4" y="436"/>
                      <a:pt x="4" y="436"/>
                      <a:pt x="4" y="436"/>
                    </a:cubicBezTo>
                    <a:cubicBezTo>
                      <a:pt x="4" y="436"/>
                      <a:pt x="6" y="436"/>
                      <a:pt x="8" y="436"/>
                    </a:cubicBezTo>
                    <a:cubicBezTo>
                      <a:pt x="13" y="436"/>
                      <a:pt x="14" y="437"/>
                      <a:pt x="14" y="444"/>
                    </a:cubicBezTo>
                    <a:cubicBezTo>
                      <a:pt x="14" y="503"/>
                      <a:pt x="14" y="503"/>
                      <a:pt x="14" y="503"/>
                    </a:cubicBezTo>
                    <a:cubicBezTo>
                      <a:pt x="14" y="513"/>
                      <a:pt x="12" y="515"/>
                      <a:pt x="3" y="517"/>
                    </a:cubicBezTo>
                    <a:cubicBezTo>
                      <a:pt x="2" y="531"/>
                      <a:pt x="2" y="531"/>
                      <a:pt x="2" y="531"/>
                    </a:cubicBezTo>
                    <a:cubicBezTo>
                      <a:pt x="2" y="531"/>
                      <a:pt x="19" y="531"/>
                      <a:pt x="30" y="531"/>
                    </a:cubicBezTo>
                    <a:cubicBezTo>
                      <a:pt x="37" y="531"/>
                      <a:pt x="59" y="531"/>
                      <a:pt x="59" y="531"/>
                    </a:cubicBezTo>
                    <a:cubicBezTo>
                      <a:pt x="59" y="515"/>
                      <a:pt x="59" y="515"/>
                      <a:pt x="59" y="515"/>
                    </a:cubicBezTo>
                    <a:cubicBezTo>
                      <a:pt x="59" y="515"/>
                      <a:pt x="56" y="516"/>
                      <a:pt x="53" y="516"/>
                    </a:cubicBezTo>
                    <a:cubicBezTo>
                      <a:pt x="49" y="516"/>
                      <a:pt x="48" y="514"/>
                      <a:pt x="48" y="504"/>
                    </a:cubicBezTo>
                    <a:close/>
                    <a:moveTo>
                      <a:pt x="59" y="393"/>
                    </a:moveTo>
                    <a:cubicBezTo>
                      <a:pt x="60" y="393"/>
                      <a:pt x="60" y="393"/>
                      <a:pt x="60" y="393"/>
                    </a:cubicBezTo>
                    <a:cubicBezTo>
                      <a:pt x="82" y="393"/>
                      <a:pt x="100" y="386"/>
                      <a:pt x="100" y="386"/>
                    </a:cubicBezTo>
                    <a:cubicBezTo>
                      <a:pt x="102" y="383"/>
                      <a:pt x="102" y="383"/>
                      <a:pt x="102" y="383"/>
                    </a:cubicBezTo>
                    <a:cubicBezTo>
                      <a:pt x="102" y="367"/>
                      <a:pt x="105" y="347"/>
                      <a:pt x="105" y="347"/>
                    </a:cubicBezTo>
                    <a:cubicBezTo>
                      <a:pt x="78" y="349"/>
                      <a:pt x="78" y="349"/>
                      <a:pt x="78" y="349"/>
                    </a:cubicBezTo>
                    <a:cubicBezTo>
                      <a:pt x="77" y="363"/>
                      <a:pt x="73" y="369"/>
                      <a:pt x="65" y="369"/>
                    </a:cubicBezTo>
                    <a:cubicBezTo>
                      <a:pt x="62" y="369"/>
                      <a:pt x="60" y="368"/>
                      <a:pt x="59" y="367"/>
                    </a:cubicBezTo>
                    <a:cubicBezTo>
                      <a:pt x="51" y="363"/>
                      <a:pt x="48" y="352"/>
                      <a:pt x="48" y="332"/>
                    </a:cubicBezTo>
                    <a:cubicBezTo>
                      <a:pt x="48" y="313"/>
                      <a:pt x="51" y="305"/>
                      <a:pt x="59" y="303"/>
                    </a:cubicBezTo>
                    <a:cubicBezTo>
                      <a:pt x="60" y="302"/>
                      <a:pt x="62" y="302"/>
                      <a:pt x="64" y="302"/>
                    </a:cubicBezTo>
                    <a:cubicBezTo>
                      <a:pt x="73" y="302"/>
                      <a:pt x="76" y="305"/>
                      <a:pt x="76" y="315"/>
                    </a:cubicBezTo>
                    <a:cubicBezTo>
                      <a:pt x="76" y="318"/>
                      <a:pt x="75" y="321"/>
                      <a:pt x="75" y="324"/>
                    </a:cubicBezTo>
                    <a:cubicBezTo>
                      <a:pt x="102" y="323"/>
                      <a:pt x="102" y="323"/>
                      <a:pt x="102" y="323"/>
                    </a:cubicBezTo>
                    <a:cubicBezTo>
                      <a:pt x="103" y="302"/>
                      <a:pt x="106" y="286"/>
                      <a:pt x="106" y="286"/>
                    </a:cubicBezTo>
                    <a:cubicBezTo>
                      <a:pt x="105" y="283"/>
                      <a:pt x="105" y="283"/>
                      <a:pt x="105" y="283"/>
                    </a:cubicBezTo>
                    <a:cubicBezTo>
                      <a:pt x="105" y="283"/>
                      <a:pt x="84" y="279"/>
                      <a:pt x="69" y="279"/>
                    </a:cubicBezTo>
                    <a:cubicBezTo>
                      <a:pt x="65" y="279"/>
                      <a:pt x="62" y="279"/>
                      <a:pt x="59" y="279"/>
                    </a:cubicBezTo>
                    <a:cubicBezTo>
                      <a:pt x="27" y="283"/>
                      <a:pt x="9" y="303"/>
                      <a:pt x="9" y="338"/>
                    </a:cubicBezTo>
                    <a:cubicBezTo>
                      <a:pt x="9" y="372"/>
                      <a:pt x="28" y="392"/>
                      <a:pt x="59" y="393"/>
                    </a:cubicBezTo>
                    <a:close/>
                    <a:moveTo>
                      <a:pt x="116" y="517"/>
                    </a:moveTo>
                    <a:cubicBezTo>
                      <a:pt x="109" y="516"/>
                      <a:pt x="104" y="511"/>
                      <a:pt x="99" y="501"/>
                    </a:cubicBezTo>
                    <a:cubicBezTo>
                      <a:pt x="83" y="470"/>
                      <a:pt x="83" y="470"/>
                      <a:pt x="83" y="470"/>
                    </a:cubicBezTo>
                    <a:cubicBezTo>
                      <a:pt x="90" y="460"/>
                      <a:pt x="90" y="460"/>
                      <a:pt x="90" y="460"/>
                    </a:cubicBezTo>
                    <a:cubicBezTo>
                      <a:pt x="99" y="447"/>
                      <a:pt x="107" y="440"/>
                      <a:pt x="115" y="435"/>
                    </a:cubicBezTo>
                    <a:cubicBezTo>
                      <a:pt x="117" y="422"/>
                      <a:pt x="117" y="422"/>
                      <a:pt x="117" y="422"/>
                    </a:cubicBezTo>
                    <a:cubicBezTo>
                      <a:pt x="115" y="419"/>
                      <a:pt x="115" y="419"/>
                      <a:pt x="115" y="419"/>
                    </a:cubicBezTo>
                    <a:cubicBezTo>
                      <a:pt x="115" y="419"/>
                      <a:pt x="97" y="420"/>
                      <a:pt x="91" y="420"/>
                    </a:cubicBezTo>
                    <a:cubicBezTo>
                      <a:pt x="83" y="420"/>
                      <a:pt x="66" y="420"/>
                      <a:pt x="66" y="420"/>
                    </a:cubicBezTo>
                    <a:cubicBezTo>
                      <a:pt x="65" y="434"/>
                      <a:pt x="65" y="434"/>
                      <a:pt x="65" y="434"/>
                    </a:cubicBezTo>
                    <a:cubicBezTo>
                      <a:pt x="66" y="436"/>
                      <a:pt x="66" y="436"/>
                      <a:pt x="66" y="436"/>
                    </a:cubicBezTo>
                    <a:cubicBezTo>
                      <a:pt x="71" y="436"/>
                      <a:pt x="73" y="437"/>
                      <a:pt x="73" y="441"/>
                    </a:cubicBezTo>
                    <a:cubicBezTo>
                      <a:pt x="73" y="444"/>
                      <a:pt x="71" y="447"/>
                      <a:pt x="69" y="449"/>
                    </a:cubicBezTo>
                    <a:cubicBezTo>
                      <a:pt x="59" y="461"/>
                      <a:pt x="59" y="461"/>
                      <a:pt x="59" y="461"/>
                    </a:cubicBezTo>
                    <a:cubicBezTo>
                      <a:pt x="59" y="496"/>
                      <a:pt x="59" y="496"/>
                      <a:pt x="59" y="496"/>
                    </a:cubicBezTo>
                    <a:cubicBezTo>
                      <a:pt x="71" y="520"/>
                      <a:pt x="71" y="520"/>
                      <a:pt x="71" y="520"/>
                    </a:cubicBezTo>
                    <a:cubicBezTo>
                      <a:pt x="76" y="530"/>
                      <a:pt x="81" y="534"/>
                      <a:pt x="90" y="534"/>
                    </a:cubicBezTo>
                    <a:cubicBezTo>
                      <a:pt x="94" y="534"/>
                      <a:pt x="116" y="532"/>
                      <a:pt x="116" y="532"/>
                    </a:cubicBezTo>
                    <a:cubicBezTo>
                      <a:pt x="117" y="519"/>
                      <a:pt x="117" y="519"/>
                      <a:pt x="117" y="519"/>
                    </a:cubicBezTo>
                    <a:lnTo>
                      <a:pt x="116" y="517"/>
                    </a:lnTo>
                    <a:close/>
                    <a:moveTo>
                      <a:pt x="116" y="517"/>
                    </a:moveTo>
                    <a:cubicBezTo>
                      <a:pt x="116" y="517"/>
                      <a:pt x="116" y="517"/>
                      <a:pt x="116" y="517"/>
                    </a:cubicBezTo>
                  </a:path>
                </a:pathLst>
              </a:custGeom>
              <a:solidFill>
                <a:srgbClr val="8557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" name="Freeform 52"/>
              <p:cNvSpPr>
                <a:spLocks noEditPoints="1"/>
              </p:cNvSpPr>
              <p:nvPr userDrawn="1"/>
            </p:nvSpPr>
            <p:spPr bwMode="auto">
              <a:xfrm>
                <a:off x="1007" y="820"/>
                <a:ext cx="244" cy="1173"/>
              </a:xfrm>
              <a:custGeom>
                <a:avLst/>
                <a:gdLst>
                  <a:gd name="T0" fmla="*/ 122 w 244"/>
                  <a:gd name="T1" fmla="*/ 0 h 1173"/>
                  <a:gd name="T2" fmla="*/ 0 w 244"/>
                  <a:gd name="T3" fmla="*/ 0 h 1173"/>
                  <a:gd name="T4" fmla="*/ 0 w 244"/>
                  <a:gd name="T5" fmla="*/ 255 h 1173"/>
                  <a:gd name="T6" fmla="*/ 120 w 244"/>
                  <a:gd name="T7" fmla="*/ 200 h 1173"/>
                  <a:gd name="T8" fmla="*/ 122 w 244"/>
                  <a:gd name="T9" fmla="*/ 200 h 1173"/>
                  <a:gd name="T10" fmla="*/ 244 w 244"/>
                  <a:gd name="T11" fmla="*/ 255 h 1173"/>
                  <a:gd name="T12" fmla="*/ 244 w 244"/>
                  <a:gd name="T13" fmla="*/ 0 h 1173"/>
                  <a:gd name="T14" fmla="*/ 122 w 244"/>
                  <a:gd name="T15" fmla="*/ 0 h 1173"/>
                  <a:gd name="T16" fmla="*/ 124 w 244"/>
                  <a:gd name="T17" fmla="*/ 974 h 1173"/>
                  <a:gd name="T18" fmla="*/ 122 w 244"/>
                  <a:gd name="T19" fmla="*/ 973 h 1173"/>
                  <a:gd name="T20" fmla="*/ 0 w 244"/>
                  <a:gd name="T21" fmla="*/ 918 h 1173"/>
                  <a:gd name="T22" fmla="*/ 0 w 244"/>
                  <a:gd name="T23" fmla="*/ 1173 h 1173"/>
                  <a:gd name="T24" fmla="*/ 244 w 244"/>
                  <a:gd name="T25" fmla="*/ 1173 h 1173"/>
                  <a:gd name="T26" fmla="*/ 244 w 244"/>
                  <a:gd name="T27" fmla="*/ 918 h 1173"/>
                  <a:gd name="T28" fmla="*/ 124 w 244"/>
                  <a:gd name="T29" fmla="*/ 974 h 1173"/>
                  <a:gd name="T30" fmla="*/ 124 w 244"/>
                  <a:gd name="T31" fmla="*/ 974 h 1173"/>
                  <a:gd name="T32" fmla="*/ 124 w 244"/>
                  <a:gd name="T33" fmla="*/ 974 h 1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4" h="1173">
                    <a:moveTo>
                      <a:pt x="122" y="0"/>
                    </a:moveTo>
                    <a:lnTo>
                      <a:pt x="0" y="0"/>
                    </a:lnTo>
                    <a:lnTo>
                      <a:pt x="0" y="255"/>
                    </a:lnTo>
                    <a:lnTo>
                      <a:pt x="120" y="200"/>
                    </a:lnTo>
                    <a:lnTo>
                      <a:pt x="122" y="200"/>
                    </a:lnTo>
                    <a:lnTo>
                      <a:pt x="244" y="255"/>
                    </a:lnTo>
                    <a:lnTo>
                      <a:pt x="244" y="0"/>
                    </a:lnTo>
                    <a:lnTo>
                      <a:pt x="122" y="0"/>
                    </a:lnTo>
                    <a:close/>
                    <a:moveTo>
                      <a:pt x="124" y="974"/>
                    </a:moveTo>
                    <a:lnTo>
                      <a:pt x="122" y="973"/>
                    </a:lnTo>
                    <a:lnTo>
                      <a:pt x="0" y="918"/>
                    </a:lnTo>
                    <a:lnTo>
                      <a:pt x="0" y="1173"/>
                    </a:lnTo>
                    <a:lnTo>
                      <a:pt x="244" y="1173"/>
                    </a:lnTo>
                    <a:lnTo>
                      <a:pt x="244" y="918"/>
                    </a:lnTo>
                    <a:lnTo>
                      <a:pt x="124" y="974"/>
                    </a:lnTo>
                    <a:close/>
                    <a:moveTo>
                      <a:pt x="124" y="974"/>
                    </a:moveTo>
                    <a:lnTo>
                      <a:pt x="124" y="974"/>
                    </a:lnTo>
                    <a:close/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" name="Freeform 53"/>
              <p:cNvSpPr>
                <a:spLocks noEditPoints="1"/>
              </p:cNvSpPr>
              <p:nvPr userDrawn="1"/>
            </p:nvSpPr>
            <p:spPr bwMode="auto">
              <a:xfrm>
                <a:off x="1007" y="820"/>
                <a:ext cx="244" cy="1173"/>
              </a:xfrm>
              <a:custGeom>
                <a:avLst/>
                <a:gdLst>
                  <a:gd name="T0" fmla="*/ 122 w 244"/>
                  <a:gd name="T1" fmla="*/ 0 h 1173"/>
                  <a:gd name="T2" fmla="*/ 0 w 244"/>
                  <a:gd name="T3" fmla="*/ 0 h 1173"/>
                  <a:gd name="T4" fmla="*/ 0 w 244"/>
                  <a:gd name="T5" fmla="*/ 255 h 1173"/>
                  <a:gd name="T6" fmla="*/ 120 w 244"/>
                  <a:gd name="T7" fmla="*/ 200 h 1173"/>
                  <a:gd name="T8" fmla="*/ 122 w 244"/>
                  <a:gd name="T9" fmla="*/ 200 h 1173"/>
                  <a:gd name="T10" fmla="*/ 244 w 244"/>
                  <a:gd name="T11" fmla="*/ 255 h 1173"/>
                  <a:gd name="T12" fmla="*/ 244 w 244"/>
                  <a:gd name="T13" fmla="*/ 0 h 1173"/>
                  <a:gd name="T14" fmla="*/ 122 w 244"/>
                  <a:gd name="T15" fmla="*/ 0 h 1173"/>
                  <a:gd name="T16" fmla="*/ 124 w 244"/>
                  <a:gd name="T17" fmla="*/ 974 h 1173"/>
                  <a:gd name="T18" fmla="*/ 122 w 244"/>
                  <a:gd name="T19" fmla="*/ 973 h 1173"/>
                  <a:gd name="T20" fmla="*/ 0 w 244"/>
                  <a:gd name="T21" fmla="*/ 918 h 1173"/>
                  <a:gd name="T22" fmla="*/ 0 w 244"/>
                  <a:gd name="T23" fmla="*/ 1173 h 1173"/>
                  <a:gd name="T24" fmla="*/ 244 w 244"/>
                  <a:gd name="T25" fmla="*/ 1173 h 1173"/>
                  <a:gd name="T26" fmla="*/ 244 w 244"/>
                  <a:gd name="T27" fmla="*/ 918 h 1173"/>
                  <a:gd name="T28" fmla="*/ 124 w 244"/>
                  <a:gd name="T29" fmla="*/ 974 h 1173"/>
                  <a:gd name="T30" fmla="*/ 124 w 244"/>
                  <a:gd name="T31" fmla="*/ 974 h 1173"/>
                  <a:gd name="T32" fmla="*/ 124 w 244"/>
                  <a:gd name="T33" fmla="*/ 974 h 1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4" h="1173">
                    <a:moveTo>
                      <a:pt x="122" y="0"/>
                    </a:moveTo>
                    <a:lnTo>
                      <a:pt x="0" y="0"/>
                    </a:lnTo>
                    <a:lnTo>
                      <a:pt x="0" y="255"/>
                    </a:lnTo>
                    <a:lnTo>
                      <a:pt x="120" y="200"/>
                    </a:lnTo>
                    <a:lnTo>
                      <a:pt x="122" y="200"/>
                    </a:lnTo>
                    <a:lnTo>
                      <a:pt x="244" y="255"/>
                    </a:lnTo>
                    <a:lnTo>
                      <a:pt x="244" y="0"/>
                    </a:lnTo>
                    <a:lnTo>
                      <a:pt x="122" y="0"/>
                    </a:lnTo>
                    <a:moveTo>
                      <a:pt x="124" y="974"/>
                    </a:moveTo>
                    <a:lnTo>
                      <a:pt x="122" y="973"/>
                    </a:lnTo>
                    <a:lnTo>
                      <a:pt x="0" y="918"/>
                    </a:lnTo>
                    <a:lnTo>
                      <a:pt x="0" y="1173"/>
                    </a:lnTo>
                    <a:lnTo>
                      <a:pt x="244" y="1173"/>
                    </a:lnTo>
                    <a:lnTo>
                      <a:pt x="244" y="918"/>
                    </a:lnTo>
                    <a:lnTo>
                      <a:pt x="124" y="974"/>
                    </a:lnTo>
                    <a:moveTo>
                      <a:pt x="124" y="974"/>
                    </a:moveTo>
                    <a:lnTo>
                      <a:pt x="124" y="97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7" name="Freeform 54"/>
              <p:cNvSpPr>
                <a:spLocks noEditPoints="1"/>
              </p:cNvSpPr>
              <p:nvPr userDrawn="1"/>
            </p:nvSpPr>
            <p:spPr bwMode="auto">
              <a:xfrm>
                <a:off x="1105" y="1055"/>
                <a:ext cx="41" cy="704"/>
              </a:xfrm>
              <a:custGeom>
                <a:avLst/>
                <a:gdLst>
                  <a:gd name="T0" fmla="*/ 41 w 41"/>
                  <a:gd name="T1" fmla="*/ 20 h 704"/>
                  <a:gd name="T2" fmla="*/ 24 w 41"/>
                  <a:gd name="T3" fmla="*/ 0 h 704"/>
                  <a:gd name="T4" fmla="*/ 24 w 41"/>
                  <a:gd name="T5" fmla="*/ 39 h 704"/>
                  <a:gd name="T6" fmla="*/ 41 w 41"/>
                  <a:gd name="T7" fmla="*/ 20 h 704"/>
                  <a:gd name="T8" fmla="*/ 24 w 41"/>
                  <a:gd name="T9" fmla="*/ 664 h 704"/>
                  <a:gd name="T10" fmla="*/ 21 w 41"/>
                  <a:gd name="T11" fmla="*/ 663 h 704"/>
                  <a:gd name="T12" fmla="*/ 0 w 41"/>
                  <a:gd name="T13" fmla="*/ 683 h 704"/>
                  <a:gd name="T14" fmla="*/ 21 w 41"/>
                  <a:gd name="T15" fmla="*/ 704 h 704"/>
                  <a:gd name="T16" fmla="*/ 24 w 41"/>
                  <a:gd name="T17" fmla="*/ 703 h 704"/>
                  <a:gd name="T18" fmla="*/ 41 w 41"/>
                  <a:gd name="T19" fmla="*/ 683 h 704"/>
                  <a:gd name="T20" fmla="*/ 24 w 41"/>
                  <a:gd name="T21" fmla="*/ 664 h 704"/>
                  <a:gd name="T22" fmla="*/ 24 w 41"/>
                  <a:gd name="T23" fmla="*/ 664 h 704"/>
                  <a:gd name="T24" fmla="*/ 24 w 41"/>
                  <a:gd name="T25" fmla="*/ 664 h 7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1" h="704">
                    <a:moveTo>
                      <a:pt x="41" y="20"/>
                    </a:moveTo>
                    <a:cubicBezTo>
                      <a:pt x="41" y="10"/>
                      <a:pt x="33" y="1"/>
                      <a:pt x="24" y="0"/>
                    </a:cubicBezTo>
                    <a:cubicBezTo>
                      <a:pt x="24" y="39"/>
                      <a:pt x="24" y="39"/>
                      <a:pt x="24" y="39"/>
                    </a:cubicBezTo>
                    <a:cubicBezTo>
                      <a:pt x="33" y="38"/>
                      <a:pt x="41" y="29"/>
                      <a:pt x="41" y="20"/>
                    </a:cubicBezTo>
                    <a:close/>
                    <a:moveTo>
                      <a:pt x="24" y="664"/>
                    </a:moveTo>
                    <a:cubicBezTo>
                      <a:pt x="23" y="663"/>
                      <a:pt x="22" y="663"/>
                      <a:pt x="21" y="663"/>
                    </a:cubicBezTo>
                    <a:cubicBezTo>
                      <a:pt x="9" y="663"/>
                      <a:pt x="0" y="672"/>
                      <a:pt x="0" y="683"/>
                    </a:cubicBezTo>
                    <a:cubicBezTo>
                      <a:pt x="0" y="695"/>
                      <a:pt x="9" y="704"/>
                      <a:pt x="21" y="704"/>
                    </a:cubicBezTo>
                    <a:cubicBezTo>
                      <a:pt x="22" y="704"/>
                      <a:pt x="23" y="703"/>
                      <a:pt x="24" y="703"/>
                    </a:cubicBezTo>
                    <a:cubicBezTo>
                      <a:pt x="33" y="702"/>
                      <a:pt x="41" y="693"/>
                      <a:pt x="41" y="683"/>
                    </a:cubicBezTo>
                    <a:cubicBezTo>
                      <a:pt x="41" y="674"/>
                      <a:pt x="33" y="665"/>
                      <a:pt x="24" y="664"/>
                    </a:cubicBezTo>
                    <a:close/>
                    <a:moveTo>
                      <a:pt x="24" y="664"/>
                    </a:moveTo>
                    <a:cubicBezTo>
                      <a:pt x="24" y="664"/>
                      <a:pt x="24" y="664"/>
                      <a:pt x="24" y="664"/>
                    </a:cubicBezTo>
                  </a:path>
                </a:pathLst>
              </a:custGeom>
              <a:solidFill>
                <a:srgbClr val="8557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" name="Freeform 55"/>
              <p:cNvSpPr>
                <a:spLocks noEditPoints="1"/>
              </p:cNvSpPr>
              <p:nvPr userDrawn="1"/>
            </p:nvSpPr>
            <p:spPr bwMode="auto">
              <a:xfrm>
                <a:off x="1298" y="676"/>
                <a:ext cx="389" cy="1363"/>
              </a:xfrm>
              <a:custGeom>
                <a:avLst/>
                <a:gdLst>
                  <a:gd name="T0" fmla="*/ 195 w 389"/>
                  <a:gd name="T1" fmla="*/ 1295 h 1363"/>
                  <a:gd name="T2" fmla="*/ 0 w 389"/>
                  <a:gd name="T3" fmla="*/ 1295 h 1363"/>
                  <a:gd name="T4" fmla="*/ 0 w 389"/>
                  <a:gd name="T5" fmla="*/ 1363 h 1363"/>
                  <a:gd name="T6" fmla="*/ 389 w 389"/>
                  <a:gd name="T7" fmla="*/ 1363 h 1363"/>
                  <a:gd name="T8" fmla="*/ 389 w 389"/>
                  <a:gd name="T9" fmla="*/ 1295 h 1363"/>
                  <a:gd name="T10" fmla="*/ 195 w 389"/>
                  <a:gd name="T11" fmla="*/ 1295 h 1363"/>
                  <a:gd name="T12" fmla="*/ 195 w 389"/>
                  <a:gd name="T13" fmla="*/ 0 h 1363"/>
                  <a:gd name="T14" fmla="*/ 0 w 389"/>
                  <a:gd name="T15" fmla="*/ 0 h 1363"/>
                  <a:gd name="T16" fmla="*/ 0 w 389"/>
                  <a:gd name="T17" fmla="*/ 72 h 1363"/>
                  <a:gd name="T18" fmla="*/ 389 w 389"/>
                  <a:gd name="T19" fmla="*/ 72 h 1363"/>
                  <a:gd name="T20" fmla="*/ 389 w 389"/>
                  <a:gd name="T21" fmla="*/ 0 h 1363"/>
                  <a:gd name="T22" fmla="*/ 195 w 389"/>
                  <a:gd name="T23" fmla="*/ 0 h 1363"/>
                  <a:gd name="T24" fmla="*/ 195 w 389"/>
                  <a:gd name="T25" fmla="*/ 119 h 1363"/>
                  <a:gd name="T26" fmla="*/ 0 w 389"/>
                  <a:gd name="T27" fmla="*/ 119 h 1363"/>
                  <a:gd name="T28" fmla="*/ 0 w 389"/>
                  <a:gd name="T29" fmla="*/ 1248 h 1363"/>
                  <a:gd name="T30" fmla="*/ 389 w 389"/>
                  <a:gd name="T31" fmla="*/ 1248 h 1363"/>
                  <a:gd name="T32" fmla="*/ 389 w 389"/>
                  <a:gd name="T33" fmla="*/ 119 h 1363"/>
                  <a:gd name="T34" fmla="*/ 195 w 389"/>
                  <a:gd name="T35" fmla="*/ 119 h 1363"/>
                  <a:gd name="T36" fmla="*/ 319 w 389"/>
                  <a:gd name="T37" fmla="*/ 1199 h 1363"/>
                  <a:gd name="T38" fmla="*/ 76 w 389"/>
                  <a:gd name="T39" fmla="*/ 1199 h 1363"/>
                  <a:gd name="T40" fmla="*/ 69 w 389"/>
                  <a:gd name="T41" fmla="*/ 1192 h 1363"/>
                  <a:gd name="T42" fmla="*/ 76 w 389"/>
                  <a:gd name="T43" fmla="*/ 1184 h 1363"/>
                  <a:gd name="T44" fmla="*/ 319 w 389"/>
                  <a:gd name="T45" fmla="*/ 1184 h 1363"/>
                  <a:gd name="T46" fmla="*/ 327 w 389"/>
                  <a:gd name="T47" fmla="*/ 1192 h 1363"/>
                  <a:gd name="T48" fmla="*/ 319 w 389"/>
                  <a:gd name="T49" fmla="*/ 1199 h 1363"/>
                  <a:gd name="T50" fmla="*/ 319 w 389"/>
                  <a:gd name="T51" fmla="*/ 1148 h 1363"/>
                  <a:gd name="T52" fmla="*/ 76 w 389"/>
                  <a:gd name="T53" fmla="*/ 1148 h 1363"/>
                  <a:gd name="T54" fmla="*/ 69 w 389"/>
                  <a:gd name="T55" fmla="*/ 1140 h 1363"/>
                  <a:gd name="T56" fmla="*/ 76 w 389"/>
                  <a:gd name="T57" fmla="*/ 1133 h 1363"/>
                  <a:gd name="T58" fmla="*/ 319 w 389"/>
                  <a:gd name="T59" fmla="*/ 1133 h 1363"/>
                  <a:gd name="T60" fmla="*/ 327 w 389"/>
                  <a:gd name="T61" fmla="*/ 1140 h 1363"/>
                  <a:gd name="T62" fmla="*/ 319 w 389"/>
                  <a:gd name="T63" fmla="*/ 1148 h 1363"/>
                  <a:gd name="T64" fmla="*/ 73 w 389"/>
                  <a:gd name="T65" fmla="*/ 1078 h 1363"/>
                  <a:gd name="T66" fmla="*/ 73 w 389"/>
                  <a:gd name="T67" fmla="*/ 281 h 1363"/>
                  <a:gd name="T68" fmla="*/ 316 w 389"/>
                  <a:gd name="T69" fmla="*/ 281 h 1363"/>
                  <a:gd name="T70" fmla="*/ 316 w 389"/>
                  <a:gd name="T71" fmla="*/ 1078 h 1363"/>
                  <a:gd name="T72" fmla="*/ 73 w 389"/>
                  <a:gd name="T73" fmla="*/ 1078 h 1363"/>
                  <a:gd name="T74" fmla="*/ 319 w 389"/>
                  <a:gd name="T75" fmla="*/ 237 h 1363"/>
                  <a:gd name="T76" fmla="*/ 76 w 389"/>
                  <a:gd name="T77" fmla="*/ 237 h 1363"/>
                  <a:gd name="T78" fmla="*/ 69 w 389"/>
                  <a:gd name="T79" fmla="*/ 230 h 1363"/>
                  <a:gd name="T80" fmla="*/ 76 w 389"/>
                  <a:gd name="T81" fmla="*/ 222 h 1363"/>
                  <a:gd name="T82" fmla="*/ 319 w 389"/>
                  <a:gd name="T83" fmla="*/ 222 h 1363"/>
                  <a:gd name="T84" fmla="*/ 327 w 389"/>
                  <a:gd name="T85" fmla="*/ 230 h 1363"/>
                  <a:gd name="T86" fmla="*/ 319 w 389"/>
                  <a:gd name="T87" fmla="*/ 237 h 1363"/>
                  <a:gd name="T88" fmla="*/ 319 w 389"/>
                  <a:gd name="T89" fmla="*/ 185 h 1363"/>
                  <a:gd name="T90" fmla="*/ 76 w 389"/>
                  <a:gd name="T91" fmla="*/ 185 h 1363"/>
                  <a:gd name="T92" fmla="*/ 69 w 389"/>
                  <a:gd name="T93" fmla="*/ 178 h 1363"/>
                  <a:gd name="T94" fmla="*/ 76 w 389"/>
                  <a:gd name="T95" fmla="*/ 170 h 1363"/>
                  <a:gd name="T96" fmla="*/ 319 w 389"/>
                  <a:gd name="T97" fmla="*/ 170 h 1363"/>
                  <a:gd name="T98" fmla="*/ 327 w 389"/>
                  <a:gd name="T99" fmla="*/ 178 h 1363"/>
                  <a:gd name="T100" fmla="*/ 319 w 389"/>
                  <a:gd name="T101" fmla="*/ 185 h 1363"/>
                  <a:gd name="T102" fmla="*/ 319 w 389"/>
                  <a:gd name="T103" fmla="*/ 185 h 1363"/>
                  <a:gd name="T104" fmla="*/ 319 w 389"/>
                  <a:gd name="T105" fmla="*/ 185 h 1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389" h="1363">
                    <a:moveTo>
                      <a:pt x="195" y="1295"/>
                    </a:moveTo>
                    <a:cubicBezTo>
                      <a:pt x="0" y="1295"/>
                      <a:pt x="0" y="1295"/>
                      <a:pt x="0" y="1295"/>
                    </a:cubicBezTo>
                    <a:cubicBezTo>
                      <a:pt x="0" y="1363"/>
                      <a:pt x="0" y="1363"/>
                      <a:pt x="0" y="1363"/>
                    </a:cubicBezTo>
                    <a:cubicBezTo>
                      <a:pt x="389" y="1363"/>
                      <a:pt x="389" y="1363"/>
                      <a:pt x="389" y="1363"/>
                    </a:cubicBezTo>
                    <a:cubicBezTo>
                      <a:pt x="389" y="1295"/>
                      <a:pt x="389" y="1295"/>
                      <a:pt x="389" y="1295"/>
                    </a:cubicBezTo>
                    <a:lnTo>
                      <a:pt x="195" y="1295"/>
                    </a:lnTo>
                    <a:close/>
                    <a:moveTo>
                      <a:pt x="19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389" y="72"/>
                      <a:pt x="389" y="72"/>
                      <a:pt x="389" y="72"/>
                    </a:cubicBezTo>
                    <a:cubicBezTo>
                      <a:pt x="389" y="0"/>
                      <a:pt x="389" y="0"/>
                      <a:pt x="389" y="0"/>
                    </a:cubicBezTo>
                    <a:lnTo>
                      <a:pt x="195" y="0"/>
                    </a:lnTo>
                    <a:close/>
                    <a:moveTo>
                      <a:pt x="195" y="119"/>
                    </a:moveTo>
                    <a:cubicBezTo>
                      <a:pt x="0" y="119"/>
                      <a:pt x="0" y="119"/>
                      <a:pt x="0" y="119"/>
                    </a:cubicBezTo>
                    <a:cubicBezTo>
                      <a:pt x="0" y="1248"/>
                      <a:pt x="0" y="1248"/>
                      <a:pt x="0" y="1248"/>
                    </a:cubicBezTo>
                    <a:cubicBezTo>
                      <a:pt x="389" y="1248"/>
                      <a:pt x="389" y="1248"/>
                      <a:pt x="389" y="1248"/>
                    </a:cubicBezTo>
                    <a:cubicBezTo>
                      <a:pt x="389" y="119"/>
                      <a:pt x="389" y="119"/>
                      <a:pt x="389" y="119"/>
                    </a:cubicBezTo>
                    <a:lnTo>
                      <a:pt x="195" y="119"/>
                    </a:lnTo>
                    <a:close/>
                    <a:moveTo>
                      <a:pt x="319" y="1199"/>
                    </a:moveTo>
                    <a:cubicBezTo>
                      <a:pt x="76" y="1199"/>
                      <a:pt x="76" y="1199"/>
                      <a:pt x="76" y="1199"/>
                    </a:cubicBezTo>
                    <a:cubicBezTo>
                      <a:pt x="72" y="1199"/>
                      <a:pt x="69" y="1196"/>
                      <a:pt x="69" y="1192"/>
                    </a:cubicBezTo>
                    <a:cubicBezTo>
                      <a:pt x="69" y="1188"/>
                      <a:pt x="72" y="1184"/>
                      <a:pt x="76" y="1184"/>
                    </a:cubicBezTo>
                    <a:cubicBezTo>
                      <a:pt x="319" y="1184"/>
                      <a:pt x="319" y="1184"/>
                      <a:pt x="319" y="1184"/>
                    </a:cubicBezTo>
                    <a:cubicBezTo>
                      <a:pt x="323" y="1184"/>
                      <a:pt x="327" y="1188"/>
                      <a:pt x="327" y="1192"/>
                    </a:cubicBezTo>
                    <a:cubicBezTo>
                      <a:pt x="327" y="1196"/>
                      <a:pt x="323" y="1199"/>
                      <a:pt x="319" y="1199"/>
                    </a:cubicBezTo>
                    <a:close/>
                    <a:moveTo>
                      <a:pt x="319" y="1148"/>
                    </a:moveTo>
                    <a:cubicBezTo>
                      <a:pt x="76" y="1148"/>
                      <a:pt x="76" y="1148"/>
                      <a:pt x="76" y="1148"/>
                    </a:cubicBezTo>
                    <a:cubicBezTo>
                      <a:pt x="72" y="1148"/>
                      <a:pt x="69" y="1144"/>
                      <a:pt x="69" y="1140"/>
                    </a:cubicBezTo>
                    <a:cubicBezTo>
                      <a:pt x="69" y="1136"/>
                      <a:pt x="72" y="1133"/>
                      <a:pt x="76" y="1133"/>
                    </a:cubicBezTo>
                    <a:cubicBezTo>
                      <a:pt x="319" y="1133"/>
                      <a:pt x="319" y="1133"/>
                      <a:pt x="319" y="1133"/>
                    </a:cubicBezTo>
                    <a:cubicBezTo>
                      <a:pt x="323" y="1133"/>
                      <a:pt x="327" y="1136"/>
                      <a:pt x="327" y="1140"/>
                    </a:cubicBezTo>
                    <a:cubicBezTo>
                      <a:pt x="327" y="1144"/>
                      <a:pt x="323" y="1148"/>
                      <a:pt x="319" y="1148"/>
                    </a:cubicBezTo>
                    <a:close/>
                    <a:moveTo>
                      <a:pt x="73" y="1078"/>
                    </a:moveTo>
                    <a:cubicBezTo>
                      <a:pt x="73" y="281"/>
                      <a:pt x="73" y="281"/>
                      <a:pt x="73" y="281"/>
                    </a:cubicBezTo>
                    <a:cubicBezTo>
                      <a:pt x="316" y="281"/>
                      <a:pt x="316" y="281"/>
                      <a:pt x="316" y="281"/>
                    </a:cubicBezTo>
                    <a:cubicBezTo>
                      <a:pt x="316" y="1078"/>
                      <a:pt x="316" y="1078"/>
                      <a:pt x="316" y="1078"/>
                    </a:cubicBezTo>
                    <a:lnTo>
                      <a:pt x="73" y="1078"/>
                    </a:lnTo>
                    <a:close/>
                    <a:moveTo>
                      <a:pt x="319" y="237"/>
                    </a:moveTo>
                    <a:cubicBezTo>
                      <a:pt x="76" y="237"/>
                      <a:pt x="76" y="237"/>
                      <a:pt x="76" y="237"/>
                    </a:cubicBezTo>
                    <a:cubicBezTo>
                      <a:pt x="72" y="237"/>
                      <a:pt x="69" y="234"/>
                      <a:pt x="69" y="230"/>
                    </a:cubicBezTo>
                    <a:cubicBezTo>
                      <a:pt x="69" y="226"/>
                      <a:pt x="72" y="222"/>
                      <a:pt x="76" y="222"/>
                    </a:cubicBezTo>
                    <a:cubicBezTo>
                      <a:pt x="319" y="222"/>
                      <a:pt x="319" y="222"/>
                      <a:pt x="319" y="222"/>
                    </a:cubicBezTo>
                    <a:cubicBezTo>
                      <a:pt x="323" y="222"/>
                      <a:pt x="327" y="226"/>
                      <a:pt x="327" y="230"/>
                    </a:cubicBezTo>
                    <a:cubicBezTo>
                      <a:pt x="327" y="234"/>
                      <a:pt x="323" y="237"/>
                      <a:pt x="319" y="237"/>
                    </a:cubicBezTo>
                    <a:close/>
                    <a:moveTo>
                      <a:pt x="319" y="185"/>
                    </a:moveTo>
                    <a:cubicBezTo>
                      <a:pt x="76" y="185"/>
                      <a:pt x="76" y="185"/>
                      <a:pt x="76" y="185"/>
                    </a:cubicBezTo>
                    <a:cubicBezTo>
                      <a:pt x="72" y="185"/>
                      <a:pt x="69" y="182"/>
                      <a:pt x="69" y="178"/>
                    </a:cubicBezTo>
                    <a:cubicBezTo>
                      <a:pt x="69" y="174"/>
                      <a:pt x="72" y="170"/>
                      <a:pt x="76" y="170"/>
                    </a:cubicBezTo>
                    <a:cubicBezTo>
                      <a:pt x="319" y="170"/>
                      <a:pt x="319" y="170"/>
                      <a:pt x="319" y="170"/>
                    </a:cubicBezTo>
                    <a:cubicBezTo>
                      <a:pt x="323" y="170"/>
                      <a:pt x="327" y="174"/>
                      <a:pt x="327" y="178"/>
                    </a:cubicBezTo>
                    <a:cubicBezTo>
                      <a:pt x="327" y="182"/>
                      <a:pt x="323" y="185"/>
                      <a:pt x="319" y="185"/>
                    </a:cubicBezTo>
                    <a:close/>
                    <a:moveTo>
                      <a:pt x="319" y="185"/>
                    </a:moveTo>
                    <a:cubicBezTo>
                      <a:pt x="319" y="185"/>
                      <a:pt x="319" y="185"/>
                      <a:pt x="319" y="185"/>
                    </a:cubicBezTo>
                  </a:path>
                </a:pathLst>
              </a:custGeom>
              <a:solidFill>
                <a:srgbClr val="FCA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9" name="Freeform 56"/>
              <p:cNvSpPr>
                <a:spLocks noEditPoints="1"/>
              </p:cNvSpPr>
              <p:nvPr userDrawn="1"/>
            </p:nvSpPr>
            <p:spPr bwMode="auto">
              <a:xfrm>
                <a:off x="1523" y="1340"/>
                <a:ext cx="24" cy="71"/>
              </a:xfrm>
              <a:custGeom>
                <a:avLst/>
                <a:gdLst>
                  <a:gd name="T0" fmla="*/ 10 w 24"/>
                  <a:gd name="T1" fmla="*/ 71 h 71"/>
                  <a:gd name="T2" fmla="*/ 24 w 24"/>
                  <a:gd name="T3" fmla="*/ 26 h 71"/>
                  <a:gd name="T4" fmla="*/ 14 w 24"/>
                  <a:gd name="T5" fmla="*/ 0 h 71"/>
                  <a:gd name="T6" fmla="*/ 0 w 24"/>
                  <a:gd name="T7" fmla="*/ 45 h 71"/>
                  <a:gd name="T8" fmla="*/ 10 w 24"/>
                  <a:gd name="T9" fmla="*/ 71 h 71"/>
                  <a:gd name="T10" fmla="*/ 10 w 24"/>
                  <a:gd name="T11" fmla="*/ 71 h 71"/>
                  <a:gd name="T12" fmla="*/ 10 w 24"/>
                  <a:gd name="T13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71">
                    <a:moveTo>
                      <a:pt x="10" y="71"/>
                    </a:moveTo>
                    <a:cubicBezTo>
                      <a:pt x="20" y="71"/>
                      <a:pt x="24" y="57"/>
                      <a:pt x="24" y="26"/>
                    </a:cubicBezTo>
                    <a:cubicBezTo>
                      <a:pt x="24" y="7"/>
                      <a:pt x="21" y="0"/>
                      <a:pt x="14" y="0"/>
                    </a:cubicBezTo>
                    <a:cubicBezTo>
                      <a:pt x="5" y="0"/>
                      <a:pt x="0" y="17"/>
                      <a:pt x="0" y="45"/>
                    </a:cubicBezTo>
                    <a:cubicBezTo>
                      <a:pt x="0" y="62"/>
                      <a:pt x="3" y="71"/>
                      <a:pt x="10" y="71"/>
                    </a:cubicBezTo>
                    <a:close/>
                    <a:moveTo>
                      <a:pt x="10" y="71"/>
                    </a:moveTo>
                    <a:cubicBezTo>
                      <a:pt x="10" y="71"/>
                      <a:pt x="10" y="71"/>
                      <a:pt x="10" y="71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57"/>
              <p:cNvSpPr>
                <a:spLocks noEditPoints="1"/>
              </p:cNvSpPr>
              <p:nvPr userDrawn="1"/>
            </p:nvSpPr>
            <p:spPr bwMode="auto">
              <a:xfrm>
                <a:off x="1371" y="957"/>
                <a:ext cx="243" cy="797"/>
              </a:xfrm>
              <a:custGeom>
                <a:avLst/>
                <a:gdLst>
                  <a:gd name="T0" fmla="*/ 122 w 243"/>
                  <a:gd name="T1" fmla="*/ 0 h 797"/>
                  <a:gd name="T2" fmla="*/ 0 w 243"/>
                  <a:gd name="T3" fmla="*/ 0 h 797"/>
                  <a:gd name="T4" fmla="*/ 0 w 243"/>
                  <a:gd name="T5" fmla="*/ 797 h 797"/>
                  <a:gd name="T6" fmla="*/ 243 w 243"/>
                  <a:gd name="T7" fmla="*/ 797 h 797"/>
                  <a:gd name="T8" fmla="*/ 243 w 243"/>
                  <a:gd name="T9" fmla="*/ 0 h 797"/>
                  <a:gd name="T10" fmla="*/ 122 w 243"/>
                  <a:gd name="T11" fmla="*/ 0 h 797"/>
                  <a:gd name="T12" fmla="*/ 61 w 243"/>
                  <a:gd name="T13" fmla="*/ 481 h 797"/>
                  <a:gd name="T14" fmla="*/ 26 w 243"/>
                  <a:gd name="T15" fmla="*/ 446 h 797"/>
                  <a:gd name="T16" fmla="*/ 38 w 243"/>
                  <a:gd name="T17" fmla="*/ 382 h 797"/>
                  <a:gd name="T18" fmla="*/ 35 w 243"/>
                  <a:gd name="T19" fmla="*/ 379 h 797"/>
                  <a:gd name="T20" fmla="*/ 21 w 243"/>
                  <a:gd name="T21" fmla="*/ 379 h 797"/>
                  <a:gd name="T22" fmla="*/ 20 w 243"/>
                  <a:gd name="T23" fmla="*/ 378 h 797"/>
                  <a:gd name="T24" fmla="*/ 22 w 243"/>
                  <a:gd name="T25" fmla="*/ 361 h 797"/>
                  <a:gd name="T26" fmla="*/ 41 w 243"/>
                  <a:gd name="T27" fmla="*/ 358 h 797"/>
                  <a:gd name="T28" fmla="*/ 45 w 243"/>
                  <a:gd name="T29" fmla="*/ 329 h 797"/>
                  <a:gd name="T30" fmla="*/ 89 w 243"/>
                  <a:gd name="T31" fmla="*/ 320 h 797"/>
                  <a:gd name="T32" fmla="*/ 92 w 243"/>
                  <a:gd name="T33" fmla="*/ 323 h 797"/>
                  <a:gd name="T34" fmla="*/ 84 w 243"/>
                  <a:gd name="T35" fmla="*/ 358 h 797"/>
                  <a:gd name="T36" fmla="*/ 109 w 243"/>
                  <a:gd name="T37" fmla="*/ 358 h 797"/>
                  <a:gd name="T38" fmla="*/ 111 w 243"/>
                  <a:gd name="T39" fmla="*/ 359 h 797"/>
                  <a:gd name="T40" fmla="*/ 108 w 243"/>
                  <a:gd name="T41" fmla="*/ 379 h 797"/>
                  <a:gd name="T42" fmla="*/ 83 w 243"/>
                  <a:gd name="T43" fmla="*/ 379 h 797"/>
                  <a:gd name="T44" fmla="*/ 80 w 243"/>
                  <a:gd name="T45" fmla="*/ 381 h 797"/>
                  <a:gd name="T46" fmla="*/ 71 w 243"/>
                  <a:gd name="T47" fmla="*/ 431 h 797"/>
                  <a:gd name="T48" fmla="*/ 76 w 243"/>
                  <a:gd name="T49" fmla="*/ 439 h 797"/>
                  <a:gd name="T50" fmla="*/ 91 w 243"/>
                  <a:gd name="T51" fmla="*/ 427 h 797"/>
                  <a:gd name="T52" fmla="*/ 97 w 243"/>
                  <a:gd name="T53" fmla="*/ 428 h 797"/>
                  <a:gd name="T54" fmla="*/ 102 w 243"/>
                  <a:gd name="T55" fmla="*/ 441 h 797"/>
                  <a:gd name="T56" fmla="*/ 61 w 243"/>
                  <a:gd name="T57" fmla="*/ 481 h 797"/>
                  <a:gd name="T58" fmla="*/ 152 w 243"/>
                  <a:gd name="T59" fmla="*/ 481 h 797"/>
                  <a:gd name="T60" fmla="*/ 122 w 243"/>
                  <a:gd name="T61" fmla="*/ 471 h 797"/>
                  <a:gd name="T62" fmla="*/ 105 w 243"/>
                  <a:gd name="T63" fmla="*/ 430 h 797"/>
                  <a:gd name="T64" fmla="*/ 122 w 243"/>
                  <a:gd name="T65" fmla="*/ 377 h 797"/>
                  <a:gd name="T66" fmla="*/ 176 w 243"/>
                  <a:gd name="T67" fmla="*/ 352 h 797"/>
                  <a:gd name="T68" fmla="*/ 223 w 243"/>
                  <a:gd name="T69" fmla="*/ 401 h 797"/>
                  <a:gd name="T70" fmla="*/ 152 w 243"/>
                  <a:gd name="T71" fmla="*/ 481 h 797"/>
                  <a:gd name="T72" fmla="*/ 152 w 243"/>
                  <a:gd name="T73" fmla="*/ 481 h 797"/>
                  <a:gd name="T74" fmla="*/ 152 w 243"/>
                  <a:gd name="T75" fmla="*/ 481 h 7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43" h="797">
                    <a:moveTo>
                      <a:pt x="12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97"/>
                      <a:pt x="0" y="797"/>
                      <a:pt x="0" y="797"/>
                    </a:cubicBezTo>
                    <a:cubicBezTo>
                      <a:pt x="243" y="797"/>
                      <a:pt x="243" y="797"/>
                      <a:pt x="243" y="797"/>
                    </a:cubicBezTo>
                    <a:cubicBezTo>
                      <a:pt x="243" y="0"/>
                      <a:pt x="243" y="0"/>
                      <a:pt x="243" y="0"/>
                    </a:cubicBezTo>
                    <a:lnTo>
                      <a:pt x="122" y="0"/>
                    </a:lnTo>
                    <a:close/>
                    <a:moveTo>
                      <a:pt x="61" y="481"/>
                    </a:moveTo>
                    <a:cubicBezTo>
                      <a:pt x="36" y="481"/>
                      <a:pt x="24" y="468"/>
                      <a:pt x="26" y="446"/>
                    </a:cubicBezTo>
                    <a:cubicBezTo>
                      <a:pt x="38" y="382"/>
                      <a:pt x="38" y="382"/>
                      <a:pt x="38" y="382"/>
                    </a:cubicBezTo>
                    <a:cubicBezTo>
                      <a:pt x="35" y="379"/>
                      <a:pt x="35" y="379"/>
                      <a:pt x="35" y="379"/>
                    </a:cubicBezTo>
                    <a:cubicBezTo>
                      <a:pt x="21" y="379"/>
                      <a:pt x="21" y="379"/>
                      <a:pt x="21" y="379"/>
                    </a:cubicBezTo>
                    <a:cubicBezTo>
                      <a:pt x="20" y="378"/>
                      <a:pt x="20" y="378"/>
                      <a:pt x="20" y="378"/>
                    </a:cubicBezTo>
                    <a:cubicBezTo>
                      <a:pt x="22" y="361"/>
                      <a:pt x="22" y="361"/>
                      <a:pt x="22" y="361"/>
                    </a:cubicBezTo>
                    <a:cubicBezTo>
                      <a:pt x="41" y="358"/>
                      <a:pt x="41" y="358"/>
                      <a:pt x="41" y="358"/>
                    </a:cubicBezTo>
                    <a:cubicBezTo>
                      <a:pt x="43" y="344"/>
                      <a:pt x="45" y="329"/>
                      <a:pt x="45" y="329"/>
                    </a:cubicBezTo>
                    <a:cubicBezTo>
                      <a:pt x="89" y="320"/>
                      <a:pt x="89" y="320"/>
                      <a:pt x="89" y="320"/>
                    </a:cubicBezTo>
                    <a:cubicBezTo>
                      <a:pt x="92" y="323"/>
                      <a:pt x="92" y="323"/>
                      <a:pt x="92" y="323"/>
                    </a:cubicBezTo>
                    <a:cubicBezTo>
                      <a:pt x="92" y="323"/>
                      <a:pt x="88" y="340"/>
                      <a:pt x="84" y="358"/>
                    </a:cubicBezTo>
                    <a:cubicBezTo>
                      <a:pt x="109" y="358"/>
                      <a:pt x="109" y="358"/>
                      <a:pt x="109" y="358"/>
                    </a:cubicBezTo>
                    <a:cubicBezTo>
                      <a:pt x="111" y="359"/>
                      <a:pt x="111" y="359"/>
                      <a:pt x="111" y="359"/>
                    </a:cubicBezTo>
                    <a:cubicBezTo>
                      <a:pt x="108" y="379"/>
                      <a:pt x="108" y="379"/>
                      <a:pt x="108" y="379"/>
                    </a:cubicBezTo>
                    <a:cubicBezTo>
                      <a:pt x="83" y="379"/>
                      <a:pt x="83" y="379"/>
                      <a:pt x="83" y="379"/>
                    </a:cubicBezTo>
                    <a:cubicBezTo>
                      <a:pt x="80" y="381"/>
                      <a:pt x="80" y="381"/>
                      <a:pt x="80" y="381"/>
                    </a:cubicBezTo>
                    <a:cubicBezTo>
                      <a:pt x="71" y="431"/>
                      <a:pt x="71" y="431"/>
                      <a:pt x="71" y="431"/>
                    </a:cubicBezTo>
                    <a:cubicBezTo>
                      <a:pt x="70" y="436"/>
                      <a:pt x="72" y="439"/>
                      <a:pt x="76" y="439"/>
                    </a:cubicBezTo>
                    <a:cubicBezTo>
                      <a:pt x="79" y="439"/>
                      <a:pt x="83" y="436"/>
                      <a:pt x="91" y="427"/>
                    </a:cubicBezTo>
                    <a:cubicBezTo>
                      <a:pt x="97" y="428"/>
                      <a:pt x="97" y="428"/>
                      <a:pt x="97" y="428"/>
                    </a:cubicBezTo>
                    <a:cubicBezTo>
                      <a:pt x="102" y="441"/>
                      <a:pt x="102" y="441"/>
                      <a:pt x="102" y="441"/>
                    </a:cubicBezTo>
                    <a:cubicBezTo>
                      <a:pt x="85" y="466"/>
                      <a:pt x="68" y="481"/>
                      <a:pt x="61" y="481"/>
                    </a:cubicBezTo>
                    <a:close/>
                    <a:moveTo>
                      <a:pt x="152" y="481"/>
                    </a:moveTo>
                    <a:cubicBezTo>
                      <a:pt x="140" y="481"/>
                      <a:pt x="129" y="478"/>
                      <a:pt x="122" y="471"/>
                    </a:cubicBezTo>
                    <a:cubicBezTo>
                      <a:pt x="111" y="463"/>
                      <a:pt x="105" y="449"/>
                      <a:pt x="105" y="430"/>
                    </a:cubicBezTo>
                    <a:cubicBezTo>
                      <a:pt x="105" y="409"/>
                      <a:pt x="111" y="391"/>
                      <a:pt x="122" y="377"/>
                    </a:cubicBezTo>
                    <a:cubicBezTo>
                      <a:pt x="134" y="361"/>
                      <a:pt x="153" y="352"/>
                      <a:pt x="176" y="352"/>
                    </a:cubicBezTo>
                    <a:cubicBezTo>
                      <a:pt x="206" y="352"/>
                      <a:pt x="223" y="369"/>
                      <a:pt x="223" y="401"/>
                    </a:cubicBezTo>
                    <a:cubicBezTo>
                      <a:pt x="223" y="450"/>
                      <a:pt x="195" y="481"/>
                      <a:pt x="152" y="481"/>
                    </a:cubicBezTo>
                    <a:close/>
                    <a:moveTo>
                      <a:pt x="152" y="481"/>
                    </a:moveTo>
                    <a:cubicBezTo>
                      <a:pt x="152" y="481"/>
                      <a:pt x="152" y="481"/>
                      <a:pt x="152" y="481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1" name="Freeform 58"/>
              <p:cNvSpPr>
                <a:spLocks noEditPoints="1"/>
              </p:cNvSpPr>
              <p:nvPr userDrawn="1"/>
            </p:nvSpPr>
            <p:spPr bwMode="auto">
              <a:xfrm>
                <a:off x="1298" y="748"/>
                <a:ext cx="389" cy="1223"/>
              </a:xfrm>
              <a:custGeom>
                <a:avLst/>
                <a:gdLst>
                  <a:gd name="T0" fmla="*/ 149 w 389"/>
                  <a:gd name="T1" fmla="*/ 648 h 1223"/>
                  <a:gd name="T2" fmla="*/ 153 w 389"/>
                  <a:gd name="T3" fmla="*/ 590 h 1223"/>
                  <a:gd name="T4" fmla="*/ 181 w 389"/>
                  <a:gd name="T5" fmla="*/ 588 h 1223"/>
                  <a:gd name="T6" fmla="*/ 182 w 389"/>
                  <a:gd name="T7" fmla="*/ 567 h 1223"/>
                  <a:gd name="T8" fmla="*/ 165 w 389"/>
                  <a:gd name="T9" fmla="*/ 532 h 1223"/>
                  <a:gd name="T10" fmla="*/ 118 w 389"/>
                  <a:gd name="T11" fmla="*/ 538 h 1223"/>
                  <a:gd name="T12" fmla="*/ 95 w 389"/>
                  <a:gd name="T13" fmla="*/ 570 h 1223"/>
                  <a:gd name="T14" fmla="*/ 94 w 389"/>
                  <a:gd name="T15" fmla="*/ 589 h 1223"/>
                  <a:gd name="T16" fmla="*/ 111 w 389"/>
                  <a:gd name="T17" fmla="*/ 591 h 1223"/>
                  <a:gd name="T18" fmla="*/ 134 w 389"/>
                  <a:gd name="T19" fmla="*/ 691 h 1223"/>
                  <a:gd name="T20" fmla="*/ 170 w 389"/>
                  <a:gd name="T21" fmla="*/ 638 h 1223"/>
                  <a:gd name="T22" fmla="*/ 249 w 389"/>
                  <a:gd name="T23" fmla="*/ 561 h 1223"/>
                  <a:gd name="T24" fmla="*/ 178 w 389"/>
                  <a:gd name="T25" fmla="*/ 639 h 1223"/>
                  <a:gd name="T26" fmla="*/ 225 w 389"/>
                  <a:gd name="T27" fmla="*/ 690 h 1223"/>
                  <a:gd name="T28" fmla="*/ 249 w 389"/>
                  <a:gd name="T29" fmla="*/ 561 h 1223"/>
                  <a:gd name="T30" fmla="*/ 225 w 389"/>
                  <a:gd name="T31" fmla="*/ 637 h 1223"/>
                  <a:gd name="T32" fmla="*/ 248 w 389"/>
                  <a:gd name="T33" fmla="*/ 618 h 1223"/>
                  <a:gd name="T34" fmla="*/ 195 w 389"/>
                  <a:gd name="T35" fmla="*/ 0 h 1223"/>
                  <a:gd name="T36" fmla="*/ 0 w 389"/>
                  <a:gd name="T37" fmla="*/ 47 h 1223"/>
                  <a:gd name="T38" fmla="*/ 389 w 389"/>
                  <a:gd name="T39" fmla="*/ 0 h 1223"/>
                  <a:gd name="T40" fmla="*/ 195 w 389"/>
                  <a:gd name="T41" fmla="*/ 1176 h 1223"/>
                  <a:gd name="T42" fmla="*/ 0 w 389"/>
                  <a:gd name="T43" fmla="*/ 1223 h 1223"/>
                  <a:gd name="T44" fmla="*/ 389 w 389"/>
                  <a:gd name="T45" fmla="*/ 1176 h 1223"/>
                  <a:gd name="T46" fmla="*/ 319 w 389"/>
                  <a:gd name="T47" fmla="*/ 98 h 1223"/>
                  <a:gd name="T48" fmla="*/ 69 w 389"/>
                  <a:gd name="T49" fmla="*/ 106 h 1223"/>
                  <a:gd name="T50" fmla="*/ 319 w 389"/>
                  <a:gd name="T51" fmla="*/ 113 h 1223"/>
                  <a:gd name="T52" fmla="*/ 319 w 389"/>
                  <a:gd name="T53" fmla="*/ 98 h 1223"/>
                  <a:gd name="T54" fmla="*/ 76 w 389"/>
                  <a:gd name="T55" fmla="*/ 150 h 1223"/>
                  <a:gd name="T56" fmla="*/ 76 w 389"/>
                  <a:gd name="T57" fmla="*/ 165 h 1223"/>
                  <a:gd name="T58" fmla="*/ 327 w 389"/>
                  <a:gd name="T59" fmla="*/ 158 h 1223"/>
                  <a:gd name="T60" fmla="*/ 319 w 389"/>
                  <a:gd name="T61" fmla="*/ 1061 h 1223"/>
                  <a:gd name="T62" fmla="*/ 69 w 389"/>
                  <a:gd name="T63" fmla="*/ 1068 h 1223"/>
                  <a:gd name="T64" fmla="*/ 319 w 389"/>
                  <a:gd name="T65" fmla="*/ 1076 h 1223"/>
                  <a:gd name="T66" fmla="*/ 319 w 389"/>
                  <a:gd name="T67" fmla="*/ 1061 h 1223"/>
                  <a:gd name="T68" fmla="*/ 76 w 389"/>
                  <a:gd name="T69" fmla="*/ 1112 h 1223"/>
                  <a:gd name="T70" fmla="*/ 76 w 389"/>
                  <a:gd name="T71" fmla="*/ 1127 h 1223"/>
                  <a:gd name="T72" fmla="*/ 327 w 389"/>
                  <a:gd name="T73" fmla="*/ 1120 h 1223"/>
                  <a:gd name="T74" fmla="*/ 319 w 389"/>
                  <a:gd name="T75" fmla="*/ 1112 h 1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89" h="1223">
                    <a:moveTo>
                      <a:pt x="164" y="637"/>
                    </a:moveTo>
                    <a:cubicBezTo>
                      <a:pt x="156" y="646"/>
                      <a:pt x="152" y="648"/>
                      <a:pt x="149" y="648"/>
                    </a:cubicBezTo>
                    <a:cubicBezTo>
                      <a:pt x="145" y="648"/>
                      <a:pt x="143" y="646"/>
                      <a:pt x="144" y="640"/>
                    </a:cubicBezTo>
                    <a:cubicBezTo>
                      <a:pt x="153" y="590"/>
                      <a:pt x="153" y="590"/>
                      <a:pt x="153" y="590"/>
                    </a:cubicBezTo>
                    <a:cubicBezTo>
                      <a:pt x="156" y="588"/>
                      <a:pt x="156" y="588"/>
                      <a:pt x="156" y="588"/>
                    </a:cubicBezTo>
                    <a:cubicBezTo>
                      <a:pt x="181" y="588"/>
                      <a:pt x="181" y="588"/>
                      <a:pt x="181" y="588"/>
                    </a:cubicBezTo>
                    <a:cubicBezTo>
                      <a:pt x="184" y="569"/>
                      <a:pt x="184" y="569"/>
                      <a:pt x="184" y="569"/>
                    </a:cubicBezTo>
                    <a:cubicBezTo>
                      <a:pt x="182" y="567"/>
                      <a:pt x="182" y="567"/>
                      <a:pt x="182" y="567"/>
                    </a:cubicBezTo>
                    <a:cubicBezTo>
                      <a:pt x="157" y="567"/>
                      <a:pt x="157" y="567"/>
                      <a:pt x="157" y="567"/>
                    </a:cubicBezTo>
                    <a:cubicBezTo>
                      <a:pt x="161" y="550"/>
                      <a:pt x="165" y="532"/>
                      <a:pt x="165" y="532"/>
                    </a:cubicBezTo>
                    <a:cubicBezTo>
                      <a:pt x="162" y="529"/>
                      <a:pt x="162" y="529"/>
                      <a:pt x="162" y="529"/>
                    </a:cubicBezTo>
                    <a:cubicBezTo>
                      <a:pt x="118" y="538"/>
                      <a:pt x="118" y="538"/>
                      <a:pt x="118" y="538"/>
                    </a:cubicBezTo>
                    <a:cubicBezTo>
                      <a:pt x="118" y="538"/>
                      <a:pt x="116" y="554"/>
                      <a:pt x="114" y="567"/>
                    </a:cubicBezTo>
                    <a:cubicBezTo>
                      <a:pt x="95" y="570"/>
                      <a:pt x="95" y="570"/>
                      <a:pt x="95" y="570"/>
                    </a:cubicBezTo>
                    <a:cubicBezTo>
                      <a:pt x="93" y="588"/>
                      <a:pt x="93" y="588"/>
                      <a:pt x="93" y="588"/>
                    </a:cubicBezTo>
                    <a:cubicBezTo>
                      <a:pt x="94" y="589"/>
                      <a:pt x="94" y="589"/>
                      <a:pt x="94" y="589"/>
                    </a:cubicBezTo>
                    <a:cubicBezTo>
                      <a:pt x="108" y="589"/>
                      <a:pt x="108" y="589"/>
                      <a:pt x="108" y="589"/>
                    </a:cubicBezTo>
                    <a:cubicBezTo>
                      <a:pt x="111" y="591"/>
                      <a:pt x="111" y="591"/>
                      <a:pt x="111" y="591"/>
                    </a:cubicBezTo>
                    <a:cubicBezTo>
                      <a:pt x="99" y="656"/>
                      <a:pt x="99" y="656"/>
                      <a:pt x="99" y="656"/>
                    </a:cubicBezTo>
                    <a:cubicBezTo>
                      <a:pt x="97" y="678"/>
                      <a:pt x="109" y="691"/>
                      <a:pt x="134" y="691"/>
                    </a:cubicBezTo>
                    <a:cubicBezTo>
                      <a:pt x="141" y="691"/>
                      <a:pt x="158" y="675"/>
                      <a:pt x="175" y="651"/>
                    </a:cubicBezTo>
                    <a:cubicBezTo>
                      <a:pt x="170" y="638"/>
                      <a:pt x="170" y="638"/>
                      <a:pt x="170" y="638"/>
                    </a:cubicBezTo>
                    <a:lnTo>
                      <a:pt x="164" y="637"/>
                    </a:lnTo>
                    <a:close/>
                    <a:moveTo>
                      <a:pt x="249" y="561"/>
                    </a:moveTo>
                    <a:cubicBezTo>
                      <a:pt x="226" y="561"/>
                      <a:pt x="207" y="570"/>
                      <a:pt x="195" y="586"/>
                    </a:cubicBezTo>
                    <a:cubicBezTo>
                      <a:pt x="184" y="600"/>
                      <a:pt x="178" y="618"/>
                      <a:pt x="178" y="639"/>
                    </a:cubicBezTo>
                    <a:cubicBezTo>
                      <a:pt x="178" y="658"/>
                      <a:pt x="184" y="672"/>
                      <a:pt x="195" y="680"/>
                    </a:cubicBezTo>
                    <a:cubicBezTo>
                      <a:pt x="202" y="687"/>
                      <a:pt x="213" y="690"/>
                      <a:pt x="225" y="690"/>
                    </a:cubicBezTo>
                    <a:cubicBezTo>
                      <a:pt x="268" y="690"/>
                      <a:pt x="296" y="659"/>
                      <a:pt x="296" y="610"/>
                    </a:cubicBezTo>
                    <a:cubicBezTo>
                      <a:pt x="296" y="579"/>
                      <a:pt x="279" y="561"/>
                      <a:pt x="249" y="561"/>
                    </a:cubicBezTo>
                    <a:close/>
                    <a:moveTo>
                      <a:pt x="235" y="663"/>
                    </a:moveTo>
                    <a:cubicBezTo>
                      <a:pt x="228" y="663"/>
                      <a:pt x="225" y="654"/>
                      <a:pt x="225" y="637"/>
                    </a:cubicBezTo>
                    <a:cubicBezTo>
                      <a:pt x="225" y="609"/>
                      <a:pt x="230" y="592"/>
                      <a:pt x="239" y="592"/>
                    </a:cubicBezTo>
                    <a:cubicBezTo>
                      <a:pt x="246" y="592"/>
                      <a:pt x="248" y="599"/>
                      <a:pt x="248" y="618"/>
                    </a:cubicBezTo>
                    <a:cubicBezTo>
                      <a:pt x="248" y="649"/>
                      <a:pt x="245" y="663"/>
                      <a:pt x="235" y="663"/>
                    </a:cubicBezTo>
                    <a:close/>
                    <a:moveTo>
                      <a:pt x="19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389" y="47"/>
                      <a:pt x="389" y="47"/>
                      <a:pt x="389" y="47"/>
                    </a:cubicBezTo>
                    <a:cubicBezTo>
                      <a:pt x="389" y="0"/>
                      <a:pt x="389" y="0"/>
                      <a:pt x="389" y="0"/>
                    </a:cubicBezTo>
                    <a:lnTo>
                      <a:pt x="195" y="0"/>
                    </a:lnTo>
                    <a:close/>
                    <a:moveTo>
                      <a:pt x="195" y="1176"/>
                    </a:moveTo>
                    <a:cubicBezTo>
                      <a:pt x="0" y="1176"/>
                      <a:pt x="0" y="1176"/>
                      <a:pt x="0" y="1176"/>
                    </a:cubicBezTo>
                    <a:cubicBezTo>
                      <a:pt x="0" y="1223"/>
                      <a:pt x="0" y="1223"/>
                      <a:pt x="0" y="1223"/>
                    </a:cubicBezTo>
                    <a:cubicBezTo>
                      <a:pt x="389" y="1223"/>
                      <a:pt x="389" y="1223"/>
                      <a:pt x="389" y="1223"/>
                    </a:cubicBezTo>
                    <a:cubicBezTo>
                      <a:pt x="389" y="1176"/>
                      <a:pt x="389" y="1176"/>
                      <a:pt x="389" y="1176"/>
                    </a:cubicBezTo>
                    <a:lnTo>
                      <a:pt x="195" y="1176"/>
                    </a:lnTo>
                    <a:close/>
                    <a:moveTo>
                      <a:pt x="319" y="98"/>
                    </a:moveTo>
                    <a:cubicBezTo>
                      <a:pt x="76" y="98"/>
                      <a:pt x="76" y="98"/>
                      <a:pt x="76" y="98"/>
                    </a:cubicBezTo>
                    <a:cubicBezTo>
                      <a:pt x="72" y="98"/>
                      <a:pt x="69" y="102"/>
                      <a:pt x="69" y="106"/>
                    </a:cubicBezTo>
                    <a:cubicBezTo>
                      <a:pt x="69" y="110"/>
                      <a:pt x="72" y="113"/>
                      <a:pt x="76" y="113"/>
                    </a:cubicBezTo>
                    <a:cubicBezTo>
                      <a:pt x="319" y="113"/>
                      <a:pt x="319" y="113"/>
                      <a:pt x="319" y="113"/>
                    </a:cubicBezTo>
                    <a:cubicBezTo>
                      <a:pt x="323" y="113"/>
                      <a:pt x="327" y="110"/>
                      <a:pt x="327" y="106"/>
                    </a:cubicBezTo>
                    <a:cubicBezTo>
                      <a:pt x="327" y="102"/>
                      <a:pt x="323" y="98"/>
                      <a:pt x="319" y="98"/>
                    </a:cubicBezTo>
                    <a:close/>
                    <a:moveTo>
                      <a:pt x="319" y="150"/>
                    </a:moveTo>
                    <a:cubicBezTo>
                      <a:pt x="76" y="150"/>
                      <a:pt x="76" y="150"/>
                      <a:pt x="76" y="150"/>
                    </a:cubicBezTo>
                    <a:cubicBezTo>
                      <a:pt x="72" y="150"/>
                      <a:pt x="69" y="153"/>
                      <a:pt x="69" y="158"/>
                    </a:cubicBezTo>
                    <a:cubicBezTo>
                      <a:pt x="69" y="162"/>
                      <a:pt x="72" y="165"/>
                      <a:pt x="76" y="165"/>
                    </a:cubicBezTo>
                    <a:cubicBezTo>
                      <a:pt x="319" y="165"/>
                      <a:pt x="319" y="165"/>
                      <a:pt x="319" y="165"/>
                    </a:cubicBezTo>
                    <a:cubicBezTo>
                      <a:pt x="323" y="165"/>
                      <a:pt x="327" y="162"/>
                      <a:pt x="327" y="158"/>
                    </a:cubicBezTo>
                    <a:cubicBezTo>
                      <a:pt x="327" y="153"/>
                      <a:pt x="323" y="150"/>
                      <a:pt x="319" y="150"/>
                    </a:cubicBezTo>
                    <a:close/>
                    <a:moveTo>
                      <a:pt x="319" y="1061"/>
                    </a:moveTo>
                    <a:cubicBezTo>
                      <a:pt x="76" y="1061"/>
                      <a:pt x="76" y="1061"/>
                      <a:pt x="76" y="1061"/>
                    </a:cubicBezTo>
                    <a:cubicBezTo>
                      <a:pt x="72" y="1061"/>
                      <a:pt x="69" y="1064"/>
                      <a:pt x="69" y="1068"/>
                    </a:cubicBezTo>
                    <a:cubicBezTo>
                      <a:pt x="69" y="1072"/>
                      <a:pt x="72" y="1076"/>
                      <a:pt x="76" y="1076"/>
                    </a:cubicBezTo>
                    <a:cubicBezTo>
                      <a:pt x="319" y="1076"/>
                      <a:pt x="319" y="1076"/>
                      <a:pt x="319" y="1076"/>
                    </a:cubicBezTo>
                    <a:cubicBezTo>
                      <a:pt x="323" y="1076"/>
                      <a:pt x="327" y="1072"/>
                      <a:pt x="327" y="1068"/>
                    </a:cubicBezTo>
                    <a:cubicBezTo>
                      <a:pt x="327" y="1064"/>
                      <a:pt x="323" y="1061"/>
                      <a:pt x="319" y="1061"/>
                    </a:cubicBezTo>
                    <a:close/>
                    <a:moveTo>
                      <a:pt x="319" y="1112"/>
                    </a:moveTo>
                    <a:cubicBezTo>
                      <a:pt x="76" y="1112"/>
                      <a:pt x="76" y="1112"/>
                      <a:pt x="76" y="1112"/>
                    </a:cubicBezTo>
                    <a:cubicBezTo>
                      <a:pt x="72" y="1112"/>
                      <a:pt x="69" y="1116"/>
                      <a:pt x="69" y="1120"/>
                    </a:cubicBezTo>
                    <a:cubicBezTo>
                      <a:pt x="69" y="1124"/>
                      <a:pt x="72" y="1127"/>
                      <a:pt x="76" y="1127"/>
                    </a:cubicBezTo>
                    <a:cubicBezTo>
                      <a:pt x="319" y="1127"/>
                      <a:pt x="319" y="1127"/>
                      <a:pt x="319" y="1127"/>
                    </a:cubicBezTo>
                    <a:cubicBezTo>
                      <a:pt x="323" y="1127"/>
                      <a:pt x="327" y="1124"/>
                      <a:pt x="327" y="1120"/>
                    </a:cubicBezTo>
                    <a:cubicBezTo>
                      <a:pt x="327" y="1116"/>
                      <a:pt x="323" y="1112"/>
                      <a:pt x="319" y="1112"/>
                    </a:cubicBezTo>
                    <a:close/>
                    <a:moveTo>
                      <a:pt x="319" y="1112"/>
                    </a:moveTo>
                    <a:cubicBezTo>
                      <a:pt x="319" y="1112"/>
                      <a:pt x="319" y="1112"/>
                      <a:pt x="319" y="1112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2" name="Freeform 59"/>
              <p:cNvSpPr>
                <a:spLocks noEditPoints="1"/>
              </p:cNvSpPr>
              <p:nvPr userDrawn="1"/>
            </p:nvSpPr>
            <p:spPr bwMode="auto">
              <a:xfrm>
                <a:off x="1915" y="892"/>
                <a:ext cx="418" cy="962"/>
              </a:xfrm>
              <a:custGeom>
                <a:avLst/>
                <a:gdLst>
                  <a:gd name="T0" fmla="*/ 165 w 419"/>
                  <a:gd name="T1" fmla="*/ 71 h 962"/>
                  <a:gd name="T2" fmla="*/ 172 w 419"/>
                  <a:gd name="T3" fmla="*/ 96 h 962"/>
                  <a:gd name="T4" fmla="*/ 419 w 419"/>
                  <a:gd name="T5" fmla="*/ 962 h 962"/>
                  <a:gd name="T6" fmla="*/ 145 w 419"/>
                  <a:gd name="T7" fmla="*/ 0 h 962"/>
                  <a:gd name="T8" fmla="*/ 144 w 419"/>
                  <a:gd name="T9" fmla="*/ 0 h 962"/>
                  <a:gd name="T10" fmla="*/ 165 w 419"/>
                  <a:gd name="T11" fmla="*/ 71 h 962"/>
                  <a:gd name="T12" fmla="*/ 1 w 419"/>
                  <a:gd name="T13" fmla="*/ 232 h 962"/>
                  <a:gd name="T14" fmla="*/ 11 w 419"/>
                  <a:gd name="T15" fmla="*/ 238 h 962"/>
                  <a:gd name="T16" fmla="*/ 6 w 419"/>
                  <a:gd name="T17" fmla="*/ 223 h 962"/>
                  <a:gd name="T18" fmla="*/ 1 w 419"/>
                  <a:gd name="T19" fmla="*/ 232 h 962"/>
                  <a:gd name="T20" fmla="*/ 1 w 419"/>
                  <a:gd name="T21" fmla="*/ 232 h 962"/>
                  <a:gd name="T22" fmla="*/ 1 w 419"/>
                  <a:gd name="T23" fmla="*/ 232 h 9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19" h="962">
                    <a:moveTo>
                      <a:pt x="165" y="71"/>
                    </a:moveTo>
                    <a:cubicBezTo>
                      <a:pt x="172" y="96"/>
                      <a:pt x="172" y="96"/>
                      <a:pt x="172" y="96"/>
                    </a:cubicBezTo>
                    <a:cubicBezTo>
                      <a:pt x="419" y="962"/>
                      <a:pt x="419" y="962"/>
                      <a:pt x="419" y="962"/>
                    </a:cubicBezTo>
                    <a:cubicBezTo>
                      <a:pt x="145" y="0"/>
                      <a:pt x="145" y="0"/>
                      <a:pt x="145" y="0"/>
                    </a:cubicBezTo>
                    <a:cubicBezTo>
                      <a:pt x="144" y="0"/>
                      <a:pt x="144" y="0"/>
                      <a:pt x="144" y="0"/>
                    </a:cubicBezTo>
                    <a:cubicBezTo>
                      <a:pt x="165" y="71"/>
                      <a:pt x="165" y="71"/>
                      <a:pt x="165" y="71"/>
                    </a:cubicBezTo>
                    <a:close/>
                    <a:moveTo>
                      <a:pt x="1" y="232"/>
                    </a:moveTo>
                    <a:cubicBezTo>
                      <a:pt x="2" y="235"/>
                      <a:pt x="6" y="237"/>
                      <a:pt x="11" y="238"/>
                    </a:cubicBezTo>
                    <a:cubicBezTo>
                      <a:pt x="6" y="223"/>
                      <a:pt x="6" y="223"/>
                      <a:pt x="6" y="223"/>
                    </a:cubicBezTo>
                    <a:cubicBezTo>
                      <a:pt x="2" y="225"/>
                      <a:pt x="0" y="228"/>
                      <a:pt x="1" y="232"/>
                    </a:cubicBezTo>
                    <a:close/>
                    <a:moveTo>
                      <a:pt x="1" y="232"/>
                    </a:moveTo>
                    <a:cubicBezTo>
                      <a:pt x="1" y="232"/>
                      <a:pt x="1" y="232"/>
                      <a:pt x="1" y="232"/>
                    </a:cubicBezTo>
                  </a:path>
                </a:pathLst>
              </a:custGeom>
              <a:solidFill>
                <a:srgbClr val="FF78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" name="Freeform 60"/>
              <p:cNvSpPr>
                <a:spLocks noEditPoints="1"/>
              </p:cNvSpPr>
              <p:nvPr userDrawn="1"/>
            </p:nvSpPr>
            <p:spPr bwMode="auto">
              <a:xfrm>
                <a:off x="1950" y="1245"/>
                <a:ext cx="3" cy="62"/>
              </a:xfrm>
              <a:custGeom>
                <a:avLst/>
                <a:gdLst>
                  <a:gd name="T0" fmla="*/ 0 w 3"/>
                  <a:gd name="T1" fmla="*/ 0 h 62"/>
                  <a:gd name="T2" fmla="*/ 2 w 3"/>
                  <a:gd name="T3" fmla="*/ 0 h 62"/>
                  <a:gd name="T4" fmla="*/ 2 w 3"/>
                  <a:gd name="T5" fmla="*/ 62 h 62"/>
                  <a:gd name="T6" fmla="*/ 0 w 3"/>
                  <a:gd name="T7" fmla="*/ 62 h 62"/>
                  <a:gd name="T8" fmla="*/ 0 w 3"/>
                  <a:gd name="T9" fmla="*/ 0 h 62"/>
                  <a:gd name="T10" fmla="*/ 2 w 3"/>
                  <a:gd name="T11" fmla="*/ 0 h 62"/>
                  <a:gd name="T12" fmla="*/ 3 w 3"/>
                  <a:gd name="T13" fmla="*/ 0 h 62"/>
                  <a:gd name="T14" fmla="*/ 3 w 3"/>
                  <a:gd name="T15" fmla="*/ 62 h 62"/>
                  <a:gd name="T16" fmla="*/ 2 w 3"/>
                  <a:gd name="T17" fmla="*/ 62 h 62"/>
                  <a:gd name="T18" fmla="*/ 2 w 3"/>
                  <a:gd name="T19" fmla="*/ 0 h 62"/>
                  <a:gd name="T20" fmla="*/ 2 w 3"/>
                  <a:gd name="T21" fmla="*/ 0 h 62"/>
                  <a:gd name="T22" fmla="*/ 2 w 3"/>
                  <a:gd name="T2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62">
                    <a:moveTo>
                      <a:pt x="0" y="0"/>
                    </a:moveTo>
                    <a:lnTo>
                      <a:pt x="2" y="0"/>
                    </a:lnTo>
                    <a:lnTo>
                      <a:pt x="2" y="62"/>
                    </a:lnTo>
                    <a:lnTo>
                      <a:pt x="0" y="62"/>
                    </a:lnTo>
                    <a:lnTo>
                      <a:pt x="0" y="0"/>
                    </a:lnTo>
                    <a:close/>
                    <a:moveTo>
                      <a:pt x="2" y="0"/>
                    </a:moveTo>
                    <a:lnTo>
                      <a:pt x="3" y="0"/>
                    </a:lnTo>
                    <a:lnTo>
                      <a:pt x="3" y="62"/>
                    </a:lnTo>
                    <a:lnTo>
                      <a:pt x="2" y="62"/>
                    </a:lnTo>
                    <a:lnTo>
                      <a:pt x="2" y="0"/>
                    </a:lnTo>
                    <a:close/>
                    <a:moveTo>
                      <a:pt x="2" y="0"/>
                    </a:move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" name="Freeform 61"/>
              <p:cNvSpPr>
                <a:spLocks noEditPoints="1"/>
              </p:cNvSpPr>
              <p:nvPr userDrawn="1"/>
            </p:nvSpPr>
            <p:spPr bwMode="auto">
              <a:xfrm>
                <a:off x="1950" y="1245"/>
                <a:ext cx="3" cy="62"/>
              </a:xfrm>
              <a:custGeom>
                <a:avLst/>
                <a:gdLst>
                  <a:gd name="T0" fmla="*/ 0 w 3"/>
                  <a:gd name="T1" fmla="*/ 0 h 62"/>
                  <a:gd name="T2" fmla="*/ 2 w 3"/>
                  <a:gd name="T3" fmla="*/ 0 h 62"/>
                  <a:gd name="T4" fmla="*/ 2 w 3"/>
                  <a:gd name="T5" fmla="*/ 62 h 62"/>
                  <a:gd name="T6" fmla="*/ 0 w 3"/>
                  <a:gd name="T7" fmla="*/ 62 h 62"/>
                  <a:gd name="T8" fmla="*/ 0 w 3"/>
                  <a:gd name="T9" fmla="*/ 0 h 62"/>
                  <a:gd name="T10" fmla="*/ 2 w 3"/>
                  <a:gd name="T11" fmla="*/ 0 h 62"/>
                  <a:gd name="T12" fmla="*/ 3 w 3"/>
                  <a:gd name="T13" fmla="*/ 0 h 62"/>
                  <a:gd name="T14" fmla="*/ 3 w 3"/>
                  <a:gd name="T15" fmla="*/ 62 h 62"/>
                  <a:gd name="T16" fmla="*/ 2 w 3"/>
                  <a:gd name="T17" fmla="*/ 62 h 62"/>
                  <a:gd name="T18" fmla="*/ 2 w 3"/>
                  <a:gd name="T19" fmla="*/ 0 h 62"/>
                  <a:gd name="T20" fmla="*/ 2 w 3"/>
                  <a:gd name="T21" fmla="*/ 0 h 62"/>
                  <a:gd name="T22" fmla="*/ 2 w 3"/>
                  <a:gd name="T2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62">
                    <a:moveTo>
                      <a:pt x="0" y="0"/>
                    </a:moveTo>
                    <a:lnTo>
                      <a:pt x="2" y="0"/>
                    </a:lnTo>
                    <a:lnTo>
                      <a:pt x="2" y="62"/>
                    </a:lnTo>
                    <a:lnTo>
                      <a:pt x="0" y="62"/>
                    </a:lnTo>
                    <a:lnTo>
                      <a:pt x="0" y="0"/>
                    </a:lnTo>
                    <a:moveTo>
                      <a:pt x="2" y="0"/>
                    </a:moveTo>
                    <a:lnTo>
                      <a:pt x="3" y="0"/>
                    </a:lnTo>
                    <a:lnTo>
                      <a:pt x="3" y="62"/>
                    </a:lnTo>
                    <a:lnTo>
                      <a:pt x="2" y="62"/>
                    </a:lnTo>
                    <a:lnTo>
                      <a:pt x="2" y="0"/>
                    </a:lnTo>
                    <a:moveTo>
                      <a:pt x="2" y="0"/>
                    </a:moveTo>
                    <a:lnTo>
                      <a:pt x="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Rectangle 62"/>
              <p:cNvSpPr>
                <a:spLocks noChangeArrowheads="1"/>
              </p:cNvSpPr>
              <p:nvPr userDrawn="1"/>
            </p:nvSpPr>
            <p:spPr bwMode="auto">
              <a:xfrm>
                <a:off x="1953" y="1245"/>
                <a:ext cx="1" cy="62"/>
              </a:xfrm>
              <a:prstGeom prst="rect">
                <a:avLst/>
              </a:prstGeom>
              <a:solidFill>
                <a:srgbClr val="3E3E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Rectangle 63"/>
              <p:cNvSpPr>
                <a:spLocks noChangeArrowheads="1"/>
              </p:cNvSpPr>
              <p:nvPr userDrawn="1"/>
            </p:nvSpPr>
            <p:spPr bwMode="auto">
              <a:xfrm>
                <a:off x="1953" y="1245"/>
                <a:ext cx="1" cy="62"/>
              </a:xfrm>
              <a:prstGeom prst="rect">
                <a:avLst/>
              </a:prstGeom>
              <a:solidFill>
                <a:srgbClr val="3E3E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" name="Rectangle 64"/>
              <p:cNvSpPr>
                <a:spLocks noChangeArrowheads="1"/>
              </p:cNvSpPr>
              <p:nvPr userDrawn="1"/>
            </p:nvSpPr>
            <p:spPr bwMode="auto">
              <a:xfrm>
                <a:off x="1954" y="1245"/>
                <a:ext cx="1" cy="62"/>
              </a:xfrm>
              <a:prstGeom prst="rect">
                <a:avLst/>
              </a:prstGeom>
              <a:solidFill>
                <a:srgbClr val="3D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" name="Rectangle 65"/>
              <p:cNvSpPr>
                <a:spLocks noChangeArrowheads="1"/>
              </p:cNvSpPr>
              <p:nvPr userDrawn="1"/>
            </p:nvSpPr>
            <p:spPr bwMode="auto">
              <a:xfrm>
                <a:off x="1954" y="1245"/>
                <a:ext cx="1" cy="62"/>
              </a:xfrm>
              <a:prstGeom prst="rect">
                <a:avLst/>
              </a:prstGeom>
              <a:solidFill>
                <a:srgbClr val="3C3C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" name="Rectangle 66"/>
              <p:cNvSpPr>
                <a:spLocks noChangeArrowheads="1"/>
              </p:cNvSpPr>
              <p:nvPr userDrawn="1"/>
            </p:nvSpPr>
            <p:spPr bwMode="auto">
              <a:xfrm>
                <a:off x="1954" y="1245"/>
                <a:ext cx="1" cy="62"/>
              </a:xfrm>
              <a:prstGeom prst="rect">
                <a:avLst/>
              </a:prstGeom>
              <a:solidFill>
                <a:srgbClr val="3B3B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0" name="Rectangle 67"/>
              <p:cNvSpPr>
                <a:spLocks noChangeArrowheads="1"/>
              </p:cNvSpPr>
              <p:nvPr userDrawn="1"/>
            </p:nvSpPr>
            <p:spPr bwMode="auto">
              <a:xfrm>
                <a:off x="1955" y="1245"/>
                <a:ext cx="1" cy="62"/>
              </a:xfrm>
              <a:prstGeom prst="rect">
                <a:avLst/>
              </a:prstGeom>
              <a:solidFill>
                <a:srgbClr val="3B3B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Rectangle 68"/>
              <p:cNvSpPr>
                <a:spLocks noChangeArrowheads="1"/>
              </p:cNvSpPr>
              <p:nvPr userDrawn="1"/>
            </p:nvSpPr>
            <p:spPr bwMode="auto">
              <a:xfrm>
                <a:off x="1956" y="1245"/>
                <a:ext cx="1" cy="62"/>
              </a:xfrm>
              <a:prstGeom prst="rect">
                <a:avLst/>
              </a:prstGeom>
              <a:solidFill>
                <a:srgbClr val="3A3A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2" name="Rectangle 69"/>
              <p:cNvSpPr>
                <a:spLocks noChangeArrowheads="1"/>
              </p:cNvSpPr>
              <p:nvPr userDrawn="1"/>
            </p:nvSpPr>
            <p:spPr bwMode="auto">
              <a:xfrm>
                <a:off x="1956" y="1245"/>
                <a:ext cx="1" cy="62"/>
              </a:xfrm>
              <a:prstGeom prst="rect">
                <a:avLst/>
              </a:prstGeom>
              <a:solidFill>
                <a:srgbClr val="3939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3" name="Rectangle 70"/>
              <p:cNvSpPr>
                <a:spLocks noChangeArrowheads="1"/>
              </p:cNvSpPr>
              <p:nvPr userDrawn="1"/>
            </p:nvSpPr>
            <p:spPr bwMode="auto">
              <a:xfrm>
                <a:off x="1957" y="1245"/>
                <a:ext cx="1" cy="62"/>
              </a:xfrm>
              <a:prstGeom prst="rect">
                <a:avLst/>
              </a:prstGeom>
              <a:solidFill>
                <a:srgbClr val="383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4" name="Rectangle 71"/>
              <p:cNvSpPr>
                <a:spLocks noChangeArrowheads="1"/>
              </p:cNvSpPr>
              <p:nvPr userDrawn="1"/>
            </p:nvSpPr>
            <p:spPr bwMode="auto">
              <a:xfrm>
                <a:off x="1957" y="1245"/>
                <a:ext cx="1" cy="62"/>
              </a:xfrm>
              <a:prstGeom prst="rect">
                <a:avLst/>
              </a:prstGeom>
              <a:solidFill>
                <a:srgbClr val="3838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5" name="Rectangle 72"/>
              <p:cNvSpPr>
                <a:spLocks noChangeArrowheads="1"/>
              </p:cNvSpPr>
              <p:nvPr userDrawn="1"/>
            </p:nvSpPr>
            <p:spPr bwMode="auto">
              <a:xfrm>
                <a:off x="1957" y="1245"/>
                <a:ext cx="1" cy="62"/>
              </a:xfrm>
              <a:prstGeom prst="rect">
                <a:avLst/>
              </a:prstGeom>
              <a:solidFill>
                <a:srgbClr val="3737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6" name="Rectangle 73"/>
              <p:cNvSpPr>
                <a:spLocks noChangeArrowheads="1"/>
              </p:cNvSpPr>
              <p:nvPr userDrawn="1"/>
            </p:nvSpPr>
            <p:spPr bwMode="auto">
              <a:xfrm>
                <a:off x="1958" y="1245"/>
                <a:ext cx="1" cy="62"/>
              </a:xfrm>
              <a:prstGeom prst="rect">
                <a:avLst/>
              </a:prstGeom>
              <a:solidFill>
                <a:srgbClr val="36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7" name="Rectangle 74"/>
              <p:cNvSpPr>
                <a:spLocks noChangeArrowheads="1"/>
              </p:cNvSpPr>
              <p:nvPr userDrawn="1"/>
            </p:nvSpPr>
            <p:spPr bwMode="auto">
              <a:xfrm>
                <a:off x="1959" y="1245"/>
                <a:ext cx="1" cy="62"/>
              </a:xfrm>
              <a:prstGeom prst="rect">
                <a:avLst/>
              </a:prstGeom>
              <a:solidFill>
                <a:srgbClr val="363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8" name="Rectangle 75"/>
              <p:cNvSpPr>
                <a:spLocks noChangeArrowheads="1"/>
              </p:cNvSpPr>
              <p:nvPr userDrawn="1"/>
            </p:nvSpPr>
            <p:spPr bwMode="auto">
              <a:xfrm>
                <a:off x="1959" y="1245"/>
                <a:ext cx="1" cy="62"/>
              </a:xfrm>
              <a:prstGeom prst="rect">
                <a:avLst/>
              </a:prstGeom>
              <a:solidFill>
                <a:srgbClr val="3535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9" name="Rectangle 76"/>
              <p:cNvSpPr>
                <a:spLocks noChangeArrowheads="1"/>
              </p:cNvSpPr>
              <p:nvPr userDrawn="1"/>
            </p:nvSpPr>
            <p:spPr bwMode="auto">
              <a:xfrm>
                <a:off x="1960" y="1245"/>
                <a:ext cx="1" cy="62"/>
              </a:xfrm>
              <a:prstGeom prst="rect">
                <a:avLst/>
              </a:prstGeom>
              <a:solidFill>
                <a:srgbClr val="343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0" name="Rectangle 77"/>
              <p:cNvSpPr>
                <a:spLocks noChangeArrowheads="1"/>
              </p:cNvSpPr>
              <p:nvPr userDrawn="1"/>
            </p:nvSpPr>
            <p:spPr bwMode="auto">
              <a:xfrm>
                <a:off x="1960" y="1245"/>
                <a:ext cx="1" cy="62"/>
              </a:xfrm>
              <a:prstGeom prst="rect">
                <a:avLst/>
              </a:prstGeom>
              <a:solidFill>
                <a:srgbClr val="3333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1" name="Rectangle 78"/>
              <p:cNvSpPr>
                <a:spLocks noChangeArrowheads="1"/>
              </p:cNvSpPr>
              <p:nvPr userDrawn="1"/>
            </p:nvSpPr>
            <p:spPr bwMode="auto">
              <a:xfrm>
                <a:off x="1960" y="1245"/>
                <a:ext cx="1" cy="62"/>
              </a:xfrm>
              <a:prstGeom prst="rect">
                <a:avLst/>
              </a:prstGeom>
              <a:solidFill>
                <a:srgbClr val="3333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2" name="Rectangle 79"/>
              <p:cNvSpPr>
                <a:spLocks noChangeArrowheads="1"/>
              </p:cNvSpPr>
              <p:nvPr userDrawn="1"/>
            </p:nvSpPr>
            <p:spPr bwMode="auto">
              <a:xfrm>
                <a:off x="1961" y="1245"/>
                <a:ext cx="1" cy="62"/>
              </a:xfrm>
              <a:prstGeom prst="rect">
                <a:avLst/>
              </a:prstGeom>
              <a:solidFill>
                <a:srgbClr val="3232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3" name="Rectangle 80"/>
              <p:cNvSpPr>
                <a:spLocks noChangeArrowheads="1"/>
              </p:cNvSpPr>
              <p:nvPr userDrawn="1"/>
            </p:nvSpPr>
            <p:spPr bwMode="auto">
              <a:xfrm>
                <a:off x="1961" y="1245"/>
                <a:ext cx="1" cy="62"/>
              </a:xfrm>
              <a:prstGeom prst="rect">
                <a:avLst/>
              </a:prstGeom>
              <a:solidFill>
                <a:srgbClr val="3131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4" name="Rectangle 81"/>
              <p:cNvSpPr>
                <a:spLocks noChangeArrowheads="1"/>
              </p:cNvSpPr>
              <p:nvPr userDrawn="1"/>
            </p:nvSpPr>
            <p:spPr bwMode="auto">
              <a:xfrm>
                <a:off x="1962" y="1245"/>
                <a:ext cx="1" cy="62"/>
              </a:xfrm>
              <a:prstGeom prst="rect">
                <a:avLst/>
              </a:prstGeom>
              <a:solidFill>
                <a:srgbClr val="3030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5" name="Rectangle 82"/>
              <p:cNvSpPr>
                <a:spLocks noChangeArrowheads="1"/>
              </p:cNvSpPr>
              <p:nvPr userDrawn="1"/>
            </p:nvSpPr>
            <p:spPr bwMode="auto">
              <a:xfrm>
                <a:off x="1963" y="1245"/>
                <a:ext cx="1" cy="62"/>
              </a:xfrm>
              <a:prstGeom prst="rect">
                <a:avLst/>
              </a:prstGeom>
              <a:solidFill>
                <a:srgbClr val="3030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6" name="Rectangle 83"/>
              <p:cNvSpPr>
                <a:spLocks noChangeArrowheads="1"/>
              </p:cNvSpPr>
              <p:nvPr userDrawn="1"/>
            </p:nvSpPr>
            <p:spPr bwMode="auto">
              <a:xfrm>
                <a:off x="1963" y="1245"/>
                <a:ext cx="1" cy="62"/>
              </a:xfrm>
              <a:prstGeom prst="rect">
                <a:avLst/>
              </a:prstGeom>
              <a:solidFill>
                <a:srgbClr val="2F2F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7" name="Rectangle 84"/>
              <p:cNvSpPr>
                <a:spLocks noChangeArrowheads="1"/>
              </p:cNvSpPr>
              <p:nvPr userDrawn="1"/>
            </p:nvSpPr>
            <p:spPr bwMode="auto">
              <a:xfrm>
                <a:off x="1963" y="1245"/>
                <a:ext cx="1" cy="62"/>
              </a:xfrm>
              <a:prstGeom prst="rect">
                <a:avLst/>
              </a:prstGeom>
              <a:solidFill>
                <a:srgbClr val="2E2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Rectangle 85"/>
              <p:cNvSpPr>
                <a:spLocks noChangeArrowheads="1"/>
              </p:cNvSpPr>
              <p:nvPr userDrawn="1"/>
            </p:nvSpPr>
            <p:spPr bwMode="auto">
              <a:xfrm>
                <a:off x="1964" y="1245"/>
                <a:ext cx="1" cy="62"/>
              </a:xfrm>
              <a:prstGeom prst="rect">
                <a:avLst/>
              </a:prstGeom>
              <a:solidFill>
                <a:srgbClr val="2E2E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9" name="Rectangle 86"/>
              <p:cNvSpPr>
                <a:spLocks noChangeArrowheads="1"/>
              </p:cNvSpPr>
              <p:nvPr userDrawn="1"/>
            </p:nvSpPr>
            <p:spPr bwMode="auto">
              <a:xfrm>
                <a:off x="1964" y="1245"/>
                <a:ext cx="1" cy="62"/>
              </a:xfrm>
              <a:prstGeom prst="rect">
                <a:avLst/>
              </a:prstGeom>
              <a:solidFill>
                <a:srgbClr val="2D2D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0" name="Rectangle 87"/>
              <p:cNvSpPr>
                <a:spLocks noChangeArrowheads="1"/>
              </p:cNvSpPr>
              <p:nvPr userDrawn="1"/>
            </p:nvSpPr>
            <p:spPr bwMode="auto">
              <a:xfrm>
                <a:off x="1965" y="1245"/>
                <a:ext cx="1" cy="62"/>
              </a:xfrm>
              <a:prstGeom prst="rect">
                <a:avLst/>
              </a:prstGeom>
              <a:solidFill>
                <a:srgbClr val="2C2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1" name="Rectangle 88"/>
              <p:cNvSpPr>
                <a:spLocks noChangeArrowheads="1"/>
              </p:cNvSpPr>
              <p:nvPr userDrawn="1"/>
            </p:nvSpPr>
            <p:spPr bwMode="auto">
              <a:xfrm>
                <a:off x="1966" y="1245"/>
                <a:ext cx="1" cy="62"/>
              </a:xfrm>
              <a:prstGeom prst="rect">
                <a:avLst/>
              </a:prstGeom>
              <a:solidFill>
                <a:srgbClr val="2B2B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2" name="Rectangle 89"/>
              <p:cNvSpPr>
                <a:spLocks noChangeArrowheads="1"/>
              </p:cNvSpPr>
              <p:nvPr userDrawn="1"/>
            </p:nvSpPr>
            <p:spPr bwMode="auto">
              <a:xfrm>
                <a:off x="1966" y="1245"/>
                <a:ext cx="1" cy="62"/>
              </a:xfrm>
              <a:prstGeom prst="rect">
                <a:avLst/>
              </a:prstGeom>
              <a:solidFill>
                <a:srgbClr val="2B2B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3" name="Rectangle 90"/>
              <p:cNvSpPr>
                <a:spLocks noChangeArrowheads="1"/>
              </p:cNvSpPr>
              <p:nvPr userDrawn="1"/>
            </p:nvSpPr>
            <p:spPr bwMode="auto">
              <a:xfrm>
                <a:off x="1966" y="1245"/>
                <a:ext cx="1" cy="62"/>
              </a:xfrm>
              <a:prstGeom prst="rect">
                <a:avLst/>
              </a:prstGeom>
              <a:solidFill>
                <a:srgbClr val="2A2A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4" name="Rectangle 91"/>
              <p:cNvSpPr>
                <a:spLocks noChangeArrowheads="1"/>
              </p:cNvSpPr>
              <p:nvPr userDrawn="1"/>
            </p:nvSpPr>
            <p:spPr bwMode="auto">
              <a:xfrm>
                <a:off x="1967" y="1245"/>
                <a:ext cx="1" cy="62"/>
              </a:xfrm>
              <a:prstGeom prst="rect">
                <a:avLst/>
              </a:prstGeom>
              <a:solidFill>
                <a:srgbClr val="29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5" name="Rectangle 92"/>
              <p:cNvSpPr>
                <a:spLocks noChangeArrowheads="1"/>
              </p:cNvSpPr>
              <p:nvPr userDrawn="1"/>
            </p:nvSpPr>
            <p:spPr bwMode="auto">
              <a:xfrm>
                <a:off x="1967" y="1245"/>
                <a:ext cx="1" cy="62"/>
              </a:xfrm>
              <a:prstGeom prst="rect">
                <a:avLst/>
              </a:prstGeom>
              <a:solidFill>
                <a:srgbClr val="2828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6" name="Rectangle 93"/>
              <p:cNvSpPr>
                <a:spLocks noChangeArrowheads="1"/>
              </p:cNvSpPr>
              <p:nvPr userDrawn="1"/>
            </p:nvSpPr>
            <p:spPr bwMode="auto">
              <a:xfrm>
                <a:off x="1968" y="1245"/>
                <a:ext cx="1" cy="62"/>
              </a:xfrm>
              <a:prstGeom prst="rect">
                <a:avLst/>
              </a:prstGeom>
              <a:solidFill>
                <a:srgbClr val="2828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7" name="Rectangle 94"/>
              <p:cNvSpPr>
                <a:spLocks noChangeArrowheads="1"/>
              </p:cNvSpPr>
              <p:nvPr userDrawn="1"/>
            </p:nvSpPr>
            <p:spPr bwMode="auto">
              <a:xfrm>
                <a:off x="1968" y="1245"/>
                <a:ext cx="1" cy="62"/>
              </a:xfrm>
              <a:prstGeom prst="rect">
                <a:avLst/>
              </a:prstGeom>
              <a:solidFill>
                <a:srgbClr val="27273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8" name="Rectangle 95"/>
              <p:cNvSpPr>
                <a:spLocks noChangeArrowheads="1"/>
              </p:cNvSpPr>
              <p:nvPr userDrawn="1"/>
            </p:nvSpPr>
            <p:spPr bwMode="auto">
              <a:xfrm>
                <a:off x="1969" y="1245"/>
                <a:ext cx="1" cy="62"/>
              </a:xfrm>
              <a:prstGeom prst="rect">
                <a:avLst/>
              </a:prstGeom>
              <a:solidFill>
                <a:srgbClr val="262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9" name="Rectangle 96"/>
              <p:cNvSpPr>
                <a:spLocks noChangeArrowheads="1"/>
              </p:cNvSpPr>
              <p:nvPr userDrawn="1"/>
            </p:nvSpPr>
            <p:spPr bwMode="auto">
              <a:xfrm>
                <a:off x="1969" y="1245"/>
                <a:ext cx="1" cy="62"/>
              </a:xfrm>
              <a:prstGeom prst="rect">
                <a:avLst/>
              </a:prstGeom>
              <a:solidFill>
                <a:srgbClr val="252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0" name="Rectangle 97"/>
              <p:cNvSpPr>
                <a:spLocks noChangeArrowheads="1"/>
              </p:cNvSpPr>
              <p:nvPr userDrawn="1"/>
            </p:nvSpPr>
            <p:spPr bwMode="auto">
              <a:xfrm>
                <a:off x="1970" y="1245"/>
                <a:ext cx="1" cy="62"/>
              </a:xfrm>
              <a:prstGeom prst="rect">
                <a:avLst/>
              </a:prstGeom>
              <a:solidFill>
                <a:srgbClr val="2525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1" name="Rectangle 98"/>
              <p:cNvSpPr>
                <a:spLocks noChangeArrowheads="1"/>
              </p:cNvSpPr>
              <p:nvPr userDrawn="1"/>
            </p:nvSpPr>
            <p:spPr bwMode="auto">
              <a:xfrm>
                <a:off x="1970" y="1245"/>
                <a:ext cx="1" cy="62"/>
              </a:xfrm>
              <a:prstGeom prst="rect">
                <a:avLst/>
              </a:prstGeom>
              <a:solidFill>
                <a:srgbClr val="242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2" name="Rectangle 99"/>
              <p:cNvSpPr>
                <a:spLocks noChangeArrowheads="1"/>
              </p:cNvSpPr>
              <p:nvPr userDrawn="1"/>
            </p:nvSpPr>
            <p:spPr bwMode="auto">
              <a:xfrm>
                <a:off x="1971" y="1245"/>
                <a:ext cx="1" cy="62"/>
              </a:xfrm>
              <a:prstGeom prst="rect">
                <a:avLst/>
              </a:prstGeom>
              <a:solidFill>
                <a:srgbClr val="2323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3" name="Rectangle 100"/>
              <p:cNvSpPr>
                <a:spLocks noChangeArrowheads="1"/>
              </p:cNvSpPr>
              <p:nvPr userDrawn="1"/>
            </p:nvSpPr>
            <p:spPr bwMode="auto">
              <a:xfrm>
                <a:off x="1971" y="1245"/>
                <a:ext cx="1" cy="62"/>
              </a:xfrm>
              <a:prstGeom prst="rect">
                <a:avLst/>
              </a:prstGeom>
              <a:solidFill>
                <a:srgbClr val="2323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4" name="Rectangle 101"/>
              <p:cNvSpPr>
                <a:spLocks noChangeArrowheads="1"/>
              </p:cNvSpPr>
              <p:nvPr userDrawn="1"/>
            </p:nvSpPr>
            <p:spPr bwMode="auto">
              <a:xfrm>
                <a:off x="1972" y="1245"/>
                <a:ext cx="1" cy="62"/>
              </a:xfrm>
              <a:prstGeom prst="rect">
                <a:avLst/>
              </a:prstGeom>
              <a:solidFill>
                <a:srgbClr val="2222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5" name="Rectangle 102"/>
              <p:cNvSpPr>
                <a:spLocks noChangeArrowheads="1"/>
              </p:cNvSpPr>
              <p:nvPr userDrawn="1"/>
            </p:nvSpPr>
            <p:spPr bwMode="auto">
              <a:xfrm>
                <a:off x="1972" y="1245"/>
                <a:ext cx="1" cy="62"/>
              </a:xfrm>
              <a:prstGeom prst="rect">
                <a:avLst/>
              </a:prstGeom>
              <a:solidFill>
                <a:srgbClr val="2121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6" name="Rectangle 103"/>
              <p:cNvSpPr>
                <a:spLocks noChangeArrowheads="1"/>
              </p:cNvSpPr>
              <p:nvPr userDrawn="1"/>
            </p:nvSpPr>
            <p:spPr bwMode="auto">
              <a:xfrm>
                <a:off x="1973" y="1245"/>
                <a:ext cx="1" cy="62"/>
              </a:xfrm>
              <a:prstGeom prst="rect">
                <a:avLst/>
              </a:prstGeom>
              <a:solidFill>
                <a:srgbClr val="202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7" name="Rectangle 104"/>
              <p:cNvSpPr>
                <a:spLocks noChangeArrowheads="1"/>
              </p:cNvSpPr>
              <p:nvPr userDrawn="1"/>
            </p:nvSpPr>
            <p:spPr bwMode="auto">
              <a:xfrm>
                <a:off x="1973" y="1245"/>
                <a:ext cx="1" cy="62"/>
              </a:xfrm>
              <a:prstGeom prst="rect">
                <a:avLst/>
              </a:prstGeom>
              <a:solidFill>
                <a:srgbClr val="2020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8" name="Rectangle 105"/>
              <p:cNvSpPr>
                <a:spLocks noChangeArrowheads="1"/>
              </p:cNvSpPr>
              <p:nvPr userDrawn="1"/>
            </p:nvSpPr>
            <p:spPr bwMode="auto">
              <a:xfrm>
                <a:off x="1974" y="1245"/>
                <a:ext cx="1" cy="62"/>
              </a:xfrm>
              <a:prstGeom prst="rect">
                <a:avLst/>
              </a:prstGeom>
              <a:solidFill>
                <a:srgbClr val="1F1F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9" name="Rectangle 106"/>
              <p:cNvSpPr>
                <a:spLocks noChangeArrowheads="1"/>
              </p:cNvSpPr>
              <p:nvPr userDrawn="1"/>
            </p:nvSpPr>
            <p:spPr bwMode="auto">
              <a:xfrm>
                <a:off x="1974" y="1245"/>
                <a:ext cx="1" cy="62"/>
              </a:xfrm>
              <a:prstGeom prst="rect">
                <a:avLst/>
              </a:prstGeom>
              <a:solidFill>
                <a:srgbClr val="1E1E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0" name="Rectangle 107"/>
              <p:cNvSpPr>
                <a:spLocks noChangeArrowheads="1"/>
              </p:cNvSpPr>
              <p:nvPr userDrawn="1"/>
            </p:nvSpPr>
            <p:spPr bwMode="auto">
              <a:xfrm>
                <a:off x="1975" y="1245"/>
                <a:ext cx="1" cy="62"/>
              </a:xfrm>
              <a:prstGeom prst="rect">
                <a:avLst/>
              </a:prstGeom>
              <a:solidFill>
                <a:srgbClr val="1D1D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Rectangle 108"/>
              <p:cNvSpPr>
                <a:spLocks noChangeArrowheads="1"/>
              </p:cNvSpPr>
              <p:nvPr userDrawn="1"/>
            </p:nvSpPr>
            <p:spPr bwMode="auto">
              <a:xfrm>
                <a:off x="1975" y="1245"/>
                <a:ext cx="1" cy="62"/>
              </a:xfrm>
              <a:prstGeom prst="rect">
                <a:avLst/>
              </a:prstGeom>
              <a:solidFill>
                <a:srgbClr val="1D1D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Rectangle 109"/>
              <p:cNvSpPr>
                <a:spLocks noChangeArrowheads="1"/>
              </p:cNvSpPr>
              <p:nvPr userDrawn="1"/>
            </p:nvSpPr>
            <p:spPr bwMode="auto">
              <a:xfrm>
                <a:off x="1976" y="1245"/>
                <a:ext cx="1" cy="62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3" name="Freeform 110"/>
              <p:cNvSpPr>
                <a:spLocks noEditPoints="1"/>
              </p:cNvSpPr>
              <p:nvPr userDrawn="1"/>
            </p:nvSpPr>
            <p:spPr bwMode="auto">
              <a:xfrm>
                <a:off x="2118" y="1803"/>
                <a:ext cx="238" cy="130"/>
              </a:xfrm>
              <a:custGeom>
                <a:avLst/>
                <a:gdLst>
                  <a:gd name="T0" fmla="*/ 6 w 239"/>
                  <a:gd name="T1" fmla="*/ 22 h 130"/>
                  <a:gd name="T2" fmla="*/ 0 w 239"/>
                  <a:gd name="T3" fmla="*/ 0 h 130"/>
                  <a:gd name="T4" fmla="*/ 5 w 239"/>
                  <a:gd name="T5" fmla="*/ 20 h 130"/>
                  <a:gd name="T6" fmla="*/ 6 w 239"/>
                  <a:gd name="T7" fmla="*/ 22 h 130"/>
                  <a:gd name="T8" fmla="*/ 239 w 239"/>
                  <a:gd name="T9" fmla="*/ 130 h 130"/>
                  <a:gd name="T10" fmla="*/ 223 w 239"/>
                  <a:gd name="T11" fmla="*/ 76 h 130"/>
                  <a:gd name="T12" fmla="*/ 239 w 239"/>
                  <a:gd name="T13" fmla="*/ 130 h 130"/>
                  <a:gd name="T14" fmla="*/ 239 w 239"/>
                  <a:gd name="T15" fmla="*/ 130 h 130"/>
                  <a:gd name="T16" fmla="*/ 239 w 239"/>
                  <a:gd name="T17" fmla="*/ 130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30">
                    <a:moveTo>
                      <a:pt x="6" y="2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6"/>
                      <a:pt x="3" y="13"/>
                      <a:pt x="5" y="20"/>
                    </a:cubicBezTo>
                    <a:cubicBezTo>
                      <a:pt x="5" y="21"/>
                      <a:pt x="6" y="21"/>
                      <a:pt x="6" y="22"/>
                    </a:cubicBezTo>
                    <a:close/>
                    <a:moveTo>
                      <a:pt x="239" y="130"/>
                    </a:moveTo>
                    <a:cubicBezTo>
                      <a:pt x="223" y="76"/>
                      <a:pt x="223" y="76"/>
                      <a:pt x="223" y="76"/>
                    </a:cubicBezTo>
                    <a:lnTo>
                      <a:pt x="239" y="130"/>
                    </a:lnTo>
                    <a:close/>
                    <a:moveTo>
                      <a:pt x="239" y="130"/>
                    </a:moveTo>
                    <a:cubicBezTo>
                      <a:pt x="239" y="130"/>
                      <a:pt x="239" y="130"/>
                      <a:pt x="239" y="130"/>
                    </a:cubicBezTo>
                  </a:path>
                </a:pathLst>
              </a:custGeom>
              <a:solidFill>
                <a:srgbClr val="FF78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4" name="Freeform 111"/>
              <p:cNvSpPr>
                <a:spLocks noEditPoints="1"/>
              </p:cNvSpPr>
              <p:nvPr userDrawn="1"/>
            </p:nvSpPr>
            <p:spPr bwMode="auto">
              <a:xfrm>
                <a:off x="1881" y="963"/>
                <a:ext cx="459" cy="916"/>
              </a:xfrm>
              <a:custGeom>
                <a:avLst/>
                <a:gdLst>
                  <a:gd name="T0" fmla="*/ 206 w 460"/>
                  <a:gd name="T1" fmla="*/ 25 h 916"/>
                  <a:gd name="T2" fmla="*/ 199 w 460"/>
                  <a:gd name="T3" fmla="*/ 0 h 916"/>
                  <a:gd name="T4" fmla="*/ 199 w 460"/>
                  <a:gd name="T5" fmla="*/ 0 h 916"/>
                  <a:gd name="T6" fmla="*/ 206 w 460"/>
                  <a:gd name="T7" fmla="*/ 25 h 916"/>
                  <a:gd name="T8" fmla="*/ 460 w 460"/>
                  <a:gd name="T9" fmla="*/ 916 h 916"/>
                  <a:gd name="T10" fmla="*/ 453 w 460"/>
                  <a:gd name="T11" fmla="*/ 891 h 916"/>
                  <a:gd name="T12" fmla="*/ 460 w 460"/>
                  <a:gd name="T13" fmla="*/ 916 h 916"/>
                  <a:gd name="T14" fmla="*/ 453 w 460"/>
                  <a:gd name="T15" fmla="*/ 891 h 916"/>
                  <a:gd name="T16" fmla="*/ 460 w 460"/>
                  <a:gd name="T17" fmla="*/ 916 h 916"/>
                  <a:gd name="T18" fmla="*/ 453 w 460"/>
                  <a:gd name="T19" fmla="*/ 891 h 916"/>
                  <a:gd name="T20" fmla="*/ 28 w 460"/>
                  <a:gd name="T21" fmla="*/ 572 h 916"/>
                  <a:gd name="T22" fmla="*/ 42 w 460"/>
                  <a:gd name="T23" fmla="*/ 547 h 916"/>
                  <a:gd name="T24" fmla="*/ 17 w 460"/>
                  <a:gd name="T25" fmla="*/ 534 h 916"/>
                  <a:gd name="T26" fmla="*/ 3 w 460"/>
                  <a:gd name="T27" fmla="*/ 558 h 916"/>
                  <a:gd name="T28" fmla="*/ 28 w 460"/>
                  <a:gd name="T29" fmla="*/ 572 h 916"/>
                  <a:gd name="T30" fmla="*/ 28 w 460"/>
                  <a:gd name="T31" fmla="*/ 572 h 916"/>
                  <a:gd name="T32" fmla="*/ 28 w 460"/>
                  <a:gd name="T33" fmla="*/ 572 h 9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60" h="916">
                    <a:moveTo>
                      <a:pt x="206" y="25"/>
                    </a:move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0"/>
                      <a:pt x="199" y="0"/>
                      <a:pt x="199" y="0"/>
                    </a:cubicBezTo>
                    <a:lnTo>
                      <a:pt x="206" y="25"/>
                    </a:lnTo>
                    <a:close/>
                    <a:moveTo>
                      <a:pt x="460" y="916"/>
                    </a:moveTo>
                    <a:cubicBezTo>
                      <a:pt x="453" y="891"/>
                      <a:pt x="453" y="891"/>
                      <a:pt x="453" y="891"/>
                    </a:cubicBezTo>
                    <a:lnTo>
                      <a:pt x="460" y="916"/>
                    </a:lnTo>
                    <a:close/>
                    <a:moveTo>
                      <a:pt x="453" y="891"/>
                    </a:moveTo>
                    <a:cubicBezTo>
                      <a:pt x="460" y="916"/>
                      <a:pt x="460" y="916"/>
                      <a:pt x="460" y="916"/>
                    </a:cubicBezTo>
                    <a:lnTo>
                      <a:pt x="453" y="891"/>
                    </a:lnTo>
                    <a:close/>
                    <a:moveTo>
                      <a:pt x="28" y="572"/>
                    </a:moveTo>
                    <a:cubicBezTo>
                      <a:pt x="39" y="569"/>
                      <a:pt x="45" y="558"/>
                      <a:pt x="42" y="547"/>
                    </a:cubicBezTo>
                    <a:cubicBezTo>
                      <a:pt x="39" y="537"/>
                      <a:pt x="28" y="531"/>
                      <a:pt x="17" y="534"/>
                    </a:cubicBezTo>
                    <a:cubicBezTo>
                      <a:pt x="6" y="537"/>
                      <a:pt x="0" y="548"/>
                      <a:pt x="3" y="558"/>
                    </a:cubicBezTo>
                    <a:cubicBezTo>
                      <a:pt x="6" y="569"/>
                      <a:pt x="17" y="575"/>
                      <a:pt x="28" y="572"/>
                    </a:cubicBezTo>
                    <a:close/>
                    <a:moveTo>
                      <a:pt x="28" y="572"/>
                    </a:moveTo>
                    <a:cubicBezTo>
                      <a:pt x="28" y="572"/>
                      <a:pt x="28" y="572"/>
                      <a:pt x="28" y="57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112"/>
              <p:cNvSpPr>
                <a:spLocks noEditPoints="1"/>
              </p:cNvSpPr>
              <p:nvPr userDrawn="1"/>
            </p:nvSpPr>
            <p:spPr bwMode="auto">
              <a:xfrm>
                <a:off x="1789" y="1136"/>
                <a:ext cx="229" cy="760"/>
              </a:xfrm>
              <a:custGeom>
                <a:avLst/>
                <a:gdLst>
                  <a:gd name="T0" fmla="*/ 99 w 229"/>
                  <a:gd name="T1" fmla="*/ 328 h 760"/>
                  <a:gd name="T2" fmla="*/ 104 w 229"/>
                  <a:gd name="T3" fmla="*/ 319 h 760"/>
                  <a:gd name="T4" fmla="*/ 15 w 229"/>
                  <a:gd name="T5" fmla="*/ 7 h 760"/>
                  <a:gd name="T6" fmla="*/ 6 w 229"/>
                  <a:gd name="T7" fmla="*/ 2 h 760"/>
                  <a:gd name="T8" fmla="*/ 1 w 229"/>
                  <a:gd name="T9" fmla="*/ 11 h 760"/>
                  <a:gd name="T10" fmla="*/ 90 w 229"/>
                  <a:gd name="T11" fmla="*/ 323 h 760"/>
                  <a:gd name="T12" fmla="*/ 99 w 229"/>
                  <a:gd name="T13" fmla="*/ 328 h 760"/>
                  <a:gd name="T14" fmla="*/ 129 w 229"/>
                  <a:gd name="T15" fmla="*/ 432 h 760"/>
                  <a:gd name="T16" fmla="*/ 124 w 229"/>
                  <a:gd name="T17" fmla="*/ 441 h 760"/>
                  <a:gd name="T18" fmla="*/ 213 w 229"/>
                  <a:gd name="T19" fmla="*/ 753 h 760"/>
                  <a:gd name="T20" fmla="*/ 223 w 229"/>
                  <a:gd name="T21" fmla="*/ 759 h 760"/>
                  <a:gd name="T22" fmla="*/ 228 w 229"/>
                  <a:gd name="T23" fmla="*/ 749 h 760"/>
                  <a:gd name="T24" fmla="*/ 139 w 229"/>
                  <a:gd name="T25" fmla="*/ 437 h 760"/>
                  <a:gd name="T26" fmla="*/ 129 w 229"/>
                  <a:gd name="T27" fmla="*/ 432 h 760"/>
                  <a:gd name="T28" fmla="*/ 129 w 229"/>
                  <a:gd name="T29" fmla="*/ 432 h 760"/>
                  <a:gd name="T30" fmla="*/ 129 w 229"/>
                  <a:gd name="T31" fmla="*/ 432 h 7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29" h="760">
                    <a:moveTo>
                      <a:pt x="99" y="328"/>
                    </a:moveTo>
                    <a:cubicBezTo>
                      <a:pt x="103" y="327"/>
                      <a:pt x="106" y="323"/>
                      <a:pt x="104" y="31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4" y="3"/>
                      <a:pt x="10" y="0"/>
                      <a:pt x="6" y="2"/>
                    </a:cubicBezTo>
                    <a:cubicBezTo>
                      <a:pt x="2" y="3"/>
                      <a:pt x="0" y="7"/>
                      <a:pt x="1" y="11"/>
                    </a:cubicBezTo>
                    <a:cubicBezTo>
                      <a:pt x="90" y="323"/>
                      <a:pt x="90" y="323"/>
                      <a:pt x="90" y="323"/>
                    </a:cubicBezTo>
                    <a:cubicBezTo>
                      <a:pt x="91" y="327"/>
                      <a:pt x="96" y="329"/>
                      <a:pt x="99" y="328"/>
                    </a:cubicBezTo>
                    <a:close/>
                    <a:moveTo>
                      <a:pt x="129" y="432"/>
                    </a:moveTo>
                    <a:cubicBezTo>
                      <a:pt x="125" y="433"/>
                      <a:pt x="123" y="437"/>
                      <a:pt x="124" y="441"/>
                    </a:cubicBezTo>
                    <a:cubicBezTo>
                      <a:pt x="213" y="753"/>
                      <a:pt x="213" y="753"/>
                      <a:pt x="213" y="753"/>
                    </a:cubicBezTo>
                    <a:cubicBezTo>
                      <a:pt x="215" y="757"/>
                      <a:pt x="219" y="760"/>
                      <a:pt x="223" y="759"/>
                    </a:cubicBezTo>
                    <a:cubicBezTo>
                      <a:pt x="226" y="757"/>
                      <a:pt x="229" y="753"/>
                      <a:pt x="228" y="749"/>
                    </a:cubicBezTo>
                    <a:cubicBezTo>
                      <a:pt x="139" y="437"/>
                      <a:pt x="139" y="437"/>
                      <a:pt x="139" y="437"/>
                    </a:cubicBezTo>
                    <a:cubicBezTo>
                      <a:pt x="137" y="433"/>
                      <a:pt x="133" y="431"/>
                      <a:pt x="129" y="432"/>
                    </a:cubicBezTo>
                    <a:close/>
                    <a:moveTo>
                      <a:pt x="129" y="432"/>
                    </a:moveTo>
                    <a:cubicBezTo>
                      <a:pt x="129" y="432"/>
                      <a:pt x="129" y="432"/>
                      <a:pt x="129" y="432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6" name="Freeform 113"/>
              <p:cNvSpPr>
                <a:spLocks noEditPoints="1"/>
              </p:cNvSpPr>
              <p:nvPr userDrawn="1"/>
            </p:nvSpPr>
            <p:spPr bwMode="auto">
              <a:xfrm>
                <a:off x="1873" y="892"/>
                <a:ext cx="483" cy="1094"/>
              </a:xfrm>
              <a:custGeom>
                <a:avLst/>
                <a:gdLst>
                  <a:gd name="T0" fmla="*/ 186 w 484"/>
                  <a:gd name="T1" fmla="*/ 0 h 1094"/>
                  <a:gd name="T2" fmla="*/ 0 w 484"/>
                  <a:gd name="T3" fmla="*/ 53 h 1094"/>
                  <a:gd name="T4" fmla="*/ 186 w 484"/>
                  <a:gd name="T5" fmla="*/ 0 h 1094"/>
                  <a:gd name="T6" fmla="*/ 297 w 484"/>
                  <a:gd name="T7" fmla="*/ 1094 h 1094"/>
                  <a:gd name="T8" fmla="*/ 484 w 484"/>
                  <a:gd name="T9" fmla="*/ 1041 h 1094"/>
                  <a:gd name="T10" fmla="*/ 297 w 484"/>
                  <a:gd name="T11" fmla="*/ 1094 h 1094"/>
                  <a:gd name="T12" fmla="*/ 70 w 484"/>
                  <a:gd name="T13" fmla="*/ 280 h 1094"/>
                  <a:gd name="T14" fmla="*/ 63 w 484"/>
                  <a:gd name="T15" fmla="*/ 274 h 1094"/>
                  <a:gd name="T16" fmla="*/ 67 w 484"/>
                  <a:gd name="T17" fmla="*/ 287 h 1094"/>
                  <a:gd name="T18" fmla="*/ 70 w 484"/>
                  <a:gd name="T19" fmla="*/ 280 h 1094"/>
                  <a:gd name="T20" fmla="*/ 70 w 484"/>
                  <a:gd name="T21" fmla="*/ 280 h 1094"/>
                  <a:gd name="T22" fmla="*/ 70 w 484"/>
                  <a:gd name="T23" fmla="*/ 28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84" h="1094">
                    <a:moveTo>
                      <a:pt x="186" y="0"/>
                    </a:moveTo>
                    <a:cubicBezTo>
                      <a:pt x="0" y="53"/>
                      <a:pt x="0" y="53"/>
                      <a:pt x="0" y="53"/>
                    </a:cubicBezTo>
                    <a:lnTo>
                      <a:pt x="186" y="0"/>
                    </a:lnTo>
                    <a:close/>
                    <a:moveTo>
                      <a:pt x="297" y="1094"/>
                    </a:moveTo>
                    <a:cubicBezTo>
                      <a:pt x="484" y="1041"/>
                      <a:pt x="484" y="1041"/>
                      <a:pt x="484" y="1041"/>
                    </a:cubicBezTo>
                    <a:lnTo>
                      <a:pt x="297" y="1094"/>
                    </a:lnTo>
                    <a:close/>
                    <a:moveTo>
                      <a:pt x="70" y="280"/>
                    </a:moveTo>
                    <a:cubicBezTo>
                      <a:pt x="69" y="277"/>
                      <a:pt x="67" y="275"/>
                      <a:pt x="63" y="274"/>
                    </a:cubicBezTo>
                    <a:cubicBezTo>
                      <a:pt x="67" y="287"/>
                      <a:pt x="67" y="287"/>
                      <a:pt x="67" y="287"/>
                    </a:cubicBezTo>
                    <a:cubicBezTo>
                      <a:pt x="70" y="285"/>
                      <a:pt x="71" y="282"/>
                      <a:pt x="70" y="280"/>
                    </a:cubicBezTo>
                    <a:close/>
                    <a:moveTo>
                      <a:pt x="70" y="280"/>
                    </a:moveTo>
                    <a:cubicBezTo>
                      <a:pt x="70" y="280"/>
                      <a:pt x="70" y="280"/>
                      <a:pt x="70" y="280"/>
                    </a:cubicBezTo>
                  </a:path>
                </a:pathLst>
              </a:custGeom>
              <a:solidFill>
                <a:srgbClr val="E0860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7" name="Rectangle 114"/>
              <p:cNvSpPr>
                <a:spLocks noChangeArrowheads="1"/>
              </p:cNvSpPr>
              <p:nvPr userDrawn="1"/>
            </p:nvSpPr>
            <p:spPr bwMode="auto">
              <a:xfrm>
                <a:off x="2057" y="1632"/>
                <a:ext cx="2" cy="71"/>
              </a:xfrm>
              <a:prstGeom prst="rect">
                <a:avLst/>
              </a:pr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8" name="Rectangle 115"/>
              <p:cNvSpPr>
                <a:spLocks noChangeArrowheads="1"/>
              </p:cNvSpPr>
              <p:nvPr userDrawn="1"/>
            </p:nvSpPr>
            <p:spPr bwMode="auto">
              <a:xfrm>
                <a:off x="2059" y="1632"/>
                <a:ext cx="1" cy="71"/>
              </a:xfrm>
              <a:prstGeom prst="rect">
                <a:avLst/>
              </a:pr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9" name="Rectangle 116"/>
              <p:cNvSpPr>
                <a:spLocks noChangeArrowheads="1"/>
              </p:cNvSpPr>
              <p:nvPr userDrawn="1"/>
            </p:nvSpPr>
            <p:spPr bwMode="auto">
              <a:xfrm>
                <a:off x="2060" y="1632"/>
                <a:ext cx="1" cy="71"/>
              </a:xfrm>
              <a:prstGeom prst="rect">
                <a:avLst/>
              </a:prstGeom>
              <a:solidFill>
                <a:srgbClr val="3E3E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0" name="Rectangle 117"/>
              <p:cNvSpPr>
                <a:spLocks noChangeArrowheads="1"/>
              </p:cNvSpPr>
              <p:nvPr userDrawn="1"/>
            </p:nvSpPr>
            <p:spPr bwMode="auto">
              <a:xfrm>
                <a:off x="2060" y="1632"/>
                <a:ext cx="1" cy="71"/>
              </a:xfrm>
              <a:prstGeom prst="rect">
                <a:avLst/>
              </a:prstGeom>
              <a:solidFill>
                <a:srgbClr val="3E3E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1" name="Rectangle 118"/>
              <p:cNvSpPr>
                <a:spLocks noChangeArrowheads="1"/>
              </p:cNvSpPr>
              <p:nvPr userDrawn="1"/>
            </p:nvSpPr>
            <p:spPr bwMode="auto">
              <a:xfrm>
                <a:off x="2061" y="1632"/>
                <a:ext cx="1" cy="71"/>
              </a:xfrm>
              <a:prstGeom prst="rect">
                <a:avLst/>
              </a:prstGeom>
              <a:solidFill>
                <a:srgbClr val="3D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2" name="Rectangle 119"/>
              <p:cNvSpPr>
                <a:spLocks noChangeArrowheads="1"/>
              </p:cNvSpPr>
              <p:nvPr userDrawn="1"/>
            </p:nvSpPr>
            <p:spPr bwMode="auto">
              <a:xfrm>
                <a:off x="2062" y="1632"/>
                <a:ext cx="1" cy="71"/>
              </a:xfrm>
              <a:prstGeom prst="rect">
                <a:avLst/>
              </a:prstGeom>
              <a:solidFill>
                <a:srgbClr val="3C3C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3" name="Rectangle 120"/>
              <p:cNvSpPr>
                <a:spLocks noChangeArrowheads="1"/>
              </p:cNvSpPr>
              <p:nvPr userDrawn="1"/>
            </p:nvSpPr>
            <p:spPr bwMode="auto">
              <a:xfrm>
                <a:off x="2063" y="1632"/>
                <a:ext cx="1" cy="71"/>
              </a:xfrm>
              <a:prstGeom prst="rect">
                <a:avLst/>
              </a:prstGeom>
              <a:solidFill>
                <a:srgbClr val="3B3B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4" name="Rectangle 121"/>
              <p:cNvSpPr>
                <a:spLocks noChangeArrowheads="1"/>
              </p:cNvSpPr>
              <p:nvPr userDrawn="1"/>
            </p:nvSpPr>
            <p:spPr bwMode="auto">
              <a:xfrm>
                <a:off x="2064" y="1632"/>
                <a:ext cx="1" cy="71"/>
              </a:xfrm>
              <a:prstGeom prst="rect">
                <a:avLst/>
              </a:prstGeom>
              <a:solidFill>
                <a:srgbClr val="3B3B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5" name="Rectangle 122"/>
              <p:cNvSpPr>
                <a:spLocks noChangeArrowheads="1"/>
              </p:cNvSpPr>
              <p:nvPr userDrawn="1"/>
            </p:nvSpPr>
            <p:spPr bwMode="auto">
              <a:xfrm>
                <a:off x="2064" y="1632"/>
                <a:ext cx="1" cy="71"/>
              </a:xfrm>
              <a:prstGeom prst="rect">
                <a:avLst/>
              </a:prstGeom>
              <a:solidFill>
                <a:srgbClr val="3A3A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6" name="Rectangle 123"/>
              <p:cNvSpPr>
                <a:spLocks noChangeArrowheads="1"/>
              </p:cNvSpPr>
              <p:nvPr userDrawn="1"/>
            </p:nvSpPr>
            <p:spPr bwMode="auto">
              <a:xfrm>
                <a:off x="2065" y="1632"/>
                <a:ext cx="1" cy="71"/>
              </a:xfrm>
              <a:prstGeom prst="rect">
                <a:avLst/>
              </a:prstGeom>
              <a:solidFill>
                <a:srgbClr val="3939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7" name="Rectangle 124"/>
              <p:cNvSpPr>
                <a:spLocks noChangeArrowheads="1"/>
              </p:cNvSpPr>
              <p:nvPr userDrawn="1"/>
            </p:nvSpPr>
            <p:spPr bwMode="auto">
              <a:xfrm>
                <a:off x="2066" y="1632"/>
                <a:ext cx="1" cy="71"/>
              </a:xfrm>
              <a:prstGeom prst="rect">
                <a:avLst/>
              </a:prstGeom>
              <a:solidFill>
                <a:srgbClr val="383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8" name="Rectangle 125"/>
              <p:cNvSpPr>
                <a:spLocks noChangeArrowheads="1"/>
              </p:cNvSpPr>
              <p:nvPr userDrawn="1"/>
            </p:nvSpPr>
            <p:spPr bwMode="auto">
              <a:xfrm>
                <a:off x="2067" y="1632"/>
                <a:ext cx="1" cy="71"/>
              </a:xfrm>
              <a:prstGeom prst="rect">
                <a:avLst/>
              </a:prstGeom>
              <a:solidFill>
                <a:srgbClr val="3838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9" name="Rectangle 126"/>
              <p:cNvSpPr>
                <a:spLocks noChangeArrowheads="1"/>
              </p:cNvSpPr>
              <p:nvPr userDrawn="1"/>
            </p:nvSpPr>
            <p:spPr bwMode="auto">
              <a:xfrm>
                <a:off x="2067" y="1632"/>
                <a:ext cx="1" cy="71"/>
              </a:xfrm>
              <a:prstGeom prst="rect">
                <a:avLst/>
              </a:prstGeom>
              <a:solidFill>
                <a:srgbClr val="3737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0" name="Rectangle 127"/>
              <p:cNvSpPr>
                <a:spLocks noChangeArrowheads="1"/>
              </p:cNvSpPr>
              <p:nvPr userDrawn="1"/>
            </p:nvSpPr>
            <p:spPr bwMode="auto">
              <a:xfrm>
                <a:off x="2068" y="1632"/>
                <a:ext cx="1" cy="71"/>
              </a:xfrm>
              <a:prstGeom prst="rect">
                <a:avLst/>
              </a:prstGeom>
              <a:solidFill>
                <a:srgbClr val="36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1" name="Rectangle 128"/>
              <p:cNvSpPr>
                <a:spLocks noChangeArrowheads="1"/>
              </p:cNvSpPr>
              <p:nvPr userDrawn="1"/>
            </p:nvSpPr>
            <p:spPr bwMode="auto">
              <a:xfrm>
                <a:off x="2069" y="1632"/>
                <a:ext cx="1" cy="71"/>
              </a:xfrm>
              <a:prstGeom prst="rect">
                <a:avLst/>
              </a:prstGeom>
              <a:solidFill>
                <a:srgbClr val="363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2" name="Rectangle 129"/>
              <p:cNvSpPr>
                <a:spLocks noChangeArrowheads="1"/>
              </p:cNvSpPr>
              <p:nvPr userDrawn="1"/>
            </p:nvSpPr>
            <p:spPr bwMode="auto">
              <a:xfrm>
                <a:off x="2070" y="1632"/>
                <a:ext cx="1" cy="71"/>
              </a:xfrm>
              <a:prstGeom prst="rect">
                <a:avLst/>
              </a:prstGeom>
              <a:solidFill>
                <a:srgbClr val="3535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3" name="Rectangle 130"/>
              <p:cNvSpPr>
                <a:spLocks noChangeArrowheads="1"/>
              </p:cNvSpPr>
              <p:nvPr userDrawn="1"/>
            </p:nvSpPr>
            <p:spPr bwMode="auto">
              <a:xfrm>
                <a:off x="2070" y="1632"/>
                <a:ext cx="1" cy="71"/>
              </a:xfrm>
              <a:prstGeom prst="rect">
                <a:avLst/>
              </a:prstGeom>
              <a:solidFill>
                <a:srgbClr val="343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4" name="Rectangle 131"/>
              <p:cNvSpPr>
                <a:spLocks noChangeArrowheads="1"/>
              </p:cNvSpPr>
              <p:nvPr userDrawn="1"/>
            </p:nvSpPr>
            <p:spPr bwMode="auto">
              <a:xfrm>
                <a:off x="2071" y="1632"/>
                <a:ext cx="1" cy="71"/>
              </a:xfrm>
              <a:prstGeom prst="rect">
                <a:avLst/>
              </a:prstGeom>
              <a:solidFill>
                <a:srgbClr val="3333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5" name="Rectangle 132"/>
              <p:cNvSpPr>
                <a:spLocks noChangeArrowheads="1"/>
              </p:cNvSpPr>
              <p:nvPr userDrawn="1"/>
            </p:nvSpPr>
            <p:spPr bwMode="auto">
              <a:xfrm>
                <a:off x="2072" y="1632"/>
                <a:ext cx="1" cy="71"/>
              </a:xfrm>
              <a:prstGeom prst="rect">
                <a:avLst/>
              </a:prstGeom>
              <a:solidFill>
                <a:srgbClr val="3333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6" name="Rectangle 133"/>
              <p:cNvSpPr>
                <a:spLocks noChangeArrowheads="1"/>
              </p:cNvSpPr>
              <p:nvPr userDrawn="1"/>
            </p:nvSpPr>
            <p:spPr bwMode="auto">
              <a:xfrm>
                <a:off x="2073" y="1632"/>
                <a:ext cx="1" cy="71"/>
              </a:xfrm>
              <a:prstGeom prst="rect">
                <a:avLst/>
              </a:prstGeom>
              <a:solidFill>
                <a:srgbClr val="3232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7" name="Rectangle 134"/>
              <p:cNvSpPr>
                <a:spLocks noChangeArrowheads="1"/>
              </p:cNvSpPr>
              <p:nvPr userDrawn="1"/>
            </p:nvSpPr>
            <p:spPr bwMode="auto">
              <a:xfrm>
                <a:off x="2073" y="1632"/>
                <a:ext cx="1" cy="71"/>
              </a:xfrm>
              <a:prstGeom prst="rect">
                <a:avLst/>
              </a:prstGeom>
              <a:solidFill>
                <a:srgbClr val="3131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8" name="Rectangle 135"/>
              <p:cNvSpPr>
                <a:spLocks noChangeArrowheads="1"/>
              </p:cNvSpPr>
              <p:nvPr userDrawn="1"/>
            </p:nvSpPr>
            <p:spPr bwMode="auto">
              <a:xfrm>
                <a:off x="2074" y="1632"/>
                <a:ext cx="1" cy="71"/>
              </a:xfrm>
              <a:prstGeom prst="rect">
                <a:avLst/>
              </a:prstGeom>
              <a:solidFill>
                <a:srgbClr val="3030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9" name="Rectangle 136"/>
              <p:cNvSpPr>
                <a:spLocks noChangeArrowheads="1"/>
              </p:cNvSpPr>
              <p:nvPr userDrawn="1"/>
            </p:nvSpPr>
            <p:spPr bwMode="auto">
              <a:xfrm>
                <a:off x="2075" y="1632"/>
                <a:ext cx="1" cy="71"/>
              </a:xfrm>
              <a:prstGeom prst="rect">
                <a:avLst/>
              </a:prstGeom>
              <a:solidFill>
                <a:srgbClr val="3030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0" name="Rectangle 137"/>
              <p:cNvSpPr>
                <a:spLocks noChangeArrowheads="1"/>
              </p:cNvSpPr>
              <p:nvPr userDrawn="1"/>
            </p:nvSpPr>
            <p:spPr bwMode="auto">
              <a:xfrm>
                <a:off x="2076" y="1632"/>
                <a:ext cx="1" cy="71"/>
              </a:xfrm>
              <a:prstGeom prst="rect">
                <a:avLst/>
              </a:prstGeom>
              <a:solidFill>
                <a:srgbClr val="2F2F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1" name="Rectangle 138"/>
              <p:cNvSpPr>
                <a:spLocks noChangeArrowheads="1"/>
              </p:cNvSpPr>
              <p:nvPr userDrawn="1"/>
            </p:nvSpPr>
            <p:spPr bwMode="auto">
              <a:xfrm>
                <a:off x="2076" y="1632"/>
                <a:ext cx="1" cy="71"/>
              </a:xfrm>
              <a:prstGeom prst="rect">
                <a:avLst/>
              </a:prstGeom>
              <a:solidFill>
                <a:srgbClr val="2E2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2" name="Rectangle 139"/>
              <p:cNvSpPr>
                <a:spLocks noChangeArrowheads="1"/>
              </p:cNvSpPr>
              <p:nvPr userDrawn="1"/>
            </p:nvSpPr>
            <p:spPr bwMode="auto">
              <a:xfrm>
                <a:off x="2077" y="1632"/>
                <a:ext cx="1" cy="71"/>
              </a:xfrm>
              <a:prstGeom prst="rect">
                <a:avLst/>
              </a:prstGeom>
              <a:solidFill>
                <a:srgbClr val="2E2E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3" name="Rectangle 140"/>
              <p:cNvSpPr>
                <a:spLocks noChangeArrowheads="1"/>
              </p:cNvSpPr>
              <p:nvPr userDrawn="1"/>
            </p:nvSpPr>
            <p:spPr bwMode="auto">
              <a:xfrm>
                <a:off x="2078" y="1632"/>
                <a:ext cx="1" cy="71"/>
              </a:xfrm>
              <a:prstGeom prst="rect">
                <a:avLst/>
              </a:prstGeom>
              <a:solidFill>
                <a:srgbClr val="2D2D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4" name="Rectangle 141"/>
              <p:cNvSpPr>
                <a:spLocks noChangeArrowheads="1"/>
              </p:cNvSpPr>
              <p:nvPr userDrawn="1"/>
            </p:nvSpPr>
            <p:spPr bwMode="auto">
              <a:xfrm>
                <a:off x="2079" y="1632"/>
                <a:ext cx="1" cy="71"/>
              </a:xfrm>
              <a:prstGeom prst="rect">
                <a:avLst/>
              </a:prstGeom>
              <a:solidFill>
                <a:srgbClr val="2C2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5" name="Rectangle 142"/>
              <p:cNvSpPr>
                <a:spLocks noChangeArrowheads="1"/>
              </p:cNvSpPr>
              <p:nvPr userDrawn="1"/>
            </p:nvSpPr>
            <p:spPr bwMode="auto">
              <a:xfrm>
                <a:off x="2080" y="1632"/>
                <a:ext cx="1" cy="71"/>
              </a:xfrm>
              <a:prstGeom prst="rect">
                <a:avLst/>
              </a:prstGeom>
              <a:solidFill>
                <a:srgbClr val="2B2B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6" name="Rectangle 143"/>
              <p:cNvSpPr>
                <a:spLocks noChangeArrowheads="1"/>
              </p:cNvSpPr>
              <p:nvPr userDrawn="1"/>
            </p:nvSpPr>
            <p:spPr bwMode="auto">
              <a:xfrm>
                <a:off x="2080" y="1632"/>
                <a:ext cx="1" cy="71"/>
              </a:xfrm>
              <a:prstGeom prst="rect">
                <a:avLst/>
              </a:prstGeom>
              <a:solidFill>
                <a:srgbClr val="2B2B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7" name="Rectangle 144"/>
              <p:cNvSpPr>
                <a:spLocks noChangeArrowheads="1"/>
              </p:cNvSpPr>
              <p:nvPr userDrawn="1"/>
            </p:nvSpPr>
            <p:spPr bwMode="auto">
              <a:xfrm>
                <a:off x="2081" y="1632"/>
                <a:ext cx="1" cy="71"/>
              </a:xfrm>
              <a:prstGeom prst="rect">
                <a:avLst/>
              </a:prstGeom>
              <a:solidFill>
                <a:srgbClr val="2A2A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8" name="Rectangle 145"/>
              <p:cNvSpPr>
                <a:spLocks noChangeArrowheads="1"/>
              </p:cNvSpPr>
              <p:nvPr userDrawn="1"/>
            </p:nvSpPr>
            <p:spPr bwMode="auto">
              <a:xfrm>
                <a:off x="2082" y="1632"/>
                <a:ext cx="1" cy="71"/>
              </a:xfrm>
              <a:prstGeom prst="rect">
                <a:avLst/>
              </a:prstGeom>
              <a:solidFill>
                <a:srgbClr val="29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9" name="Rectangle 146"/>
              <p:cNvSpPr>
                <a:spLocks noChangeArrowheads="1"/>
              </p:cNvSpPr>
              <p:nvPr userDrawn="1"/>
            </p:nvSpPr>
            <p:spPr bwMode="auto">
              <a:xfrm>
                <a:off x="2083" y="1632"/>
                <a:ext cx="1" cy="71"/>
              </a:xfrm>
              <a:prstGeom prst="rect">
                <a:avLst/>
              </a:prstGeom>
              <a:solidFill>
                <a:srgbClr val="2828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0" name="Rectangle 147"/>
              <p:cNvSpPr>
                <a:spLocks noChangeArrowheads="1"/>
              </p:cNvSpPr>
              <p:nvPr userDrawn="1"/>
            </p:nvSpPr>
            <p:spPr bwMode="auto">
              <a:xfrm>
                <a:off x="2084" y="1632"/>
                <a:ext cx="1" cy="71"/>
              </a:xfrm>
              <a:prstGeom prst="rect">
                <a:avLst/>
              </a:prstGeom>
              <a:solidFill>
                <a:srgbClr val="2828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1" name="Rectangle 148"/>
              <p:cNvSpPr>
                <a:spLocks noChangeArrowheads="1"/>
              </p:cNvSpPr>
              <p:nvPr userDrawn="1"/>
            </p:nvSpPr>
            <p:spPr bwMode="auto">
              <a:xfrm>
                <a:off x="2084" y="1632"/>
                <a:ext cx="1" cy="71"/>
              </a:xfrm>
              <a:prstGeom prst="rect">
                <a:avLst/>
              </a:prstGeom>
              <a:solidFill>
                <a:srgbClr val="27273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2" name="Rectangle 149"/>
              <p:cNvSpPr>
                <a:spLocks noChangeArrowheads="1"/>
              </p:cNvSpPr>
              <p:nvPr userDrawn="1"/>
            </p:nvSpPr>
            <p:spPr bwMode="auto">
              <a:xfrm>
                <a:off x="2085" y="1632"/>
                <a:ext cx="1" cy="71"/>
              </a:xfrm>
              <a:prstGeom prst="rect">
                <a:avLst/>
              </a:prstGeom>
              <a:solidFill>
                <a:srgbClr val="262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3" name="Rectangle 150"/>
              <p:cNvSpPr>
                <a:spLocks noChangeArrowheads="1"/>
              </p:cNvSpPr>
              <p:nvPr userDrawn="1"/>
            </p:nvSpPr>
            <p:spPr bwMode="auto">
              <a:xfrm>
                <a:off x="2086" y="1632"/>
                <a:ext cx="1" cy="71"/>
              </a:xfrm>
              <a:prstGeom prst="rect">
                <a:avLst/>
              </a:prstGeom>
              <a:solidFill>
                <a:srgbClr val="252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4" name="Rectangle 151"/>
              <p:cNvSpPr>
                <a:spLocks noChangeArrowheads="1"/>
              </p:cNvSpPr>
              <p:nvPr userDrawn="1"/>
            </p:nvSpPr>
            <p:spPr bwMode="auto">
              <a:xfrm>
                <a:off x="2087" y="1632"/>
                <a:ext cx="1" cy="71"/>
              </a:xfrm>
              <a:prstGeom prst="rect">
                <a:avLst/>
              </a:prstGeom>
              <a:solidFill>
                <a:srgbClr val="2525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5" name="Rectangle 152"/>
              <p:cNvSpPr>
                <a:spLocks noChangeArrowheads="1"/>
              </p:cNvSpPr>
              <p:nvPr userDrawn="1"/>
            </p:nvSpPr>
            <p:spPr bwMode="auto">
              <a:xfrm>
                <a:off x="2087" y="1632"/>
                <a:ext cx="1" cy="71"/>
              </a:xfrm>
              <a:prstGeom prst="rect">
                <a:avLst/>
              </a:prstGeom>
              <a:solidFill>
                <a:srgbClr val="242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6" name="Rectangle 153"/>
              <p:cNvSpPr>
                <a:spLocks noChangeArrowheads="1"/>
              </p:cNvSpPr>
              <p:nvPr userDrawn="1"/>
            </p:nvSpPr>
            <p:spPr bwMode="auto">
              <a:xfrm>
                <a:off x="2088" y="1632"/>
                <a:ext cx="1" cy="71"/>
              </a:xfrm>
              <a:prstGeom prst="rect">
                <a:avLst/>
              </a:prstGeom>
              <a:solidFill>
                <a:srgbClr val="2323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7" name="Rectangle 154"/>
              <p:cNvSpPr>
                <a:spLocks noChangeArrowheads="1"/>
              </p:cNvSpPr>
              <p:nvPr userDrawn="1"/>
            </p:nvSpPr>
            <p:spPr bwMode="auto">
              <a:xfrm>
                <a:off x="2089" y="1632"/>
                <a:ext cx="1" cy="71"/>
              </a:xfrm>
              <a:prstGeom prst="rect">
                <a:avLst/>
              </a:prstGeom>
              <a:solidFill>
                <a:srgbClr val="2323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8" name="Rectangle 155"/>
              <p:cNvSpPr>
                <a:spLocks noChangeArrowheads="1"/>
              </p:cNvSpPr>
              <p:nvPr userDrawn="1"/>
            </p:nvSpPr>
            <p:spPr bwMode="auto">
              <a:xfrm>
                <a:off x="2090" y="1632"/>
                <a:ext cx="1" cy="71"/>
              </a:xfrm>
              <a:prstGeom prst="rect">
                <a:avLst/>
              </a:prstGeom>
              <a:solidFill>
                <a:srgbClr val="2222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9" name="Rectangle 156"/>
              <p:cNvSpPr>
                <a:spLocks noChangeArrowheads="1"/>
              </p:cNvSpPr>
              <p:nvPr userDrawn="1"/>
            </p:nvSpPr>
            <p:spPr bwMode="auto">
              <a:xfrm>
                <a:off x="2090" y="1632"/>
                <a:ext cx="1" cy="71"/>
              </a:xfrm>
              <a:prstGeom prst="rect">
                <a:avLst/>
              </a:prstGeom>
              <a:solidFill>
                <a:srgbClr val="2121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0" name="Rectangle 157"/>
              <p:cNvSpPr>
                <a:spLocks noChangeArrowheads="1"/>
              </p:cNvSpPr>
              <p:nvPr userDrawn="1"/>
            </p:nvSpPr>
            <p:spPr bwMode="auto">
              <a:xfrm>
                <a:off x="2091" y="1632"/>
                <a:ext cx="1" cy="71"/>
              </a:xfrm>
              <a:prstGeom prst="rect">
                <a:avLst/>
              </a:prstGeom>
              <a:solidFill>
                <a:srgbClr val="202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1" name="Rectangle 158"/>
              <p:cNvSpPr>
                <a:spLocks noChangeArrowheads="1"/>
              </p:cNvSpPr>
              <p:nvPr userDrawn="1"/>
            </p:nvSpPr>
            <p:spPr bwMode="auto">
              <a:xfrm>
                <a:off x="2092" y="1632"/>
                <a:ext cx="1" cy="71"/>
              </a:xfrm>
              <a:prstGeom prst="rect">
                <a:avLst/>
              </a:prstGeom>
              <a:solidFill>
                <a:srgbClr val="2020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2" name="Rectangle 159"/>
              <p:cNvSpPr>
                <a:spLocks noChangeArrowheads="1"/>
              </p:cNvSpPr>
              <p:nvPr userDrawn="1"/>
            </p:nvSpPr>
            <p:spPr bwMode="auto">
              <a:xfrm>
                <a:off x="2093" y="1632"/>
                <a:ext cx="1" cy="71"/>
              </a:xfrm>
              <a:prstGeom prst="rect">
                <a:avLst/>
              </a:prstGeom>
              <a:solidFill>
                <a:srgbClr val="1F1F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3" name="Rectangle 160"/>
              <p:cNvSpPr>
                <a:spLocks noChangeArrowheads="1"/>
              </p:cNvSpPr>
              <p:nvPr userDrawn="1"/>
            </p:nvSpPr>
            <p:spPr bwMode="auto">
              <a:xfrm>
                <a:off x="2093" y="1632"/>
                <a:ext cx="1" cy="71"/>
              </a:xfrm>
              <a:prstGeom prst="rect">
                <a:avLst/>
              </a:prstGeom>
              <a:solidFill>
                <a:srgbClr val="1E1E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4" name="Rectangle 161"/>
              <p:cNvSpPr>
                <a:spLocks noChangeArrowheads="1"/>
              </p:cNvSpPr>
              <p:nvPr userDrawn="1"/>
            </p:nvSpPr>
            <p:spPr bwMode="auto">
              <a:xfrm>
                <a:off x="2094" y="1632"/>
                <a:ext cx="1" cy="71"/>
              </a:xfrm>
              <a:prstGeom prst="rect">
                <a:avLst/>
              </a:prstGeom>
              <a:solidFill>
                <a:srgbClr val="1D1D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5" name="Rectangle 162"/>
              <p:cNvSpPr>
                <a:spLocks noChangeArrowheads="1"/>
              </p:cNvSpPr>
              <p:nvPr userDrawn="1"/>
            </p:nvSpPr>
            <p:spPr bwMode="auto">
              <a:xfrm>
                <a:off x="2095" y="1632"/>
                <a:ext cx="1" cy="71"/>
              </a:xfrm>
              <a:prstGeom prst="rect">
                <a:avLst/>
              </a:prstGeom>
              <a:solidFill>
                <a:srgbClr val="1D1D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6" name="Rectangle 163"/>
              <p:cNvSpPr>
                <a:spLocks noChangeArrowheads="1"/>
              </p:cNvSpPr>
              <p:nvPr userDrawn="1"/>
            </p:nvSpPr>
            <p:spPr bwMode="auto">
              <a:xfrm>
                <a:off x="2096" y="1632"/>
                <a:ext cx="1" cy="71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7" name="Rectangle 164"/>
              <p:cNvSpPr>
                <a:spLocks noChangeArrowheads="1"/>
              </p:cNvSpPr>
              <p:nvPr userDrawn="1"/>
            </p:nvSpPr>
            <p:spPr bwMode="auto">
              <a:xfrm>
                <a:off x="2096" y="1632"/>
                <a:ext cx="3" cy="71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8" name="Freeform 165"/>
              <p:cNvSpPr>
                <a:spLocks noEditPoints="1"/>
              </p:cNvSpPr>
              <p:nvPr userDrawn="1"/>
            </p:nvSpPr>
            <p:spPr bwMode="auto">
              <a:xfrm>
                <a:off x="1685" y="892"/>
                <a:ext cx="395" cy="178"/>
              </a:xfrm>
              <a:custGeom>
                <a:avLst/>
                <a:gdLst>
                  <a:gd name="T0" fmla="*/ 374 w 395"/>
                  <a:gd name="T1" fmla="*/ 0 h 178"/>
                  <a:gd name="T2" fmla="*/ 188 w 395"/>
                  <a:gd name="T3" fmla="*/ 53 h 178"/>
                  <a:gd name="T4" fmla="*/ 0 w 395"/>
                  <a:gd name="T5" fmla="*/ 106 h 178"/>
                  <a:gd name="T6" fmla="*/ 20 w 395"/>
                  <a:gd name="T7" fmla="*/ 178 h 178"/>
                  <a:gd name="T8" fmla="*/ 208 w 395"/>
                  <a:gd name="T9" fmla="*/ 124 h 178"/>
                  <a:gd name="T10" fmla="*/ 395 w 395"/>
                  <a:gd name="T11" fmla="*/ 71 h 178"/>
                  <a:gd name="T12" fmla="*/ 374 w 395"/>
                  <a:gd name="T13" fmla="*/ 0 h 178"/>
                  <a:gd name="T14" fmla="*/ 374 w 395"/>
                  <a:gd name="T15" fmla="*/ 0 h 178"/>
                  <a:gd name="T16" fmla="*/ 374 w 395"/>
                  <a:gd name="T17" fmla="*/ 0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5" h="178">
                    <a:moveTo>
                      <a:pt x="374" y="0"/>
                    </a:moveTo>
                    <a:lnTo>
                      <a:pt x="188" y="53"/>
                    </a:lnTo>
                    <a:lnTo>
                      <a:pt x="0" y="106"/>
                    </a:lnTo>
                    <a:lnTo>
                      <a:pt x="20" y="178"/>
                    </a:lnTo>
                    <a:lnTo>
                      <a:pt x="208" y="124"/>
                    </a:lnTo>
                    <a:lnTo>
                      <a:pt x="395" y="71"/>
                    </a:lnTo>
                    <a:lnTo>
                      <a:pt x="374" y="0"/>
                    </a:lnTo>
                    <a:close/>
                    <a:moveTo>
                      <a:pt x="374" y="0"/>
                    </a:moveTo>
                    <a:lnTo>
                      <a:pt x="374" y="0"/>
                    </a:lnTo>
                    <a:close/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9" name="Freeform 166"/>
              <p:cNvSpPr>
                <a:spLocks noEditPoints="1"/>
              </p:cNvSpPr>
              <p:nvPr userDrawn="1"/>
            </p:nvSpPr>
            <p:spPr bwMode="auto">
              <a:xfrm>
                <a:off x="1685" y="892"/>
                <a:ext cx="395" cy="178"/>
              </a:xfrm>
              <a:custGeom>
                <a:avLst/>
                <a:gdLst>
                  <a:gd name="T0" fmla="*/ 374 w 395"/>
                  <a:gd name="T1" fmla="*/ 0 h 178"/>
                  <a:gd name="T2" fmla="*/ 188 w 395"/>
                  <a:gd name="T3" fmla="*/ 53 h 178"/>
                  <a:gd name="T4" fmla="*/ 0 w 395"/>
                  <a:gd name="T5" fmla="*/ 106 h 178"/>
                  <a:gd name="T6" fmla="*/ 20 w 395"/>
                  <a:gd name="T7" fmla="*/ 178 h 178"/>
                  <a:gd name="T8" fmla="*/ 208 w 395"/>
                  <a:gd name="T9" fmla="*/ 124 h 178"/>
                  <a:gd name="T10" fmla="*/ 395 w 395"/>
                  <a:gd name="T11" fmla="*/ 71 h 178"/>
                  <a:gd name="T12" fmla="*/ 374 w 395"/>
                  <a:gd name="T13" fmla="*/ 0 h 178"/>
                  <a:gd name="T14" fmla="*/ 374 w 395"/>
                  <a:gd name="T15" fmla="*/ 0 h 178"/>
                  <a:gd name="T16" fmla="*/ 374 w 395"/>
                  <a:gd name="T17" fmla="*/ 0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5" h="178">
                    <a:moveTo>
                      <a:pt x="374" y="0"/>
                    </a:moveTo>
                    <a:lnTo>
                      <a:pt x="188" y="53"/>
                    </a:lnTo>
                    <a:lnTo>
                      <a:pt x="0" y="106"/>
                    </a:lnTo>
                    <a:lnTo>
                      <a:pt x="20" y="178"/>
                    </a:lnTo>
                    <a:lnTo>
                      <a:pt x="208" y="124"/>
                    </a:lnTo>
                    <a:lnTo>
                      <a:pt x="395" y="71"/>
                    </a:lnTo>
                    <a:lnTo>
                      <a:pt x="374" y="0"/>
                    </a:lnTo>
                    <a:moveTo>
                      <a:pt x="374" y="0"/>
                    </a:moveTo>
                    <a:lnTo>
                      <a:pt x="37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0" name="Rectangle 167"/>
              <p:cNvSpPr>
                <a:spLocks noChangeArrowheads="1"/>
              </p:cNvSpPr>
              <p:nvPr userDrawn="1"/>
            </p:nvSpPr>
            <p:spPr bwMode="auto">
              <a:xfrm>
                <a:off x="2020" y="1502"/>
                <a:ext cx="2" cy="71"/>
              </a:xfrm>
              <a:prstGeom prst="rect">
                <a:avLst/>
              </a:pr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1" name="Rectangle 168"/>
              <p:cNvSpPr>
                <a:spLocks noChangeArrowheads="1"/>
              </p:cNvSpPr>
              <p:nvPr userDrawn="1"/>
            </p:nvSpPr>
            <p:spPr bwMode="auto">
              <a:xfrm>
                <a:off x="2022" y="1502"/>
                <a:ext cx="1" cy="71"/>
              </a:xfrm>
              <a:prstGeom prst="rect">
                <a:avLst/>
              </a:pr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2" name="Rectangle 169"/>
              <p:cNvSpPr>
                <a:spLocks noChangeArrowheads="1"/>
              </p:cNvSpPr>
              <p:nvPr userDrawn="1"/>
            </p:nvSpPr>
            <p:spPr bwMode="auto">
              <a:xfrm>
                <a:off x="2023" y="1502"/>
                <a:ext cx="1" cy="71"/>
              </a:xfrm>
              <a:prstGeom prst="rect">
                <a:avLst/>
              </a:prstGeom>
              <a:solidFill>
                <a:srgbClr val="3E3E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3" name="Rectangle 170"/>
              <p:cNvSpPr>
                <a:spLocks noChangeArrowheads="1"/>
              </p:cNvSpPr>
              <p:nvPr userDrawn="1"/>
            </p:nvSpPr>
            <p:spPr bwMode="auto">
              <a:xfrm>
                <a:off x="2023" y="1502"/>
                <a:ext cx="1" cy="71"/>
              </a:xfrm>
              <a:prstGeom prst="rect">
                <a:avLst/>
              </a:prstGeom>
              <a:solidFill>
                <a:srgbClr val="3E3E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4" name="Rectangle 171"/>
              <p:cNvSpPr>
                <a:spLocks noChangeArrowheads="1"/>
              </p:cNvSpPr>
              <p:nvPr userDrawn="1"/>
            </p:nvSpPr>
            <p:spPr bwMode="auto">
              <a:xfrm>
                <a:off x="2024" y="1502"/>
                <a:ext cx="1" cy="71"/>
              </a:xfrm>
              <a:prstGeom prst="rect">
                <a:avLst/>
              </a:prstGeom>
              <a:solidFill>
                <a:srgbClr val="3D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5" name="Rectangle 172"/>
              <p:cNvSpPr>
                <a:spLocks noChangeArrowheads="1"/>
              </p:cNvSpPr>
              <p:nvPr userDrawn="1"/>
            </p:nvSpPr>
            <p:spPr bwMode="auto">
              <a:xfrm>
                <a:off x="2025" y="1502"/>
                <a:ext cx="1" cy="71"/>
              </a:xfrm>
              <a:prstGeom prst="rect">
                <a:avLst/>
              </a:prstGeom>
              <a:solidFill>
                <a:srgbClr val="3C3C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6" name="Rectangle 173"/>
              <p:cNvSpPr>
                <a:spLocks noChangeArrowheads="1"/>
              </p:cNvSpPr>
              <p:nvPr userDrawn="1"/>
            </p:nvSpPr>
            <p:spPr bwMode="auto">
              <a:xfrm>
                <a:off x="2026" y="1502"/>
                <a:ext cx="1" cy="71"/>
              </a:xfrm>
              <a:prstGeom prst="rect">
                <a:avLst/>
              </a:prstGeom>
              <a:solidFill>
                <a:srgbClr val="3B3B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7" name="Rectangle 174"/>
              <p:cNvSpPr>
                <a:spLocks noChangeArrowheads="1"/>
              </p:cNvSpPr>
              <p:nvPr userDrawn="1"/>
            </p:nvSpPr>
            <p:spPr bwMode="auto">
              <a:xfrm>
                <a:off x="2027" y="1502"/>
                <a:ext cx="1" cy="71"/>
              </a:xfrm>
              <a:prstGeom prst="rect">
                <a:avLst/>
              </a:prstGeom>
              <a:solidFill>
                <a:srgbClr val="3B3B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8" name="Rectangle 175"/>
              <p:cNvSpPr>
                <a:spLocks noChangeArrowheads="1"/>
              </p:cNvSpPr>
              <p:nvPr userDrawn="1"/>
            </p:nvSpPr>
            <p:spPr bwMode="auto">
              <a:xfrm>
                <a:off x="2027" y="1502"/>
                <a:ext cx="1" cy="71"/>
              </a:xfrm>
              <a:prstGeom prst="rect">
                <a:avLst/>
              </a:prstGeom>
              <a:solidFill>
                <a:srgbClr val="3A3A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9" name="Rectangle 176"/>
              <p:cNvSpPr>
                <a:spLocks noChangeArrowheads="1"/>
              </p:cNvSpPr>
              <p:nvPr userDrawn="1"/>
            </p:nvSpPr>
            <p:spPr bwMode="auto">
              <a:xfrm>
                <a:off x="2028" y="1502"/>
                <a:ext cx="1" cy="71"/>
              </a:xfrm>
              <a:prstGeom prst="rect">
                <a:avLst/>
              </a:prstGeom>
              <a:solidFill>
                <a:srgbClr val="3939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0" name="Rectangle 177"/>
              <p:cNvSpPr>
                <a:spLocks noChangeArrowheads="1"/>
              </p:cNvSpPr>
              <p:nvPr userDrawn="1"/>
            </p:nvSpPr>
            <p:spPr bwMode="auto">
              <a:xfrm>
                <a:off x="2029" y="1502"/>
                <a:ext cx="1" cy="71"/>
              </a:xfrm>
              <a:prstGeom prst="rect">
                <a:avLst/>
              </a:prstGeom>
              <a:solidFill>
                <a:srgbClr val="383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1" name="Rectangle 178"/>
              <p:cNvSpPr>
                <a:spLocks noChangeArrowheads="1"/>
              </p:cNvSpPr>
              <p:nvPr userDrawn="1"/>
            </p:nvSpPr>
            <p:spPr bwMode="auto">
              <a:xfrm>
                <a:off x="2030" y="1502"/>
                <a:ext cx="1" cy="71"/>
              </a:xfrm>
              <a:prstGeom prst="rect">
                <a:avLst/>
              </a:prstGeom>
              <a:solidFill>
                <a:srgbClr val="3838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2" name="Rectangle 179"/>
              <p:cNvSpPr>
                <a:spLocks noChangeArrowheads="1"/>
              </p:cNvSpPr>
              <p:nvPr userDrawn="1"/>
            </p:nvSpPr>
            <p:spPr bwMode="auto">
              <a:xfrm>
                <a:off x="2030" y="1502"/>
                <a:ext cx="1" cy="71"/>
              </a:xfrm>
              <a:prstGeom prst="rect">
                <a:avLst/>
              </a:prstGeom>
              <a:solidFill>
                <a:srgbClr val="3737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3" name="Rectangle 180"/>
              <p:cNvSpPr>
                <a:spLocks noChangeArrowheads="1"/>
              </p:cNvSpPr>
              <p:nvPr userDrawn="1"/>
            </p:nvSpPr>
            <p:spPr bwMode="auto">
              <a:xfrm>
                <a:off x="2031" y="1502"/>
                <a:ext cx="1" cy="71"/>
              </a:xfrm>
              <a:prstGeom prst="rect">
                <a:avLst/>
              </a:prstGeom>
              <a:solidFill>
                <a:srgbClr val="36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4" name="Rectangle 181"/>
              <p:cNvSpPr>
                <a:spLocks noChangeArrowheads="1"/>
              </p:cNvSpPr>
              <p:nvPr userDrawn="1"/>
            </p:nvSpPr>
            <p:spPr bwMode="auto">
              <a:xfrm>
                <a:off x="2032" y="1502"/>
                <a:ext cx="1" cy="71"/>
              </a:xfrm>
              <a:prstGeom prst="rect">
                <a:avLst/>
              </a:prstGeom>
              <a:solidFill>
                <a:srgbClr val="363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5" name="Rectangle 182"/>
              <p:cNvSpPr>
                <a:spLocks noChangeArrowheads="1"/>
              </p:cNvSpPr>
              <p:nvPr userDrawn="1"/>
            </p:nvSpPr>
            <p:spPr bwMode="auto">
              <a:xfrm>
                <a:off x="2032" y="1502"/>
                <a:ext cx="1" cy="71"/>
              </a:xfrm>
              <a:prstGeom prst="rect">
                <a:avLst/>
              </a:prstGeom>
              <a:solidFill>
                <a:srgbClr val="3535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6" name="Rectangle 183"/>
              <p:cNvSpPr>
                <a:spLocks noChangeArrowheads="1"/>
              </p:cNvSpPr>
              <p:nvPr userDrawn="1"/>
            </p:nvSpPr>
            <p:spPr bwMode="auto">
              <a:xfrm>
                <a:off x="2033" y="1502"/>
                <a:ext cx="1" cy="71"/>
              </a:xfrm>
              <a:prstGeom prst="rect">
                <a:avLst/>
              </a:prstGeom>
              <a:solidFill>
                <a:srgbClr val="343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7" name="Rectangle 184"/>
              <p:cNvSpPr>
                <a:spLocks noChangeArrowheads="1"/>
              </p:cNvSpPr>
              <p:nvPr userDrawn="1"/>
            </p:nvSpPr>
            <p:spPr bwMode="auto">
              <a:xfrm>
                <a:off x="2034" y="1502"/>
                <a:ext cx="1" cy="71"/>
              </a:xfrm>
              <a:prstGeom prst="rect">
                <a:avLst/>
              </a:prstGeom>
              <a:solidFill>
                <a:srgbClr val="3333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8" name="Rectangle 185"/>
              <p:cNvSpPr>
                <a:spLocks noChangeArrowheads="1"/>
              </p:cNvSpPr>
              <p:nvPr userDrawn="1"/>
            </p:nvSpPr>
            <p:spPr bwMode="auto">
              <a:xfrm>
                <a:off x="2035" y="1502"/>
                <a:ext cx="1" cy="71"/>
              </a:xfrm>
              <a:prstGeom prst="rect">
                <a:avLst/>
              </a:prstGeom>
              <a:solidFill>
                <a:srgbClr val="3333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9" name="Rectangle 186"/>
              <p:cNvSpPr>
                <a:spLocks noChangeArrowheads="1"/>
              </p:cNvSpPr>
              <p:nvPr userDrawn="1"/>
            </p:nvSpPr>
            <p:spPr bwMode="auto">
              <a:xfrm>
                <a:off x="2036" y="1502"/>
                <a:ext cx="1" cy="71"/>
              </a:xfrm>
              <a:prstGeom prst="rect">
                <a:avLst/>
              </a:prstGeom>
              <a:solidFill>
                <a:srgbClr val="3232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0" name="Rectangle 187"/>
              <p:cNvSpPr>
                <a:spLocks noChangeArrowheads="1"/>
              </p:cNvSpPr>
              <p:nvPr userDrawn="1"/>
            </p:nvSpPr>
            <p:spPr bwMode="auto">
              <a:xfrm>
                <a:off x="2036" y="1502"/>
                <a:ext cx="1" cy="71"/>
              </a:xfrm>
              <a:prstGeom prst="rect">
                <a:avLst/>
              </a:prstGeom>
              <a:solidFill>
                <a:srgbClr val="3131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1" name="Rectangle 188"/>
              <p:cNvSpPr>
                <a:spLocks noChangeArrowheads="1"/>
              </p:cNvSpPr>
              <p:nvPr userDrawn="1"/>
            </p:nvSpPr>
            <p:spPr bwMode="auto">
              <a:xfrm>
                <a:off x="2037" y="1502"/>
                <a:ext cx="1" cy="71"/>
              </a:xfrm>
              <a:prstGeom prst="rect">
                <a:avLst/>
              </a:prstGeom>
              <a:solidFill>
                <a:srgbClr val="3030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2" name="Rectangle 189"/>
              <p:cNvSpPr>
                <a:spLocks noChangeArrowheads="1"/>
              </p:cNvSpPr>
              <p:nvPr userDrawn="1"/>
            </p:nvSpPr>
            <p:spPr bwMode="auto">
              <a:xfrm>
                <a:off x="2038" y="1502"/>
                <a:ext cx="1" cy="71"/>
              </a:xfrm>
              <a:prstGeom prst="rect">
                <a:avLst/>
              </a:prstGeom>
              <a:solidFill>
                <a:srgbClr val="3030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3" name="Rectangle 190"/>
              <p:cNvSpPr>
                <a:spLocks noChangeArrowheads="1"/>
              </p:cNvSpPr>
              <p:nvPr userDrawn="1"/>
            </p:nvSpPr>
            <p:spPr bwMode="auto">
              <a:xfrm>
                <a:off x="2039" y="1502"/>
                <a:ext cx="1" cy="71"/>
              </a:xfrm>
              <a:prstGeom prst="rect">
                <a:avLst/>
              </a:prstGeom>
              <a:solidFill>
                <a:srgbClr val="2F2F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4" name="Rectangle 191"/>
              <p:cNvSpPr>
                <a:spLocks noChangeArrowheads="1"/>
              </p:cNvSpPr>
              <p:nvPr userDrawn="1"/>
            </p:nvSpPr>
            <p:spPr bwMode="auto">
              <a:xfrm>
                <a:off x="2040" y="1502"/>
                <a:ext cx="1" cy="71"/>
              </a:xfrm>
              <a:prstGeom prst="rect">
                <a:avLst/>
              </a:prstGeom>
              <a:solidFill>
                <a:srgbClr val="2E2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5" name="Rectangle 192"/>
              <p:cNvSpPr>
                <a:spLocks noChangeArrowheads="1"/>
              </p:cNvSpPr>
              <p:nvPr userDrawn="1"/>
            </p:nvSpPr>
            <p:spPr bwMode="auto">
              <a:xfrm>
                <a:off x="2040" y="1502"/>
                <a:ext cx="1" cy="71"/>
              </a:xfrm>
              <a:prstGeom prst="rect">
                <a:avLst/>
              </a:prstGeom>
              <a:solidFill>
                <a:srgbClr val="2E2E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6" name="Rectangle 193"/>
              <p:cNvSpPr>
                <a:spLocks noChangeArrowheads="1"/>
              </p:cNvSpPr>
              <p:nvPr userDrawn="1"/>
            </p:nvSpPr>
            <p:spPr bwMode="auto">
              <a:xfrm>
                <a:off x="2041" y="1502"/>
                <a:ext cx="1" cy="71"/>
              </a:xfrm>
              <a:prstGeom prst="rect">
                <a:avLst/>
              </a:prstGeom>
              <a:solidFill>
                <a:srgbClr val="2D2D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7" name="Rectangle 194"/>
              <p:cNvSpPr>
                <a:spLocks noChangeArrowheads="1"/>
              </p:cNvSpPr>
              <p:nvPr userDrawn="1"/>
            </p:nvSpPr>
            <p:spPr bwMode="auto">
              <a:xfrm>
                <a:off x="2042" y="1502"/>
                <a:ext cx="1" cy="71"/>
              </a:xfrm>
              <a:prstGeom prst="rect">
                <a:avLst/>
              </a:prstGeom>
              <a:solidFill>
                <a:srgbClr val="2C2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8" name="Rectangle 195"/>
              <p:cNvSpPr>
                <a:spLocks noChangeArrowheads="1"/>
              </p:cNvSpPr>
              <p:nvPr userDrawn="1"/>
            </p:nvSpPr>
            <p:spPr bwMode="auto">
              <a:xfrm>
                <a:off x="2043" y="1502"/>
                <a:ext cx="1" cy="71"/>
              </a:xfrm>
              <a:prstGeom prst="rect">
                <a:avLst/>
              </a:prstGeom>
              <a:solidFill>
                <a:srgbClr val="2B2B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9" name="Rectangle 196"/>
              <p:cNvSpPr>
                <a:spLocks noChangeArrowheads="1"/>
              </p:cNvSpPr>
              <p:nvPr userDrawn="1"/>
            </p:nvSpPr>
            <p:spPr bwMode="auto">
              <a:xfrm>
                <a:off x="2043" y="1502"/>
                <a:ext cx="1" cy="71"/>
              </a:xfrm>
              <a:prstGeom prst="rect">
                <a:avLst/>
              </a:prstGeom>
              <a:solidFill>
                <a:srgbClr val="2B2B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0" name="Rectangle 197"/>
              <p:cNvSpPr>
                <a:spLocks noChangeArrowheads="1"/>
              </p:cNvSpPr>
              <p:nvPr userDrawn="1"/>
            </p:nvSpPr>
            <p:spPr bwMode="auto">
              <a:xfrm>
                <a:off x="2044" y="1502"/>
                <a:ext cx="1" cy="71"/>
              </a:xfrm>
              <a:prstGeom prst="rect">
                <a:avLst/>
              </a:prstGeom>
              <a:solidFill>
                <a:srgbClr val="2A2A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1" name="Rectangle 198"/>
              <p:cNvSpPr>
                <a:spLocks noChangeArrowheads="1"/>
              </p:cNvSpPr>
              <p:nvPr userDrawn="1"/>
            </p:nvSpPr>
            <p:spPr bwMode="auto">
              <a:xfrm>
                <a:off x="2045" y="1502"/>
                <a:ext cx="1" cy="71"/>
              </a:xfrm>
              <a:prstGeom prst="rect">
                <a:avLst/>
              </a:prstGeom>
              <a:solidFill>
                <a:srgbClr val="29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2" name="Rectangle 199"/>
              <p:cNvSpPr>
                <a:spLocks noChangeArrowheads="1"/>
              </p:cNvSpPr>
              <p:nvPr userDrawn="1"/>
            </p:nvSpPr>
            <p:spPr bwMode="auto">
              <a:xfrm>
                <a:off x="2046" y="1502"/>
                <a:ext cx="1" cy="71"/>
              </a:xfrm>
              <a:prstGeom prst="rect">
                <a:avLst/>
              </a:prstGeom>
              <a:solidFill>
                <a:srgbClr val="2828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3" name="Rectangle 200"/>
              <p:cNvSpPr>
                <a:spLocks noChangeArrowheads="1"/>
              </p:cNvSpPr>
              <p:nvPr userDrawn="1"/>
            </p:nvSpPr>
            <p:spPr bwMode="auto">
              <a:xfrm>
                <a:off x="2047" y="1502"/>
                <a:ext cx="1" cy="71"/>
              </a:xfrm>
              <a:prstGeom prst="rect">
                <a:avLst/>
              </a:prstGeom>
              <a:solidFill>
                <a:srgbClr val="2828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4" name="Rectangle 201"/>
              <p:cNvSpPr>
                <a:spLocks noChangeArrowheads="1"/>
              </p:cNvSpPr>
              <p:nvPr userDrawn="1"/>
            </p:nvSpPr>
            <p:spPr bwMode="auto">
              <a:xfrm>
                <a:off x="2047" y="1502"/>
                <a:ext cx="1" cy="71"/>
              </a:xfrm>
              <a:prstGeom prst="rect">
                <a:avLst/>
              </a:prstGeom>
              <a:solidFill>
                <a:srgbClr val="27273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5" name="Rectangle 202"/>
              <p:cNvSpPr>
                <a:spLocks noChangeArrowheads="1"/>
              </p:cNvSpPr>
              <p:nvPr userDrawn="1"/>
            </p:nvSpPr>
            <p:spPr bwMode="auto">
              <a:xfrm>
                <a:off x="2048" y="1502"/>
                <a:ext cx="1" cy="71"/>
              </a:xfrm>
              <a:prstGeom prst="rect">
                <a:avLst/>
              </a:prstGeom>
              <a:solidFill>
                <a:srgbClr val="262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6" name="Rectangle 203"/>
              <p:cNvSpPr>
                <a:spLocks noChangeArrowheads="1"/>
              </p:cNvSpPr>
              <p:nvPr userDrawn="1"/>
            </p:nvSpPr>
            <p:spPr bwMode="auto">
              <a:xfrm>
                <a:off x="2049" y="1502"/>
                <a:ext cx="1" cy="71"/>
              </a:xfrm>
              <a:prstGeom prst="rect">
                <a:avLst/>
              </a:prstGeom>
              <a:solidFill>
                <a:srgbClr val="252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7" name="Rectangle 204"/>
              <p:cNvSpPr>
                <a:spLocks noChangeArrowheads="1"/>
              </p:cNvSpPr>
              <p:nvPr userDrawn="1"/>
            </p:nvSpPr>
            <p:spPr bwMode="auto">
              <a:xfrm>
                <a:off x="2050" y="1502"/>
                <a:ext cx="1" cy="71"/>
              </a:xfrm>
              <a:prstGeom prst="rect">
                <a:avLst/>
              </a:prstGeom>
              <a:solidFill>
                <a:srgbClr val="2525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8" name="Rectangle 205"/>
              <p:cNvSpPr>
                <a:spLocks noChangeArrowheads="1"/>
              </p:cNvSpPr>
              <p:nvPr userDrawn="1"/>
            </p:nvSpPr>
            <p:spPr bwMode="auto">
              <a:xfrm>
                <a:off x="2050" y="1502"/>
                <a:ext cx="1" cy="71"/>
              </a:xfrm>
              <a:prstGeom prst="rect">
                <a:avLst/>
              </a:prstGeom>
              <a:solidFill>
                <a:srgbClr val="242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9" name="Rectangle 206"/>
              <p:cNvSpPr>
                <a:spLocks noChangeArrowheads="1"/>
              </p:cNvSpPr>
              <p:nvPr userDrawn="1"/>
            </p:nvSpPr>
            <p:spPr bwMode="auto">
              <a:xfrm>
                <a:off x="2051" y="1502"/>
                <a:ext cx="1" cy="71"/>
              </a:xfrm>
              <a:prstGeom prst="rect">
                <a:avLst/>
              </a:prstGeom>
              <a:solidFill>
                <a:srgbClr val="2323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0" name="Rectangle 207"/>
              <p:cNvSpPr>
                <a:spLocks noChangeArrowheads="1"/>
              </p:cNvSpPr>
              <p:nvPr userDrawn="1"/>
            </p:nvSpPr>
            <p:spPr bwMode="auto">
              <a:xfrm>
                <a:off x="2052" y="1502"/>
                <a:ext cx="1" cy="71"/>
              </a:xfrm>
              <a:prstGeom prst="rect">
                <a:avLst/>
              </a:prstGeom>
              <a:solidFill>
                <a:srgbClr val="2323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1" name="Rectangle 208"/>
              <p:cNvSpPr>
                <a:spLocks noChangeArrowheads="1"/>
              </p:cNvSpPr>
              <p:nvPr userDrawn="1"/>
            </p:nvSpPr>
            <p:spPr bwMode="auto">
              <a:xfrm>
                <a:off x="2053" y="1502"/>
                <a:ext cx="1" cy="71"/>
              </a:xfrm>
              <a:prstGeom prst="rect">
                <a:avLst/>
              </a:prstGeom>
              <a:solidFill>
                <a:srgbClr val="2222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2" name="Rectangle 209"/>
              <p:cNvSpPr>
                <a:spLocks noChangeArrowheads="1"/>
              </p:cNvSpPr>
              <p:nvPr userDrawn="1"/>
            </p:nvSpPr>
            <p:spPr bwMode="auto">
              <a:xfrm>
                <a:off x="2053" y="1502"/>
                <a:ext cx="1" cy="71"/>
              </a:xfrm>
              <a:prstGeom prst="rect">
                <a:avLst/>
              </a:prstGeom>
              <a:solidFill>
                <a:srgbClr val="2121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3" name="Rectangle 210"/>
              <p:cNvSpPr>
                <a:spLocks noChangeArrowheads="1"/>
              </p:cNvSpPr>
              <p:nvPr userDrawn="1"/>
            </p:nvSpPr>
            <p:spPr bwMode="auto">
              <a:xfrm>
                <a:off x="2054" y="1502"/>
                <a:ext cx="1" cy="71"/>
              </a:xfrm>
              <a:prstGeom prst="rect">
                <a:avLst/>
              </a:prstGeom>
              <a:solidFill>
                <a:srgbClr val="202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4" name="Rectangle 211"/>
              <p:cNvSpPr>
                <a:spLocks noChangeArrowheads="1"/>
              </p:cNvSpPr>
              <p:nvPr userDrawn="1"/>
            </p:nvSpPr>
            <p:spPr bwMode="auto">
              <a:xfrm>
                <a:off x="2055" y="1502"/>
                <a:ext cx="1" cy="71"/>
              </a:xfrm>
              <a:prstGeom prst="rect">
                <a:avLst/>
              </a:prstGeom>
              <a:solidFill>
                <a:srgbClr val="2020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5" name="Rectangle 212"/>
              <p:cNvSpPr>
                <a:spLocks noChangeArrowheads="1"/>
              </p:cNvSpPr>
              <p:nvPr userDrawn="1"/>
            </p:nvSpPr>
            <p:spPr bwMode="auto">
              <a:xfrm>
                <a:off x="2056" y="1502"/>
                <a:ext cx="1" cy="71"/>
              </a:xfrm>
              <a:prstGeom prst="rect">
                <a:avLst/>
              </a:prstGeom>
              <a:solidFill>
                <a:srgbClr val="1F1F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6" name="Rectangle 213"/>
              <p:cNvSpPr>
                <a:spLocks noChangeArrowheads="1"/>
              </p:cNvSpPr>
              <p:nvPr userDrawn="1"/>
            </p:nvSpPr>
            <p:spPr bwMode="auto">
              <a:xfrm>
                <a:off x="2056" y="1502"/>
                <a:ext cx="1" cy="71"/>
              </a:xfrm>
              <a:prstGeom prst="rect">
                <a:avLst/>
              </a:prstGeom>
              <a:solidFill>
                <a:srgbClr val="1E1E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7" name="Rectangle 214"/>
              <p:cNvSpPr>
                <a:spLocks noChangeArrowheads="1"/>
              </p:cNvSpPr>
              <p:nvPr userDrawn="1"/>
            </p:nvSpPr>
            <p:spPr bwMode="auto">
              <a:xfrm>
                <a:off x="2057" y="1502"/>
                <a:ext cx="1" cy="71"/>
              </a:xfrm>
              <a:prstGeom prst="rect">
                <a:avLst/>
              </a:prstGeom>
              <a:solidFill>
                <a:srgbClr val="1D1D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8" name="Rectangle 215"/>
              <p:cNvSpPr>
                <a:spLocks noChangeArrowheads="1"/>
              </p:cNvSpPr>
              <p:nvPr userDrawn="1"/>
            </p:nvSpPr>
            <p:spPr bwMode="auto">
              <a:xfrm>
                <a:off x="2058" y="1502"/>
                <a:ext cx="1" cy="71"/>
              </a:xfrm>
              <a:prstGeom prst="rect">
                <a:avLst/>
              </a:prstGeom>
              <a:solidFill>
                <a:srgbClr val="1D1D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9" name="Rectangle 216"/>
              <p:cNvSpPr>
                <a:spLocks noChangeArrowheads="1"/>
              </p:cNvSpPr>
              <p:nvPr userDrawn="1"/>
            </p:nvSpPr>
            <p:spPr bwMode="auto">
              <a:xfrm>
                <a:off x="2059" y="1502"/>
                <a:ext cx="1" cy="71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0" name="Rectangle 217"/>
              <p:cNvSpPr>
                <a:spLocks noChangeArrowheads="1"/>
              </p:cNvSpPr>
              <p:nvPr userDrawn="1"/>
            </p:nvSpPr>
            <p:spPr bwMode="auto">
              <a:xfrm>
                <a:off x="2059" y="1502"/>
                <a:ext cx="3" cy="71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1" name="Freeform 218"/>
              <p:cNvSpPr>
                <a:spLocks noEditPoints="1"/>
              </p:cNvSpPr>
              <p:nvPr userDrawn="1"/>
            </p:nvSpPr>
            <p:spPr bwMode="auto">
              <a:xfrm>
                <a:off x="1713" y="988"/>
                <a:ext cx="642" cy="1051"/>
              </a:xfrm>
              <a:custGeom>
                <a:avLst/>
                <a:gdLst>
                  <a:gd name="T0" fmla="*/ 254 w 643"/>
                  <a:gd name="T1" fmla="*/ 998 h 1051"/>
                  <a:gd name="T2" fmla="*/ 621 w 643"/>
                  <a:gd name="T3" fmla="*/ 866 h 1051"/>
                  <a:gd name="T4" fmla="*/ 0 w 643"/>
                  <a:gd name="T5" fmla="*/ 107 h 1051"/>
                  <a:gd name="T6" fmla="*/ 643 w 643"/>
                  <a:gd name="T7" fmla="*/ 945 h 1051"/>
                  <a:gd name="T8" fmla="*/ 350 w 643"/>
                  <a:gd name="T9" fmla="*/ 623 h 1051"/>
                  <a:gd name="T10" fmla="*/ 381 w 643"/>
                  <a:gd name="T11" fmla="*/ 733 h 1051"/>
                  <a:gd name="T12" fmla="*/ 252 w 643"/>
                  <a:gd name="T13" fmla="*/ 458 h 1051"/>
                  <a:gd name="T14" fmla="*/ 224 w 643"/>
                  <a:gd name="T15" fmla="*/ 396 h 1051"/>
                  <a:gd name="T16" fmla="*/ 241 w 643"/>
                  <a:gd name="T17" fmla="*/ 376 h 1051"/>
                  <a:gd name="T18" fmla="*/ 270 w 643"/>
                  <a:gd name="T19" fmla="*/ 392 h 1051"/>
                  <a:gd name="T20" fmla="*/ 289 w 643"/>
                  <a:gd name="T21" fmla="*/ 408 h 1051"/>
                  <a:gd name="T22" fmla="*/ 288 w 643"/>
                  <a:gd name="T23" fmla="*/ 378 h 1051"/>
                  <a:gd name="T24" fmla="*/ 280 w 643"/>
                  <a:gd name="T25" fmla="*/ 365 h 1051"/>
                  <a:gd name="T26" fmla="*/ 338 w 643"/>
                  <a:gd name="T27" fmla="*/ 363 h 1051"/>
                  <a:gd name="T28" fmla="*/ 355 w 643"/>
                  <a:gd name="T29" fmla="*/ 443 h 1051"/>
                  <a:gd name="T30" fmla="*/ 364 w 643"/>
                  <a:gd name="T31" fmla="*/ 457 h 1051"/>
                  <a:gd name="T32" fmla="*/ 306 w 643"/>
                  <a:gd name="T33" fmla="*/ 458 h 1051"/>
                  <a:gd name="T34" fmla="*/ 299 w 643"/>
                  <a:gd name="T35" fmla="*/ 428 h 1051"/>
                  <a:gd name="T36" fmla="*/ 285 w 643"/>
                  <a:gd name="T37" fmla="*/ 452 h 1051"/>
                  <a:gd name="T38" fmla="*/ 299 w 643"/>
                  <a:gd name="T39" fmla="*/ 461 h 1051"/>
                  <a:gd name="T40" fmla="*/ 248 w 643"/>
                  <a:gd name="T41" fmla="*/ 490 h 1051"/>
                  <a:gd name="T42" fmla="*/ 313 w 643"/>
                  <a:gd name="T43" fmla="*/ 493 h 1051"/>
                  <a:gd name="T44" fmla="*/ 344 w 643"/>
                  <a:gd name="T45" fmla="*/ 603 h 1051"/>
                  <a:gd name="T46" fmla="*/ 313 w 643"/>
                  <a:gd name="T47" fmla="*/ 493 h 1051"/>
                  <a:gd name="T48" fmla="*/ 408 w 643"/>
                  <a:gd name="T49" fmla="*/ 863 h 1051"/>
                  <a:gd name="T50" fmla="*/ 378 w 643"/>
                  <a:gd name="T51" fmla="*/ 842 h 1051"/>
                  <a:gd name="T52" fmla="*/ 350 w 643"/>
                  <a:gd name="T53" fmla="*/ 782 h 1051"/>
                  <a:gd name="T54" fmla="*/ 372 w 643"/>
                  <a:gd name="T55" fmla="*/ 760 h 1051"/>
                  <a:gd name="T56" fmla="*/ 408 w 643"/>
                  <a:gd name="T57" fmla="*/ 765 h 1051"/>
                  <a:gd name="T58" fmla="*/ 412 w 643"/>
                  <a:gd name="T59" fmla="*/ 837 h 1051"/>
                  <a:gd name="T60" fmla="*/ 447 w 643"/>
                  <a:gd name="T61" fmla="*/ 801 h 1051"/>
                  <a:gd name="T62" fmla="*/ 456 w 643"/>
                  <a:gd name="T63" fmla="*/ 851 h 1051"/>
                  <a:gd name="T64" fmla="*/ 543 w 643"/>
                  <a:gd name="T65" fmla="*/ 837 h 1051"/>
                  <a:gd name="T66" fmla="*/ 449 w 643"/>
                  <a:gd name="T67" fmla="*/ 511 h 1051"/>
                  <a:gd name="T68" fmla="*/ 440 w 643"/>
                  <a:gd name="T69" fmla="*/ 478 h 1051"/>
                  <a:gd name="T70" fmla="*/ 454 w 643"/>
                  <a:gd name="T71" fmla="*/ 453 h 1051"/>
                  <a:gd name="T72" fmla="*/ 425 w 643"/>
                  <a:gd name="T73" fmla="*/ 397 h 1051"/>
                  <a:gd name="T74" fmla="*/ 321 w 643"/>
                  <a:gd name="T75" fmla="*/ 89 h 1051"/>
                  <a:gd name="T76" fmla="*/ 291 w 643"/>
                  <a:gd name="T77" fmla="*/ 265 h 1051"/>
                  <a:gd name="T78" fmla="*/ 250 w 643"/>
                  <a:gd name="T79" fmla="*/ 255 h 1051"/>
                  <a:gd name="T80" fmla="*/ 269 w 643"/>
                  <a:gd name="T81" fmla="*/ 319 h 1051"/>
                  <a:gd name="T82" fmla="*/ 309 w 643"/>
                  <a:gd name="T83" fmla="*/ 323 h 1051"/>
                  <a:gd name="T84" fmla="*/ 270 w 643"/>
                  <a:gd name="T85" fmla="*/ 344 h 1051"/>
                  <a:gd name="T86" fmla="*/ 248 w 643"/>
                  <a:gd name="T87" fmla="*/ 231 h 1051"/>
                  <a:gd name="T88" fmla="*/ 202 w 643"/>
                  <a:gd name="T89" fmla="*/ 104 h 1051"/>
                  <a:gd name="T90" fmla="*/ 244 w 643"/>
                  <a:gd name="T91" fmla="*/ 100 h 1051"/>
                  <a:gd name="T92" fmla="*/ 227 w 643"/>
                  <a:gd name="T93" fmla="*/ 136 h 1051"/>
                  <a:gd name="T94" fmla="*/ 208 w 643"/>
                  <a:gd name="T95" fmla="*/ 127 h 1051"/>
                  <a:gd name="T96" fmla="*/ 264 w 643"/>
                  <a:gd name="T97" fmla="*/ 168 h 1051"/>
                  <a:gd name="T98" fmla="*/ 189 w 643"/>
                  <a:gd name="T99" fmla="*/ 219 h 1051"/>
                  <a:gd name="T100" fmla="*/ 202 w 643"/>
                  <a:gd name="T101" fmla="*/ 181 h 1051"/>
                  <a:gd name="T102" fmla="*/ 223 w 643"/>
                  <a:gd name="T103" fmla="*/ 178 h 1051"/>
                  <a:gd name="T104" fmla="*/ 202 w 643"/>
                  <a:gd name="T105" fmla="*/ 104 h 1051"/>
                  <a:gd name="T106" fmla="*/ 82 w 643"/>
                  <a:gd name="T107" fmla="*/ 150 h 1051"/>
                  <a:gd name="T108" fmla="*/ 175 w 643"/>
                  <a:gd name="T109" fmla="*/ 476 h 1051"/>
                  <a:gd name="T110" fmla="*/ 185 w 643"/>
                  <a:gd name="T111" fmla="*/ 509 h 1051"/>
                  <a:gd name="T112" fmla="*/ 181 w 643"/>
                  <a:gd name="T113" fmla="*/ 546 h 1051"/>
                  <a:gd name="T114" fmla="*/ 215 w 643"/>
                  <a:gd name="T115" fmla="*/ 585 h 1051"/>
                  <a:gd name="T116" fmla="*/ 289 w 643"/>
                  <a:gd name="T117" fmla="*/ 901 h 1051"/>
                  <a:gd name="T118" fmla="*/ 205 w 643"/>
                  <a:gd name="T119" fmla="*/ 580 h 10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43" h="1051">
                    <a:moveTo>
                      <a:pt x="628" y="891"/>
                    </a:moveTo>
                    <a:cubicBezTo>
                      <a:pt x="442" y="945"/>
                      <a:pt x="442" y="945"/>
                      <a:pt x="442" y="945"/>
                    </a:cubicBezTo>
                    <a:cubicBezTo>
                      <a:pt x="254" y="998"/>
                      <a:pt x="254" y="998"/>
                      <a:pt x="254" y="998"/>
                    </a:cubicBezTo>
                    <a:cubicBezTo>
                      <a:pt x="247" y="973"/>
                      <a:pt x="247" y="973"/>
                      <a:pt x="247" y="973"/>
                    </a:cubicBezTo>
                    <a:cubicBezTo>
                      <a:pt x="435" y="919"/>
                      <a:pt x="435" y="919"/>
                      <a:pt x="435" y="919"/>
                    </a:cubicBezTo>
                    <a:cubicBezTo>
                      <a:pt x="621" y="866"/>
                      <a:pt x="621" y="866"/>
                      <a:pt x="621" y="866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187" y="54"/>
                      <a:pt x="187" y="54"/>
                      <a:pt x="187" y="54"/>
                    </a:cubicBezTo>
                    <a:cubicBezTo>
                      <a:pt x="0" y="107"/>
                      <a:pt x="0" y="107"/>
                      <a:pt x="0" y="107"/>
                    </a:cubicBezTo>
                    <a:cubicBezTo>
                      <a:pt x="269" y="1051"/>
                      <a:pt x="269" y="1051"/>
                      <a:pt x="269" y="1051"/>
                    </a:cubicBezTo>
                    <a:cubicBezTo>
                      <a:pt x="457" y="998"/>
                      <a:pt x="457" y="998"/>
                      <a:pt x="457" y="998"/>
                    </a:cubicBezTo>
                    <a:cubicBezTo>
                      <a:pt x="643" y="945"/>
                      <a:pt x="643" y="945"/>
                      <a:pt x="643" y="945"/>
                    </a:cubicBezTo>
                    <a:lnTo>
                      <a:pt x="628" y="891"/>
                    </a:lnTo>
                    <a:close/>
                    <a:moveTo>
                      <a:pt x="314" y="695"/>
                    </a:moveTo>
                    <a:cubicBezTo>
                      <a:pt x="303" y="658"/>
                      <a:pt x="316" y="633"/>
                      <a:pt x="350" y="623"/>
                    </a:cubicBezTo>
                    <a:cubicBezTo>
                      <a:pt x="350" y="623"/>
                      <a:pt x="351" y="623"/>
                      <a:pt x="351" y="623"/>
                    </a:cubicBezTo>
                    <a:cubicBezTo>
                      <a:pt x="384" y="613"/>
                      <a:pt x="405" y="626"/>
                      <a:pt x="415" y="661"/>
                    </a:cubicBezTo>
                    <a:cubicBezTo>
                      <a:pt x="425" y="696"/>
                      <a:pt x="413" y="722"/>
                      <a:pt x="381" y="733"/>
                    </a:cubicBezTo>
                    <a:cubicBezTo>
                      <a:pt x="380" y="733"/>
                      <a:pt x="379" y="733"/>
                      <a:pt x="378" y="734"/>
                    </a:cubicBezTo>
                    <a:cubicBezTo>
                      <a:pt x="346" y="743"/>
                      <a:pt x="324" y="729"/>
                      <a:pt x="314" y="695"/>
                    </a:cubicBezTo>
                    <a:close/>
                    <a:moveTo>
                      <a:pt x="252" y="458"/>
                    </a:moveTo>
                    <a:cubicBezTo>
                      <a:pt x="236" y="401"/>
                      <a:pt x="236" y="401"/>
                      <a:pt x="236" y="401"/>
                    </a:cubicBezTo>
                    <a:cubicBezTo>
                      <a:pt x="234" y="395"/>
                      <a:pt x="232" y="393"/>
                      <a:pt x="228" y="395"/>
                    </a:cubicBezTo>
                    <a:cubicBezTo>
                      <a:pt x="226" y="395"/>
                      <a:pt x="224" y="396"/>
                      <a:pt x="224" y="396"/>
                    </a:cubicBezTo>
                    <a:cubicBezTo>
                      <a:pt x="221" y="394"/>
                      <a:pt x="221" y="394"/>
                      <a:pt x="221" y="394"/>
                    </a:cubicBezTo>
                    <a:cubicBezTo>
                      <a:pt x="219" y="382"/>
                      <a:pt x="219" y="382"/>
                      <a:pt x="219" y="382"/>
                    </a:cubicBezTo>
                    <a:cubicBezTo>
                      <a:pt x="241" y="376"/>
                      <a:pt x="241" y="376"/>
                      <a:pt x="241" y="376"/>
                    </a:cubicBezTo>
                    <a:cubicBezTo>
                      <a:pt x="250" y="373"/>
                      <a:pt x="273" y="366"/>
                      <a:pt x="273" y="366"/>
                    </a:cubicBezTo>
                    <a:cubicBezTo>
                      <a:pt x="276" y="381"/>
                      <a:pt x="276" y="381"/>
                      <a:pt x="276" y="381"/>
                    </a:cubicBezTo>
                    <a:cubicBezTo>
                      <a:pt x="269" y="384"/>
                      <a:pt x="268" y="386"/>
                      <a:pt x="270" y="392"/>
                    </a:cubicBezTo>
                    <a:cubicBezTo>
                      <a:pt x="274" y="412"/>
                      <a:pt x="274" y="412"/>
                      <a:pt x="274" y="412"/>
                    </a:cubicBezTo>
                    <a:cubicBezTo>
                      <a:pt x="288" y="408"/>
                      <a:pt x="288" y="408"/>
                      <a:pt x="288" y="408"/>
                    </a:cubicBezTo>
                    <a:cubicBezTo>
                      <a:pt x="289" y="408"/>
                      <a:pt x="289" y="408"/>
                      <a:pt x="289" y="408"/>
                    </a:cubicBezTo>
                    <a:cubicBezTo>
                      <a:pt x="296" y="406"/>
                      <a:pt x="299" y="405"/>
                      <a:pt x="302" y="404"/>
                    </a:cubicBezTo>
                    <a:cubicBezTo>
                      <a:pt x="296" y="385"/>
                      <a:pt x="296" y="385"/>
                      <a:pt x="296" y="385"/>
                    </a:cubicBezTo>
                    <a:cubicBezTo>
                      <a:pt x="295" y="378"/>
                      <a:pt x="293" y="377"/>
                      <a:pt x="288" y="378"/>
                    </a:cubicBezTo>
                    <a:cubicBezTo>
                      <a:pt x="284" y="379"/>
                      <a:pt x="284" y="379"/>
                      <a:pt x="284" y="379"/>
                    </a:cubicBezTo>
                    <a:cubicBezTo>
                      <a:pt x="282" y="378"/>
                      <a:pt x="282" y="378"/>
                      <a:pt x="282" y="378"/>
                    </a:cubicBezTo>
                    <a:cubicBezTo>
                      <a:pt x="280" y="365"/>
                      <a:pt x="280" y="365"/>
                      <a:pt x="280" y="365"/>
                    </a:cubicBezTo>
                    <a:cubicBezTo>
                      <a:pt x="306" y="358"/>
                      <a:pt x="306" y="358"/>
                      <a:pt x="306" y="358"/>
                    </a:cubicBezTo>
                    <a:cubicBezTo>
                      <a:pt x="313" y="356"/>
                      <a:pt x="335" y="349"/>
                      <a:pt x="335" y="349"/>
                    </a:cubicBezTo>
                    <a:cubicBezTo>
                      <a:pt x="338" y="363"/>
                      <a:pt x="338" y="363"/>
                      <a:pt x="338" y="363"/>
                    </a:cubicBezTo>
                    <a:cubicBezTo>
                      <a:pt x="330" y="367"/>
                      <a:pt x="329" y="369"/>
                      <a:pt x="331" y="375"/>
                    </a:cubicBezTo>
                    <a:cubicBezTo>
                      <a:pt x="333" y="388"/>
                      <a:pt x="340" y="412"/>
                      <a:pt x="346" y="434"/>
                    </a:cubicBezTo>
                    <a:cubicBezTo>
                      <a:pt x="348" y="442"/>
                      <a:pt x="350" y="444"/>
                      <a:pt x="355" y="443"/>
                    </a:cubicBezTo>
                    <a:cubicBezTo>
                      <a:pt x="357" y="442"/>
                      <a:pt x="360" y="441"/>
                      <a:pt x="360" y="441"/>
                    </a:cubicBezTo>
                    <a:cubicBezTo>
                      <a:pt x="361" y="443"/>
                      <a:pt x="361" y="443"/>
                      <a:pt x="361" y="443"/>
                    </a:cubicBezTo>
                    <a:cubicBezTo>
                      <a:pt x="364" y="457"/>
                      <a:pt x="364" y="457"/>
                      <a:pt x="364" y="457"/>
                    </a:cubicBezTo>
                    <a:cubicBezTo>
                      <a:pt x="364" y="457"/>
                      <a:pt x="349" y="461"/>
                      <a:pt x="336" y="464"/>
                    </a:cubicBezTo>
                    <a:cubicBezTo>
                      <a:pt x="328" y="466"/>
                      <a:pt x="308" y="472"/>
                      <a:pt x="308" y="472"/>
                    </a:cubicBezTo>
                    <a:cubicBezTo>
                      <a:pt x="306" y="458"/>
                      <a:pt x="306" y="458"/>
                      <a:pt x="306" y="458"/>
                    </a:cubicBezTo>
                    <a:cubicBezTo>
                      <a:pt x="314" y="455"/>
                      <a:pt x="316" y="451"/>
                      <a:pt x="313" y="442"/>
                    </a:cubicBezTo>
                    <a:cubicBezTo>
                      <a:pt x="308" y="426"/>
                      <a:pt x="308" y="426"/>
                      <a:pt x="308" y="426"/>
                    </a:cubicBezTo>
                    <a:cubicBezTo>
                      <a:pt x="308" y="426"/>
                      <a:pt x="302" y="427"/>
                      <a:pt x="299" y="428"/>
                    </a:cubicBezTo>
                    <a:cubicBezTo>
                      <a:pt x="298" y="429"/>
                      <a:pt x="296" y="429"/>
                      <a:pt x="295" y="429"/>
                    </a:cubicBezTo>
                    <a:cubicBezTo>
                      <a:pt x="289" y="432"/>
                      <a:pt x="280" y="435"/>
                      <a:pt x="280" y="435"/>
                    </a:cubicBezTo>
                    <a:cubicBezTo>
                      <a:pt x="285" y="452"/>
                      <a:pt x="285" y="452"/>
                      <a:pt x="285" y="452"/>
                    </a:cubicBezTo>
                    <a:cubicBezTo>
                      <a:pt x="288" y="461"/>
                      <a:pt x="289" y="463"/>
                      <a:pt x="293" y="461"/>
                    </a:cubicBezTo>
                    <a:cubicBezTo>
                      <a:pt x="296" y="461"/>
                      <a:pt x="298" y="460"/>
                      <a:pt x="298" y="460"/>
                    </a:cubicBezTo>
                    <a:cubicBezTo>
                      <a:pt x="299" y="461"/>
                      <a:pt x="299" y="461"/>
                      <a:pt x="299" y="461"/>
                    </a:cubicBezTo>
                    <a:cubicBezTo>
                      <a:pt x="302" y="475"/>
                      <a:pt x="302" y="475"/>
                      <a:pt x="302" y="475"/>
                    </a:cubicBezTo>
                    <a:cubicBezTo>
                      <a:pt x="302" y="475"/>
                      <a:pt x="282" y="480"/>
                      <a:pt x="275" y="482"/>
                    </a:cubicBezTo>
                    <a:cubicBezTo>
                      <a:pt x="265" y="485"/>
                      <a:pt x="248" y="490"/>
                      <a:pt x="248" y="490"/>
                    </a:cubicBezTo>
                    <a:cubicBezTo>
                      <a:pt x="246" y="476"/>
                      <a:pt x="246" y="476"/>
                      <a:pt x="246" y="476"/>
                    </a:cubicBezTo>
                    <a:cubicBezTo>
                      <a:pt x="253" y="470"/>
                      <a:pt x="254" y="467"/>
                      <a:pt x="252" y="458"/>
                    </a:cubicBezTo>
                    <a:close/>
                    <a:moveTo>
                      <a:pt x="313" y="493"/>
                    </a:moveTo>
                    <a:cubicBezTo>
                      <a:pt x="313" y="493"/>
                      <a:pt x="314" y="493"/>
                      <a:pt x="314" y="493"/>
                    </a:cubicBezTo>
                    <a:cubicBezTo>
                      <a:pt x="347" y="484"/>
                      <a:pt x="368" y="497"/>
                      <a:pt x="378" y="531"/>
                    </a:cubicBezTo>
                    <a:cubicBezTo>
                      <a:pt x="388" y="567"/>
                      <a:pt x="376" y="592"/>
                      <a:pt x="344" y="603"/>
                    </a:cubicBezTo>
                    <a:cubicBezTo>
                      <a:pt x="343" y="603"/>
                      <a:pt x="342" y="604"/>
                      <a:pt x="341" y="604"/>
                    </a:cubicBezTo>
                    <a:cubicBezTo>
                      <a:pt x="309" y="613"/>
                      <a:pt x="287" y="599"/>
                      <a:pt x="277" y="565"/>
                    </a:cubicBezTo>
                    <a:cubicBezTo>
                      <a:pt x="267" y="529"/>
                      <a:pt x="279" y="503"/>
                      <a:pt x="313" y="493"/>
                    </a:cubicBezTo>
                    <a:close/>
                    <a:moveTo>
                      <a:pt x="456" y="851"/>
                    </a:moveTo>
                    <a:cubicBezTo>
                      <a:pt x="456" y="851"/>
                      <a:pt x="438" y="855"/>
                      <a:pt x="418" y="861"/>
                    </a:cubicBezTo>
                    <a:cubicBezTo>
                      <a:pt x="408" y="863"/>
                      <a:pt x="408" y="863"/>
                      <a:pt x="408" y="863"/>
                    </a:cubicBezTo>
                    <a:cubicBezTo>
                      <a:pt x="391" y="868"/>
                      <a:pt x="374" y="875"/>
                      <a:pt x="374" y="875"/>
                    </a:cubicBezTo>
                    <a:cubicBezTo>
                      <a:pt x="371" y="859"/>
                      <a:pt x="371" y="859"/>
                      <a:pt x="371" y="859"/>
                    </a:cubicBezTo>
                    <a:cubicBezTo>
                      <a:pt x="379" y="856"/>
                      <a:pt x="380" y="852"/>
                      <a:pt x="378" y="842"/>
                    </a:cubicBezTo>
                    <a:cubicBezTo>
                      <a:pt x="362" y="787"/>
                      <a:pt x="362" y="787"/>
                      <a:pt x="362" y="787"/>
                    </a:cubicBezTo>
                    <a:cubicBezTo>
                      <a:pt x="360" y="780"/>
                      <a:pt x="358" y="779"/>
                      <a:pt x="354" y="780"/>
                    </a:cubicBezTo>
                    <a:cubicBezTo>
                      <a:pt x="352" y="781"/>
                      <a:pt x="350" y="782"/>
                      <a:pt x="350" y="782"/>
                    </a:cubicBezTo>
                    <a:cubicBezTo>
                      <a:pt x="348" y="780"/>
                      <a:pt x="348" y="780"/>
                      <a:pt x="348" y="780"/>
                    </a:cubicBezTo>
                    <a:cubicBezTo>
                      <a:pt x="346" y="767"/>
                      <a:pt x="346" y="767"/>
                      <a:pt x="346" y="767"/>
                    </a:cubicBezTo>
                    <a:cubicBezTo>
                      <a:pt x="372" y="760"/>
                      <a:pt x="372" y="760"/>
                      <a:pt x="372" y="760"/>
                    </a:cubicBezTo>
                    <a:cubicBezTo>
                      <a:pt x="375" y="759"/>
                      <a:pt x="382" y="757"/>
                      <a:pt x="388" y="755"/>
                    </a:cubicBezTo>
                    <a:cubicBezTo>
                      <a:pt x="397" y="752"/>
                      <a:pt x="406" y="749"/>
                      <a:pt x="406" y="749"/>
                    </a:cubicBezTo>
                    <a:cubicBezTo>
                      <a:pt x="408" y="765"/>
                      <a:pt x="408" y="765"/>
                      <a:pt x="408" y="765"/>
                    </a:cubicBezTo>
                    <a:cubicBezTo>
                      <a:pt x="397" y="770"/>
                      <a:pt x="395" y="772"/>
                      <a:pt x="396" y="778"/>
                    </a:cubicBezTo>
                    <a:cubicBezTo>
                      <a:pt x="399" y="789"/>
                      <a:pt x="401" y="800"/>
                      <a:pt x="405" y="815"/>
                    </a:cubicBezTo>
                    <a:cubicBezTo>
                      <a:pt x="412" y="837"/>
                      <a:pt x="412" y="837"/>
                      <a:pt x="412" y="837"/>
                    </a:cubicBezTo>
                    <a:cubicBezTo>
                      <a:pt x="413" y="840"/>
                      <a:pt x="415" y="841"/>
                      <a:pt x="419" y="840"/>
                    </a:cubicBezTo>
                    <a:cubicBezTo>
                      <a:pt x="430" y="837"/>
                      <a:pt x="432" y="831"/>
                      <a:pt x="427" y="809"/>
                    </a:cubicBezTo>
                    <a:cubicBezTo>
                      <a:pt x="447" y="801"/>
                      <a:pt x="447" y="801"/>
                      <a:pt x="447" y="801"/>
                    </a:cubicBezTo>
                    <a:cubicBezTo>
                      <a:pt x="450" y="803"/>
                      <a:pt x="450" y="803"/>
                      <a:pt x="450" y="803"/>
                    </a:cubicBezTo>
                    <a:cubicBezTo>
                      <a:pt x="450" y="803"/>
                      <a:pt x="453" y="825"/>
                      <a:pt x="459" y="848"/>
                    </a:cubicBezTo>
                    <a:lnTo>
                      <a:pt x="456" y="851"/>
                    </a:lnTo>
                    <a:close/>
                    <a:moveTo>
                      <a:pt x="459" y="516"/>
                    </a:moveTo>
                    <a:cubicBezTo>
                      <a:pt x="548" y="828"/>
                      <a:pt x="548" y="828"/>
                      <a:pt x="548" y="828"/>
                    </a:cubicBezTo>
                    <a:cubicBezTo>
                      <a:pt x="549" y="832"/>
                      <a:pt x="546" y="836"/>
                      <a:pt x="543" y="837"/>
                    </a:cubicBezTo>
                    <a:cubicBezTo>
                      <a:pt x="539" y="838"/>
                      <a:pt x="534" y="836"/>
                      <a:pt x="533" y="832"/>
                    </a:cubicBezTo>
                    <a:cubicBezTo>
                      <a:pt x="444" y="520"/>
                      <a:pt x="444" y="520"/>
                      <a:pt x="444" y="520"/>
                    </a:cubicBezTo>
                    <a:cubicBezTo>
                      <a:pt x="443" y="516"/>
                      <a:pt x="445" y="512"/>
                      <a:pt x="449" y="511"/>
                    </a:cubicBezTo>
                    <a:cubicBezTo>
                      <a:pt x="453" y="510"/>
                      <a:pt x="457" y="512"/>
                      <a:pt x="459" y="516"/>
                    </a:cubicBezTo>
                    <a:close/>
                    <a:moveTo>
                      <a:pt x="454" y="453"/>
                    </a:moveTo>
                    <a:cubicBezTo>
                      <a:pt x="457" y="464"/>
                      <a:pt x="451" y="475"/>
                      <a:pt x="440" y="478"/>
                    </a:cubicBezTo>
                    <a:cubicBezTo>
                      <a:pt x="429" y="481"/>
                      <a:pt x="418" y="475"/>
                      <a:pt x="415" y="464"/>
                    </a:cubicBezTo>
                    <a:cubicBezTo>
                      <a:pt x="412" y="453"/>
                      <a:pt x="418" y="442"/>
                      <a:pt x="429" y="439"/>
                    </a:cubicBezTo>
                    <a:cubicBezTo>
                      <a:pt x="439" y="436"/>
                      <a:pt x="450" y="442"/>
                      <a:pt x="454" y="453"/>
                    </a:cubicBezTo>
                    <a:close/>
                    <a:moveTo>
                      <a:pt x="326" y="80"/>
                    </a:moveTo>
                    <a:cubicBezTo>
                      <a:pt x="330" y="79"/>
                      <a:pt x="334" y="81"/>
                      <a:pt x="336" y="85"/>
                    </a:cubicBezTo>
                    <a:cubicBezTo>
                      <a:pt x="425" y="397"/>
                      <a:pt x="425" y="397"/>
                      <a:pt x="425" y="397"/>
                    </a:cubicBezTo>
                    <a:cubicBezTo>
                      <a:pt x="426" y="401"/>
                      <a:pt x="424" y="405"/>
                      <a:pt x="420" y="406"/>
                    </a:cubicBezTo>
                    <a:cubicBezTo>
                      <a:pt x="416" y="408"/>
                      <a:pt x="412" y="405"/>
                      <a:pt x="410" y="401"/>
                    </a:cubicBezTo>
                    <a:cubicBezTo>
                      <a:pt x="321" y="89"/>
                      <a:pt x="321" y="89"/>
                      <a:pt x="321" y="89"/>
                    </a:cubicBezTo>
                    <a:cubicBezTo>
                      <a:pt x="320" y="85"/>
                      <a:pt x="322" y="81"/>
                      <a:pt x="326" y="80"/>
                    </a:cubicBezTo>
                    <a:close/>
                    <a:moveTo>
                      <a:pt x="286" y="228"/>
                    </a:moveTo>
                    <a:cubicBezTo>
                      <a:pt x="286" y="228"/>
                      <a:pt x="287" y="244"/>
                      <a:pt x="291" y="265"/>
                    </a:cubicBezTo>
                    <a:cubicBezTo>
                      <a:pt x="267" y="273"/>
                      <a:pt x="267" y="273"/>
                      <a:pt x="267" y="273"/>
                    </a:cubicBezTo>
                    <a:cubicBezTo>
                      <a:pt x="267" y="273"/>
                      <a:pt x="266" y="269"/>
                      <a:pt x="264" y="264"/>
                    </a:cubicBezTo>
                    <a:cubicBezTo>
                      <a:pt x="262" y="255"/>
                      <a:pt x="258" y="252"/>
                      <a:pt x="250" y="255"/>
                    </a:cubicBezTo>
                    <a:cubicBezTo>
                      <a:pt x="248" y="255"/>
                      <a:pt x="247" y="256"/>
                      <a:pt x="245" y="257"/>
                    </a:cubicBezTo>
                    <a:cubicBezTo>
                      <a:pt x="263" y="319"/>
                      <a:pt x="263" y="319"/>
                      <a:pt x="263" y="319"/>
                    </a:cubicBezTo>
                    <a:cubicBezTo>
                      <a:pt x="265" y="319"/>
                      <a:pt x="267" y="319"/>
                      <a:pt x="269" y="319"/>
                    </a:cubicBezTo>
                    <a:cubicBezTo>
                      <a:pt x="277" y="316"/>
                      <a:pt x="279" y="310"/>
                      <a:pt x="276" y="296"/>
                    </a:cubicBezTo>
                    <a:cubicBezTo>
                      <a:pt x="301" y="287"/>
                      <a:pt x="301" y="287"/>
                      <a:pt x="301" y="287"/>
                    </a:cubicBezTo>
                    <a:cubicBezTo>
                      <a:pt x="301" y="287"/>
                      <a:pt x="305" y="307"/>
                      <a:pt x="309" y="323"/>
                    </a:cubicBezTo>
                    <a:cubicBezTo>
                      <a:pt x="308" y="326"/>
                      <a:pt x="308" y="326"/>
                      <a:pt x="308" y="326"/>
                    </a:cubicBezTo>
                    <a:cubicBezTo>
                      <a:pt x="308" y="326"/>
                      <a:pt x="292" y="338"/>
                      <a:pt x="270" y="344"/>
                    </a:cubicBezTo>
                    <a:cubicBezTo>
                      <a:pt x="270" y="344"/>
                      <a:pt x="270" y="344"/>
                      <a:pt x="270" y="344"/>
                    </a:cubicBezTo>
                    <a:cubicBezTo>
                      <a:pt x="240" y="352"/>
                      <a:pt x="217" y="338"/>
                      <a:pt x="207" y="304"/>
                    </a:cubicBezTo>
                    <a:cubicBezTo>
                      <a:pt x="198" y="271"/>
                      <a:pt x="209" y="246"/>
                      <a:pt x="239" y="234"/>
                    </a:cubicBezTo>
                    <a:cubicBezTo>
                      <a:pt x="242" y="233"/>
                      <a:pt x="245" y="232"/>
                      <a:pt x="248" y="231"/>
                    </a:cubicBezTo>
                    <a:cubicBezTo>
                      <a:pt x="262" y="227"/>
                      <a:pt x="284" y="225"/>
                      <a:pt x="284" y="225"/>
                    </a:cubicBezTo>
                    <a:lnTo>
                      <a:pt x="286" y="228"/>
                    </a:lnTo>
                    <a:close/>
                    <a:moveTo>
                      <a:pt x="202" y="104"/>
                    </a:moveTo>
                    <a:cubicBezTo>
                      <a:pt x="204" y="103"/>
                      <a:pt x="207" y="102"/>
                      <a:pt x="209" y="102"/>
                    </a:cubicBezTo>
                    <a:cubicBezTo>
                      <a:pt x="227" y="97"/>
                      <a:pt x="241" y="97"/>
                      <a:pt x="241" y="97"/>
                    </a:cubicBezTo>
                    <a:cubicBezTo>
                      <a:pt x="244" y="100"/>
                      <a:pt x="244" y="100"/>
                      <a:pt x="244" y="100"/>
                    </a:cubicBezTo>
                    <a:cubicBezTo>
                      <a:pt x="244" y="100"/>
                      <a:pt x="245" y="115"/>
                      <a:pt x="248" y="130"/>
                    </a:cubicBezTo>
                    <a:cubicBezTo>
                      <a:pt x="230" y="137"/>
                      <a:pt x="230" y="137"/>
                      <a:pt x="230" y="137"/>
                    </a:cubicBezTo>
                    <a:cubicBezTo>
                      <a:pt x="227" y="136"/>
                      <a:pt x="227" y="136"/>
                      <a:pt x="227" y="136"/>
                    </a:cubicBezTo>
                    <a:cubicBezTo>
                      <a:pt x="226" y="134"/>
                      <a:pt x="226" y="134"/>
                      <a:pt x="226" y="134"/>
                    </a:cubicBezTo>
                    <a:cubicBezTo>
                      <a:pt x="224" y="126"/>
                      <a:pt x="219" y="124"/>
                      <a:pt x="211" y="126"/>
                    </a:cubicBezTo>
                    <a:cubicBezTo>
                      <a:pt x="210" y="126"/>
                      <a:pt x="209" y="126"/>
                      <a:pt x="208" y="127"/>
                    </a:cubicBezTo>
                    <a:cubicBezTo>
                      <a:pt x="212" y="142"/>
                      <a:pt x="212" y="142"/>
                      <a:pt x="212" y="142"/>
                    </a:cubicBezTo>
                    <a:cubicBezTo>
                      <a:pt x="217" y="143"/>
                      <a:pt x="222" y="144"/>
                      <a:pt x="228" y="145"/>
                    </a:cubicBezTo>
                    <a:cubicBezTo>
                      <a:pt x="243" y="146"/>
                      <a:pt x="259" y="150"/>
                      <a:pt x="264" y="168"/>
                    </a:cubicBezTo>
                    <a:cubicBezTo>
                      <a:pt x="270" y="187"/>
                      <a:pt x="258" y="203"/>
                      <a:pt x="233" y="213"/>
                    </a:cubicBezTo>
                    <a:cubicBezTo>
                      <a:pt x="230" y="214"/>
                      <a:pt x="227" y="216"/>
                      <a:pt x="223" y="217"/>
                    </a:cubicBezTo>
                    <a:cubicBezTo>
                      <a:pt x="204" y="222"/>
                      <a:pt x="189" y="219"/>
                      <a:pt x="189" y="219"/>
                    </a:cubicBezTo>
                    <a:cubicBezTo>
                      <a:pt x="186" y="216"/>
                      <a:pt x="186" y="216"/>
                      <a:pt x="186" y="216"/>
                    </a:cubicBezTo>
                    <a:cubicBezTo>
                      <a:pt x="186" y="216"/>
                      <a:pt x="184" y="199"/>
                      <a:pt x="182" y="188"/>
                    </a:cubicBezTo>
                    <a:cubicBezTo>
                      <a:pt x="202" y="181"/>
                      <a:pt x="202" y="181"/>
                      <a:pt x="202" y="181"/>
                    </a:cubicBezTo>
                    <a:cubicBezTo>
                      <a:pt x="206" y="192"/>
                      <a:pt x="212" y="196"/>
                      <a:pt x="221" y="193"/>
                    </a:cubicBezTo>
                    <a:cubicBezTo>
                      <a:pt x="224" y="193"/>
                      <a:pt x="225" y="192"/>
                      <a:pt x="227" y="191"/>
                    </a:cubicBezTo>
                    <a:cubicBezTo>
                      <a:pt x="223" y="178"/>
                      <a:pt x="223" y="178"/>
                      <a:pt x="223" y="178"/>
                    </a:cubicBezTo>
                    <a:cubicBezTo>
                      <a:pt x="218" y="176"/>
                      <a:pt x="210" y="176"/>
                      <a:pt x="202" y="174"/>
                    </a:cubicBezTo>
                    <a:cubicBezTo>
                      <a:pt x="188" y="172"/>
                      <a:pt x="173" y="168"/>
                      <a:pt x="169" y="151"/>
                    </a:cubicBezTo>
                    <a:cubicBezTo>
                      <a:pt x="163" y="132"/>
                      <a:pt x="176" y="113"/>
                      <a:pt x="202" y="104"/>
                    </a:cubicBezTo>
                    <a:close/>
                    <a:moveTo>
                      <a:pt x="166" y="471"/>
                    </a:moveTo>
                    <a:cubicBezTo>
                      <a:pt x="77" y="159"/>
                      <a:pt x="77" y="159"/>
                      <a:pt x="77" y="159"/>
                    </a:cubicBezTo>
                    <a:cubicBezTo>
                      <a:pt x="76" y="155"/>
                      <a:pt x="78" y="151"/>
                      <a:pt x="82" y="150"/>
                    </a:cubicBezTo>
                    <a:cubicBezTo>
                      <a:pt x="86" y="148"/>
                      <a:pt x="90" y="151"/>
                      <a:pt x="91" y="155"/>
                    </a:cubicBezTo>
                    <a:cubicBezTo>
                      <a:pt x="180" y="467"/>
                      <a:pt x="180" y="467"/>
                      <a:pt x="180" y="467"/>
                    </a:cubicBezTo>
                    <a:cubicBezTo>
                      <a:pt x="182" y="471"/>
                      <a:pt x="179" y="475"/>
                      <a:pt x="175" y="476"/>
                    </a:cubicBezTo>
                    <a:cubicBezTo>
                      <a:pt x="172" y="477"/>
                      <a:pt x="167" y="475"/>
                      <a:pt x="166" y="471"/>
                    </a:cubicBezTo>
                    <a:close/>
                    <a:moveTo>
                      <a:pt x="171" y="533"/>
                    </a:moveTo>
                    <a:cubicBezTo>
                      <a:pt x="168" y="523"/>
                      <a:pt x="174" y="512"/>
                      <a:pt x="185" y="509"/>
                    </a:cubicBezTo>
                    <a:cubicBezTo>
                      <a:pt x="196" y="506"/>
                      <a:pt x="207" y="512"/>
                      <a:pt x="210" y="522"/>
                    </a:cubicBezTo>
                    <a:cubicBezTo>
                      <a:pt x="213" y="533"/>
                      <a:pt x="207" y="544"/>
                      <a:pt x="196" y="547"/>
                    </a:cubicBezTo>
                    <a:cubicBezTo>
                      <a:pt x="191" y="549"/>
                      <a:pt x="185" y="548"/>
                      <a:pt x="181" y="546"/>
                    </a:cubicBezTo>
                    <a:cubicBezTo>
                      <a:pt x="176" y="543"/>
                      <a:pt x="173" y="539"/>
                      <a:pt x="171" y="533"/>
                    </a:cubicBezTo>
                    <a:close/>
                    <a:moveTo>
                      <a:pt x="205" y="580"/>
                    </a:moveTo>
                    <a:cubicBezTo>
                      <a:pt x="209" y="579"/>
                      <a:pt x="213" y="581"/>
                      <a:pt x="215" y="585"/>
                    </a:cubicBezTo>
                    <a:cubicBezTo>
                      <a:pt x="304" y="897"/>
                      <a:pt x="304" y="897"/>
                      <a:pt x="304" y="897"/>
                    </a:cubicBezTo>
                    <a:cubicBezTo>
                      <a:pt x="305" y="901"/>
                      <a:pt x="302" y="905"/>
                      <a:pt x="299" y="907"/>
                    </a:cubicBezTo>
                    <a:cubicBezTo>
                      <a:pt x="295" y="908"/>
                      <a:pt x="291" y="905"/>
                      <a:pt x="289" y="901"/>
                    </a:cubicBezTo>
                    <a:cubicBezTo>
                      <a:pt x="200" y="589"/>
                      <a:pt x="200" y="589"/>
                      <a:pt x="200" y="589"/>
                    </a:cubicBezTo>
                    <a:cubicBezTo>
                      <a:pt x="199" y="585"/>
                      <a:pt x="201" y="581"/>
                      <a:pt x="205" y="580"/>
                    </a:cubicBezTo>
                    <a:close/>
                    <a:moveTo>
                      <a:pt x="205" y="580"/>
                    </a:moveTo>
                    <a:cubicBezTo>
                      <a:pt x="205" y="580"/>
                      <a:pt x="205" y="580"/>
                      <a:pt x="205" y="580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2" name="Freeform 219"/>
              <p:cNvSpPr>
                <a:spLocks noEditPoints="1"/>
              </p:cNvSpPr>
              <p:nvPr userDrawn="1"/>
            </p:nvSpPr>
            <p:spPr bwMode="auto">
              <a:xfrm>
                <a:off x="1705" y="963"/>
                <a:ext cx="382" cy="132"/>
              </a:xfrm>
              <a:custGeom>
                <a:avLst/>
                <a:gdLst>
                  <a:gd name="T0" fmla="*/ 375 w 382"/>
                  <a:gd name="T1" fmla="*/ 0 h 132"/>
                  <a:gd name="T2" fmla="*/ 188 w 382"/>
                  <a:gd name="T3" fmla="*/ 53 h 132"/>
                  <a:gd name="T4" fmla="*/ 0 w 382"/>
                  <a:gd name="T5" fmla="*/ 107 h 132"/>
                  <a:gd name="T6" fmla="*/ 8 w 382"/>
                  <a:gd name="T7" fmla="*/ 132 h 132"/>
                  <a:gd name="T8" fmla="*/ 195 w 382"/>
                  <a:gd name="T9" fmla="*/ 79 h 132"/>
                  <a:gd name="T10" fmla="*/ 382 w 382"/>
                  <a:gd name="T11" fmla="*/ 25 h 132"/>
                  <a:gd name="T12" fmla="*/ 375 w 382"/>
                  <a:gd name="T13" fmla="*/ 0 h 132"/>
                  <a:gd name="T14" fmla="*/ 375 w 382"/>
                  <a:gd name="T15" fmla="*/ 0 h 132"/>
                  <a:gd name="T16" fmla="*/ 375 w 382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82" h="132">
                    <a:moveTo>
                      <a:pt x="375" y="0"/>
                    </a:moveTo>
                    <a:lnTo>
                      <a:pt x="188" y="53"/>
                    </a:lnTo>
                    <a:lnTo>
                      <a:pt x="0" y="107"/>
                    </a:lnTo>
                    <a:lnTo>
                      <a:pt x="8" y="132"/>
                    </a:lnTo>
                    <a:lnTo>
                      <a:pt x="195" y="79"/>
                    </a:lnTo>
                    <a:lnTo>
                      <a:pt x="382" y="25"/>
                    </a:lnTo>
                    <a:lnTo>
                      <a:pt x="375" y="0"/>
                    </a:lnTo>
                    <a:close/>
                    <a:moveTo>
                      <a:pt x="375" y="0"/>
                    </a:moveTo>
                    <a:lnTo>
                      <a:pt x="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3" name="Freeform 220"/>
              <p:cNvSpPr>
                <a:spLocks noEditPoints="1"/>
              </p:cNvSpPr>
              <p:nvPr userDrawn="1"/>
            </p:nvSpPr>
            <p:spPr bwMode="auto">
              <a:xfrm>
                <a:off x="1705" y="963"/>
                <a:ext cx="382" cy="132"/>
              </a:xfrm>
              <a:custGeom>
                <a:avLst/>
                <a:gdLst>
                  <a:gd name="T0" fmla="*/ 375 w 382"/>
                  <a:gd name="T1" fmla="*/ 0 h 132"/>
                  <a:gd name="T2" fmla="*/ 188 w 382"/>
                  <a:gd name="T3" fmla="*/ 53 h 132"/>
                  <a:gd name="T4" fmla="*/ 0 w 382"/>
                  <a:gd name="T5" fmla="*/ 107 h 132"/>
                  <a:gd name="T6" fmla="*/ 8 w 382"/>
                  <a:gd name="T7" fmla="*/ 132 h 132"/>
                  <a:gd name="T8" fmla="*/ 195 w 382"/>
                  <a:gd name="T9" fmla="*/ 79 h 132"/>
                  <a:gd name="T10" fmla="*/ 382 w 382"/>
                  <a:gd name="T11" fmla="*/ 25 h 132"/>
                  <a:gd name="T12" fmla="*/ 375 w 382"/>
                  <a:gd name="T13" fmla="*/ 0 h 132"/>
                  <a:gd name="T14" fmla="*/ 375 w 382"/>
                  <a:gd name="T15" fmla="*/ 0 h 132"/>
                  <a:gd name="T16" fmla="*/ 375 w 382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82" h="132">
                    <a:moveTo>
                      <a:pt x="375" y="0"/>
                    </a:moveTo>
                    <a:lnTo>
                      <a:pt x="188" y="53"/>
                    </a:lnTo>
                    <a:lnTo>
                      <a:pt x="0" y="107"/>
                    </a:lnTo>
                    <a:lnTo>
                      <a:pt x="8" y="132"/>
                    </a:lnTo>
                    <a:lnTo>
                      <a:pt x="195" y="79"/>
                    </a:lnTo>
                    <a:lnTo>
                      <a:pt x="382" y="25"/>
                    </a:lnTo>
                    <a:lnTo>
                      <a:pt x="375" y="0"/>
                    </a:lnTo>
                    <a:moveTo>
                      <a:pt x="375" y="0"/>
                    </a:moveTo>
                    <a:lnTo>
                      <a:pt x="37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3" name="Freeform 232"/>
            <p:cNvSpPr>
              <a:spLocks noEditPoints="1"/>
            </p:cNvSpPr>
            <p:nvPr/>
          </p:nvSpPr>
          <p:spPr bwMode="auto">
            <a:xfrm>
              <a:off x="2828926" y="2614955"/>
              <a:ext cx="168275" cy="522288"/>
            </a:xfrm>
            <a:custGeom>
              <a:avLst/>
              <a:gdLst>
                <a:gd name="T0" fmla="*/ 99 w 106"/>
                <a:gd name="T1" fmla="*/ 327 h 329"/>
                <a:gd name="T2" fmla="*/ 104 w 106"/>
                <a:gd name="T3" fmla="*/ 318 h 329"/>
                <a:gd name="T4" fmla="*/ 15 w 106"/>
                <a:gd name="T5" fmla="*/ 6 h 329"/>
                <a:gd name="T6" fmla="*/ 6 w 106"/>
                <a:gd name="T7" fmla="*/ 1 h 329"/>
                <a:gd name="T8" fmla="*/ 1 w 106"/>
                <a:gd name="T9" fmla="*/ 10 h 329"/>
                <a:gd name="T10" fmla="*/ 90 w 106"/>
                <a:gd name="T11" fmla="*/ 322 h 329"/>
                <a:gd name="T12" fmla="*/ 99 w 106"/>
                <a:gd name="T13" fmla="*/ 327 h 329"/>
                <a:gd name="T14" fmla="*/ 99 w 106"/>
                <a:gd name="T15" fmla="*/ 327 h 329"/>
                <a:gd name="T16" fmla="*/ 99 w 106"/>
                <a:gd name="T17" fmla="*/ 327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329">
                  <a:moveTo>
                    <a:pt x="99" y="327"/>
                  </a:moveTo>
                  <a:cubicBezTo>
                    <a:pt x="103" y="326"/>
                    <a:pt x="106" y="322"/>
                    <a:pt x="104" y="318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4" y="2"/>
                    <a:pt x="10" y="0"/>
                    <a:pt x="6" y="1"/>
                  </a:cubicBezTo>
                  <a:cubicBezTo>
                    <a:pt x="2" y="2"/>
                    <a:pt x="0" y="6"/>
                    <a:pt x="1" y="10"/>
                  </a:cubicBezTo>
                  <a:cubicBezTo>
                    <a:pt x="90" y="322"/>
                    <a:pt x="90" y="322"/>
                    <a:pt x="90" y="322"/>
                  </a:cubicBezTo>
                  <a:cubicBezTo>
                    <a:pt x="91" y="326"/>
                    <a:pt x="95" y="329"/>
                    <a:pt x="99" y="327"/>
                  </a:cubicBezTo>
                  <a:close/>
                  <a:moveTo>
                    <a:pt x="99" y="327"/>
                  </a:moveTo>
                  <a:cubicBezTo>
                    <a:pt x="99" y="327"/>
                    <a:pt x="99" y="327"/>
                    <a:pt x="99" y="327"/>
                  </a:cubicBezTo>
                </a:path>
              </a:pathLst>
            </a:custGeom>
            <a:solidFill>
              <a:srgbClr val="FD59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233"/>
            <p:cNvSpPr>
              <a:spLocks noEditPoints="1"/>
            </p:cNvSpPr>
            <p:nvPr/>
          </p:nvSpPr>
          <p:spPr bwMode="auto">
            <a:xfrm>
              <a:off x="3025247" y="3293161"/>
              <a:ext cx="166688" cy="520700"/>
            </a:xfrm>
            <a:custGeom>
              <a:avLst/>
              <a:gdLst>
                <a:gd name="T0" fmla="*/ 6 w 106"/>
                <a:gd name="T1" fmla="*/ 1 h 328"/>
                <a:gd name="T2" fmla="*/ 1 w 106"/>
                <a:gd name="T3" fmla="*/ 10 h 328"/>
                <a:gd name="T4" fmla="*/ 90 w 106"/>
                <a:gd name="T5" fmla="*/ 322 h 328"/>
                <a:gd name="T6" fmla="*/ 100 w 106"/>
                <a:gd name="T7" fmla="*/ 327 h 328"/>
                <a:gd name="T8" fmla="*/ 105 w 106"/>
                <a:gd name="T9" fmla="*/ 318 h 328"/>
                <a:gd name="T10" fmla="*/ 16 w 106"/>
                <a:gd name="T11" fmla="*/ 6 h 328"/>
                <a:gd name="T12" fmla="*/ 6 w 106"/>
                <a:gd name="T13" fmla="*/ 1 h 328"/>
                <a:gd name="T14" fmla="*/ 6 w 106"/>
                <a:gd name="T15" fmla="*/ 1 h 328"/>
                <a:gd name="T16" fmla="*/ 6 w 106"/>
                <a:gd name="T17" fmla="*/ 1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328">
                  <a:moveTo>
                    <a:pt x="6" y="1"/>
                  </a:moveTo>
                  <a:cubicBezTo>
                    <a:pt x="2" y="2"/>
                    <a:pt x="0" y="6"/>
                    <a:pt x="1" y="10"/>
                  </a:cubicBezTo>
                  <a:cubicBezTo>
                    <a:pt x="90" y="322"/>
                    <a:pt x="90" y="322"/>
                    <a:pt x="90" y="322"/>
                  </a:cubicBezTo>
                  <a:cubicBezTo>
                    <a:pt x="91" y="326"/>
                    <a:pt x="96" y="328"/>
                    <a:pt x="100" y="327"/>
                  </a:cubicBezTo>
                  <a:cubicBezTo>
                    <a:pt x="103" y="326"/>
                    <a:pt x="106" y="322"/>
                    <a:pt x="105" y="318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4" y="2"/>
                    <a:pt x="10" y="0"/>
                    <a:pt x="6" y="1"/>
                  </a:cubicBezTo>
                  <a:close/>
                  <a:moveTo>
                    <a:pt x="6" y="1"/>
                  </a:moveTo>
                  <a:cubicBezTo>
                    <a:pt x="6" y="1"/>
                    <a:pt x="6" y="1"/>
                    <a:pt x="6" y="1"/>
                  </a:cubicBezTo>
                </a:path>
              </a:pathLst>
            </a:custGeom>
            <a:solidFill>
              <a:srgbClr val="FD59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42504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idx="4294967295"/>
          </p:nvPr>
        </p:nvSpPr>
        <p:spPr>
          <a:xfrm>
            <a:off x="5266822" y="3007220"/>
            <a:ext cx="5419185" cy="471488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solidFill>
                  <a:schemeClr val="accent6"/>
                </a:solidFill>
              </a:rPr>
              <a:t>什么是活动图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5362601" y="1982374"/>
            <a:ext cx="89176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01</a:t>
            </a:r>
            <a:endParaRPr lang="zh-CN" altLang="en-US" spc="1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sp>
        <p:nvSpPr>
          <p:cNvPr id="208" name="Freeform 222"/>
          <p:cNvSpPr>
            <a:spLocks noEditPoints="1"/>
          </p:cNvSpPr>
          <p:nvPr/>
        </p:nvSpPr>
        <p:spPr bwMode="auto">
          <a:xfrm>
            <a:off x="3111501" y="2943225"/>
            <a:ext cx="603250" cy="209550"/>
          </a:xfrm>
          <a:custGeom>
            <a:avLst/>
            <a:gdLst>
              <a:gd name="T0" fmla="*/ 373 w 380"/>
              <a:gd name="T1" fmla="*/ 0 h 132"/>
              <a:gd name="T2" fmla="*/ 188 w 380"/>
              <a:gd name="T3" fmla="*/ 53 h 132"/>
              <a:gd name="T4" fmla="*/ 0 w 380"/>
              <a:gd name="T5" fmla="*/ 107 h 132"/>
              <a:gd name="T6" fmla="*/ 7 w 380"/>
              <a:gd name="T7" fmla="*/ 132 h 132"/>
              <a:gd name="T8" fmla="*/ 195 w 380"/>
              <a:gd name="T9" fmla="*/ 79 h 132"/>
              <a:gd name="T10" fmla="*/ 380 w 380"/>
              <a:gd name="T11" fmla="*/ 25 h 132"/>
              <a:gd name="T12" fmla="*/ 373 w 380"/>
              <a:gd name="T13" fmla="*/ 0 h 132"/>
              <a:gd name="T14" fmla="*/ 373 w 380"/>
              <a:gd name="T15" fmla="*/ 0 h 132"/>
              <a:gd name="T16" fmla="*/ 373 w 380"/>
              <a:gd name="T17" fmla="*/ 0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80" h="132">
                <a:moveTo>
                  <a:pt x="373" y="0"/>
                </a:moveTo>
                <a:lnTo>
                  <a:pt x="188" y="53"/>
                </a:lnTo>
                <a:lnTo>
                  <a:pt x="0" y="107"/>
                </a:lnTo>
                <a:lnTo>
                  <a:pt x="7" y="132"/>
                </a:lnTo>
                <a:lnTo>
                  <a:pt x="195" y="79"/>
                </a:lnTo>
                <a:lnTo>
                  <a:pt x="380" y="25"/>
                </a:lnTo>
                <a:lnTo>
                  <a:pt x="373" y="0"/>
                </a:lnTo>
                <a:close/>
                <a:moveTo>
                  <a:pt x="373" y="0"/>
                </a:moveTo>
                <a:lnTo>
                  <a:pt x="37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9" name="Freeform 223"/>
          <p:cNvSpPr>
            <a:spLocks noEditPoints="1"/>
          </p:cNvSpPr>
          <p:nvPr/>
        </p:nvSpPr>
        <p:spPr bwMode="auto">
          <a:xfrm>
            <a:off x="3111501" y="2943225"/>
            <a:ext cx="603250" cy="209550"/>
          </a:xfrm>
          <a:custGeom>
            <a:avLst/>
            <a:gdLst>
              <a:gd name="T0" fmla="*/ 373 w 380"/>
              <a:gd name="T1" fmla="*/ 0 h 132"/>
              <a:gd name="T2" fmla="*/ 188 w 380"/>
              <a:gd name="T3" fmla="*/ 53 h 132"/>
              <a:gd name="T4" fmla="*/ 0 w 380"/>
              <a:gd name="T5" fmla="*/ 107 h 132"/>
              <a:gd name="T6" fmla="*/ 7 w 380"/>
              <a:gd name="T7" fmla="*/ 132 h 132"/>
              <a:gd name="T8" fmla="*/ 195 w 380"/>
              <a:gd name="T9" fmla="*/ 79 h 132"/>
              <a:gd name="T10" fmla="*/ 380 w 380"/>
              <a:gd name="T11" fmla="*/ 25 h 132"/>
              <a:gd name="T12" fmla="*/ 373 w 380"/>
              <a:gd name="T13" fmla="*/ 0 h 132"/>
              <a:gd name="T14" fmla="*/ 373 w 380"/>
              <a:gd name="T15" fmla="*/ 0 h 132"/>
              <a:gd name="T16" fmla="*/ 373 w 380"/>
              <a:gd name="T17" fmla="*/ 0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80" h="132">
                <a:moveTo>
                  <a:pt x="373" y="0"/>
                </a:moveTo>
                <a:lnTo>
                  <a:pt x="188" y="53"/>
                </a:lnTo>
                <a:lnTo>
                  <a:pt x="0" y="107"/>
                </a:lnTo>
                <a:lnTo>
                  <a:pt x="7" y="132"/>
                </a:lnTo>
                <a:lnTo>
                  <a:pt x="195" y="79"/>
                </a:lnTo>
                <a:lnTo>
                  <a:pt x="380" y="25"/>
                </a:lnTo>
                <a:lnTo>
                  <a:pt x="373" y="0"/>
                </a:lnTo>
                <a:moveTo>
                  <a:pt x="373" y="0"/>
                </a:moveTo>
                <a:lnTo>
                  <a:pt x="3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0" name="Freeform 224"/>
          <p:cNvSpPr>
            <a:spLocks noEditPoints="1"/>
          </p:cNvSpPr>
          <p:nvPr/>
        </p:nvSpPr>
        <p:spPr bwMode="auto">
          <a:xfrm>
            <a:off x="2978151" y="1720850"/>
            <a:ext cx="169863" cy="201613"/>
          </a:xfrm>
          <a:custGeom>
            <a:avLst/>
            <a:gdLst>
              <a:gd name="T0" fmla="*/ 102 w 107"/>
              <a:gd name="T1" fmla="*/ 72 h 127"/>
              <a:gd name="T2" fmla="*/ 65 w 107"/>
              <a:gd name="T3" fmla="*/ 49 h 127"/>
              <a:gd name="T4" fmla="*/ 50 w 107"/>
              <a:gd name="T5" fmla="*/ 46 h 127"/>
              <a:gd name="T6" fmla="*/ 40 w 107"/>
              <a:gd name="T7" fmla="*/ 40 h 127"/>
              <a:gd name="T8" fmla="*/ 45 w 107"/>
              <a:gd name="T9" fmla="*/ 31 h 127"/>
              <a:gd name="T10" fmla="*/ 48 w 107"/>
              <a:gd name="T11" fmla="*/ 30 h 127"/>
              <a:gd name="T12" fmla="*/ 64 w 107"/>
              <a:gd name="T13" fmla="*/ 38 h 127"/>
              <a:gd name="T14" fmla="*/ 64 w 107"/>
              <a:gd name="T15" fmla="*/ 40 h 127"/>
              <a:gd name="T16" fmla="*/ 67 w 107"/>
              <a:gd name="T17" fmla="*/ 41 h 127"/>
              <a:gd name="T18" fmla="*/ 85 w 107"/>
              <a:gd name="T19" fmla="*/ 34 h 127"/>
              <a:gd name="T20" fmla="*/ 82 w 107"/>
              <a:gd name="T21" fmla="*/ 4 h 127"/>
              <a:gd name="T22" fmla="*/ 79 w 107"/>
              <a:gd name="T23" fmla="*/ 1 h 127"/>
              <a:gd name="T24" fmla="*/ 46 w 107"/>
              <a:gd name="T25" fmla="*/ 6 h 127"/>
              <a:gd name="T26" fmla="*/ 39 w 107"/>
              <a:gd name="T27" fmla="*/ 8 h 127"/>
              <a:gd name="T28" fmla="*/ 6 w 107"/>
              <a:gd name="T29" fmla="*/ 55 h 127"/>
              <a:gd name="T30" fmla="*/ 39 w 107"/>
              <a:gd name="T31" fmla="*/ 79 h 127"/>
              <a:gd name="T32" fmla="*/ 60 w 107"/>
              <a:gd name="T33" fmla="*/ 82 h 127"/>
              <a:gd name="T34" fmla="*/ 67 w 107"/>
              <a:gd name="T35" fmla="*/ 88 h 127"/>
              <a:gd name="T36" fmla="*/ 64 w 107"/>
              <a:gd name="T37" fmla="*/ 95 h 127"/>
              <a:gd name="T38" fmla="*/ 58 w 107"/>
              <a:gd name="T39" fmla="*/ 98 h 127"/>
              <a:gd name="T40" fmla="*/ 39 w 107"/>
              <a:gd name="T41" fmla="*/ 85 h 127"/>
              <a:gd name="T42" fmla="*/ 19 w 107"/>
              <a:gd name="T43" fmla="*/ 93 h 127"/>
              <a:gd name="T44" fmla="*/ 23 w 107"/>
              <a:gd name="T45" fmla="*/ 121 h 127"/>
              <a:gd name="T46" fmla="*/ 26 w 107"/>
              <a:gd name="T47" fmla="*/ 123 h 127"/>
              <a:gd name="T48" fmla="*/ 60 w 107"/>
              <a:gd name="T49" fmla="*/ 121 h 127"/>
              <a:gd name="T50" fmla="*/ 70 w 107"/>
              <a:gd name="T51" fmla="*/ 118 h 127"/>
              <a:gd name="T52" fmla="*/ 102 w 107"/>
              <a:gd name="T53" fmla="*/ 72 h 127"/>
              <a:gd name="T54" fmla="*/ 102 w 107"/>
              <a:gd name="T55" fmla="*/ 72 h 127"/>
              <a:gd name="T56" fmla="*/ 102 w 107"/>
              <a:gd name="T57" fmla="*/ 72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07" h="127">
                <a:moveTo>
                  <a:pt x="102" y="72"/>
                </a:moveTo>
                <a:cubicBezTo>
                  <a:pt x="97" y="53"/>
                  <a:pt x="80" y="50"/>
                  <a:pt x="65" y="49"/>
                </a:cubicBezTo>
                <a:cubicBezTo>
                  <a:pt x="59" y="48"/>
                  <a:pt x="54" y="47"/>
                  <a:pt x="50" y="46"/>
                </a:cubicBezTo>
                <a:cubicBezTo>
                  <a:pt x="45" y="45"/>
                  <a:pt x="41" y="43"/>
                  <a:pt x="40" y="40"/>
                </a:cubicBezTo>
                <a:cubicBezTo>
                  <a:pt x="39" y="36"/>
                  <a:pt x="41" y="33"/>
                  <a:pt x="45" y="31"/>
                </a:cubicBezTo>
                <a:cubicBezTo>
                  <a:pt x="46" y="30"/>
                  <a:pt x="47" y="30"/>
                  <a:pt x="48" y="30"/>
                </a:cubicBezTo>
                <a:cubicBezTo>
                  <a:pt x="56" y="28"/>
                  <a:pt x="61" y="30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67" y="41"/>
                  <a:pt x="67" y="41"/>
                  <a:pt x="67" y="41"/>
                </a:cubicBezTo>
                <a:cubicBezTo>
                  <a:pt x="85" y="34"/>
                  <a:pt x="85" y="34"/>
                  <a:pt x="85" y="34"/>
                </a:cubicBezTo>
                <a:cubicBezTo>
                  <a:pt x="82" y="19"/>
                  <a:pt x="82" y="4"/>
                  <a:pt x="82" y="4"/>
                </a:cubicBezTo>
                <a:cubicBezTo>
                  <a:pt x="79" y="1"/>
                  <a:pt x="79" y="1"/>
                  <a:pt x="79" y="1"/>
                </a:cubicBezTo>
                <a:cubicBezTo>
                  <a:pt x="79" y="1"/>
                  <a:pt x="64" y="0"/>
                  <a:pt x="46" y="6"/>
                </a:cubicBezTo>
                <a:cubicBezTo>
                  <a:pt x="44" y="6"/>
                  <a:pt x="41" y="7"/>
                  <a:pt x="39" y="8"/>
                </a:cubicBezTo>
                <a:cubicBezTo>
                  <a:pt x="13" y="18"/>
                  <a:pt x="0" y="36"/>
                  <a:pt x="6" y="55"/>
                </a:cubicBezTo>
                <a:cubicBezTo>
                  <a:pt x="10" y="72"/>
                  <a:pt x="25" y="77"/>
                  <a:pt x="39" y="79"/>
                </a:cubicBezTo>
                <a:cubicBezTo>
                  <a:pt x="47" y="80"/>
                  <a:pt x="55" y="81"/>
                  <a:pt x="60" y="82"/>
                </a:cubicBezTo>
                <a:cubicBezTo>
                  <a:pt x="64" y="83"/>
                  <a:pt x="67" y="85"/>
                  <a:pt x="67" y="88"/>
                </a:cubicBezTo>
                <a:cubicBezTo>
                  <a:pt x="68" y="91"/>
                  <a:pt x="67" y="93"/>
                  <a:pt x="64" y="95"/>
                </a:cubicBezTo>
                <a:cubicBezTo>
                  <a:pt x="62" y="96"/>
                  <a:pt x="61" y="97"/>
                  <a:pt x="58" y="98"/>
                </a:cubicBezTo>
                <a:cubicBezTo>
                  <a:pt x="49" y="101"/>
                  <a:pt x="43" y="97"/>
                  <a:pt x="39" y="85"/>
                </a:cubicBezTo>
                <a:cubicBezTo>
                  <a:pt x="19" y="93"/>
                  <a:pt x="19" y="93"/>
                  <a:pt x="19" y="93"/>
                </a:cubicBezTo>
                <a:cubicBezTo>
                  <a:pt x="22" y="104"/>
                  <a:pt x="23" y="121"/>
                  <a:pt x="23" y="121"/>
                </a:cubicBezTo>
                <a:cubicBezTo>
                  <a:pt x="26" y="123"/>
                  <a:pt x="26" y="123"/>
                  <a:pt x="26" y="123"/>
                </a:cubicBezTo>
                <a:cubicBezTo>
                  <a:pt x="26" y="123"/>
                  <a:pt x="41" y="127"/>
                  <a:pt x="60" y="121"/>
                </a:cubicBezTo>
                <a:cubicBezTo>
                  <a:pt x="64" y="120"/>
                  <a:pt x="67" y="119"/>
                  <a:pt x="70" y="118"/>
                </a:cubicBezTo>
                <a:cubicBezTo>
                  <a:pt x="95" y="107"/>
                  <a:pt x="107" y="91"/>
                  <a:pt x="102" y="72"/>
                </a:cubicBezTo>
                <a:close/>
                <a:moveTo>
                  <a:pt x="102" y="72"/>
                </a:moveTo>
                <a:cubicBezTo>
                  <a:pt x="102" y="72"/>
                  <a:pt x="102" y="72"/>
                  <a:pt x="102" y="72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1" name="Freeform 225"/>
          <p:cNvSpPr>
            <a:spLocks noEditPoints="1"/>
          </p:cNvSpPr>
          <p:nvPr/>
        </p:nvSpPr>
        <p:spPr bwMode="auto">
          <a:xfrm>
            <a:off x="3032126" y="1925638"/>
            <a:ext cx="177800" cy="201613"/>
          </a:xfrm>
          <a:custGeom>
            <a:avLst/>
            <a:gdLst>
              <a:gd name="T0" fmla="*/ 104 w 112"/>
              <a:gd name="T1" fmla="*/ 62 h 127"/>
              <a:gd name="T2" fmla="*/ 79 w 112"/>
              <a:gd name="T3" fmla="*/ 71 h 127"/>
              <a:gd name="T4" fmla="*/ 72 w 112"/>
              <a:gd name="T5" fmla="*/ 94 h 127"/>
              <a:gd name="T6" fmla="*/ 66 w 112"/>
              <a:gd name="T7" fmla="*/ 94 h 127"/>
              <a:gd name="T8" fmla="*/ 46 w 112"/>
              <a:gd name="T9" fmla="*/ 62 h 127"/>
              <a:gd name="T10" fmla="*/ 48 w 112"/>
              <a:gd name="T11" fmla="*/ 31 h 127"/>
              <a:gd name="T12" fmla="*/ 53 w 112"/>
              <a:gd name="T13" fmla="*/ 30 h 127"/>
              <a:gd name="T14" fmla="*/ 67 w 112"/>
              <a:gd name="T15" fmla="*/ 39 h 127"/>
              <a:gd name="T16" fmla="*/ 70 w 112"/>
              <a:gd name="T17" fmla="*/ 48 h 127"/>
              <a:gd name="T18" fmla="*/ 94 w 112"/>
              <a:gd name="T19" fmla="*/ 39 h 127"/>
              <a:gd name="T20" fmla="*/ 89 w 112"/>
              <a:gd name="T21" fmla="*/ 3 h 127"/>
              <a:gd name="T22" fmla="*/ 87 w 112"/>
              <a:gd name="T23" fmla="*/ 0 h 127"/>
              <a:gd name="T24" fmla="*/ 51 w 112"/>
              <a:gd name="T25" fmla="*/ 6 h 127"/>
              <a:gd name="T26" fmla="*/ 42 w 112"/>
              <a:gd name="T27" fmla="*/ 9 h 127"/>
              <a:gd name="T28" fmla="*/ 10 w 112"/>
              <a:gd name="T29" fmla="*/ 79 h 127"/>
              <a:gd name="T30" fmla="*/ 73 w 112"/>
              <a:gd name="T31" fmla="*/ 118 h 127"/>
              <a:gd name="T32" fmla="*/ 73 w 112"/>
              <a:gd name="T33" fmla="*/ 118 h 127"/>
              <a:gd name="T34" fmla="*/ 110 w 112"/>
              <a:gd name="T35" fmla="*/ 101 h 127"/>
              <a:gd name="T36" fmla="*/ 112 w 112"/>
              <a:gd name="T37" fmla="*/ 98 h 127"/>
              <a:gd name="T38" fmla="*/ 104 w 112"/>
              <a:gd name="T39" fmla="*/ 62 h 127"/>
              <a:gd name="T40" fmla="*/ 104 w 112"/>
              <a:gd name="T41" fmla="*/ 62 h 127"/>
              <a:gd name="T42" fmla="*/ 104 w 112"/>
              <a:gd name="T43" fmla="*/ 62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12" h="127">
                <a:moveTo>
                  <a:pt x="104" y="62"/>
                </a:moveTo>
                <a:cubicBezTo>
                  <a:pt x="79" y="71"/>
                  <a:pt x="79" y="71"/>
                  <a:pt x="79" y="71"/>
                </a:cubicBezTo>
                <a:cubicBezTo>
                  <a:pt x="82" y="85"/>
                  <a:pt x="80" y="91"/>
                  <a:pt x="72" y="94"/>
                </a:cubicBezTo>
                <a:cubicBezTo>
                  <a:pt x="70" y="94"/>
                  <a:pt x="68" y="94"/>
                  <a:pt x="66" y="94"/>
                </a:cubicBezTo>
                <a:cubicBezTo>
                  <a:pt x="58" y="93"/>
                  <a:pt x="52" y="82"/>
                  <a:pt x="46" y="62"/>
                </a:cubicBezTo>
                <a:cubicBezTo>
                  <a:pt x="40" y="44"/>
                  <a:pt x="41" y="36"/>
                  <a:pt x="48" y="31"/>
                </a:cubicBezTo>
                <a:cubicBezTo>
                  <a:pt x="50" y="31"/>
                  <a:pt x="51" y="30"/>
                  <a:pt x="53" y="30"/>
                </a:cubicBezTo>
                <a:cubicBezTo>
                  <a:pt x="61" y="27"/>
                  <a:pt x="65" y="30"/>
                  <a:pt x="67" y="39"/>
                </a:cubicBezTo>
                <a:cubicBezTo>
                  <a:pt x="69" y="44"/>
                  <a:pt x="70" y="48"/>
                  <a:pt x="70" y="48"/>
                </a:cubicBezTo>
                <a:cubicBezTo>
                  <a:pt x="94" y="39"/>
                  <a:pt x="94" y="39"/>
                  <a:pt x="94" y="39"/>
                </a:cubicBezTo>
                <a:cubicBezTo>
                  <a:pt x="90" y="19"/>
                  <a:pt x="89" y="3"/>
                  <a:pt x="89" y="3"/>
                </a:cubicBezTo>
                <a:cubicBezTo>
                  <a:pt x="87" y="0"/>
                  <a:pt x="87" y="0"/>
                  <a:pt x="87" y="0"/>
                </a:cubicBezTo>
                <a:cubicBezTo>
                  <a:pt x="87" y="0"/>
                  <a:pt x="65" y="1"/>
                  <a:pt x="51" y="6"/>
                </a:cubicBezTo>
                <a:cubicBezTo>
                  <a:pt x="48" y="7"/>
                  <a:pt x="45" y="8"/>
                  <a:pt x="42" y="9"/>
                </a:cubicBezTo>
                <a:cubicBezTo>
                  <a:pt x="12" y="21"/>
                  <a:pt x="0" y="46"/>
                  <a:pt x="10" y="79"/>
                </a:cubicBezTo>
                <a:cubicBezTo>
                  <a:pt x="19" y="112"/>
                  <a:pt x="43" y="127"/>
                  <a:pt x="73" y="118"/>
                </a:cubicBezTo>
                <a:cubicBezTo>
                  <a:pt x="73" y="118"/>
                  <a:pt x="73" y="118"/>
                  <a:pt x="73" y="118"/>
                </a:cubicBezTo>
                <a:cubicBezTo>
                  <a:pt x="94" y="112"/>
                  <a:pt x="110" y="101"/>
                  <a:pt x="110" y="101"/>
                </a:cubicBezTo>
                <a:cubicBezTo>
                  <a:pt x="112" y="98"/>
                  <a:pt x="112" y="98"/>
                  <a:pt x="112" y="98"/>
                </a:cubicBezTo>
                <a:cubicBezTo>
                  <a:pt x="107" y="82"/>
                  <a:pt x="104" y="62"/>
                  <a:pt x="104" y="62"/>
                </a:cubicBezTo>
                <a:close/>
                <a:moveTo>
                  <a:pt x="104" y="62"/>
                </a:moveTo>
                <a:cubicBezTo>
                  <a:pt x="104" y="62"/>
                  <a:pt x="104" y="62"/>
                  <a:pt x="104" y="62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2" name="Freeform 226"/>
          <p:cNvSpPr>
            <a:spLocks noEditPoints="1"/>
          </p:cNvSpPr>
          <p:nvPr/>
        </p:nvSpPr>
        <p:spPr bwMode="auto">
          <a:xfrm>
            <a:off x="3067051" y="2120900"/>
            <a:ext cx="228600" cy="223838"/>
          </a:xfrm>
          <a:custGeom>
            <a:avLst/>
            <a:gdLst>
              <a:gd name="T0" fmla="*/ 142 w 144"/>
              <a:gd name="T1" fmla="*/ 93 h 141"/>
              <a:gd name="T2" fmla="*/ 140 w 144"/>
              <a:gd name="T3" fmla="*/ 92 h 141"/>
              <a:gd name="T4" fmla="*/ 135 w 144"/>
              <a:gd name="T5" fmla="*/ 94 h 141"/>
              <a:gd name="T6" fmla="*/ 126 w 144"/>
              <a:gd name="T7" fmla="*/ 84 h 141"/>
              <a:gd name="T8" fmla="*/ 111 w 144"/>
              <a:gd name="T9" fmla="*/ 26 h 141"/>
              <a:gd name="T10" fmla="*/ 118 w 144"/>
              <a:gd name="T11" fmla="*/ 14 h 141"/>
              <a:gd name="T12" fmla="*/ 115 w 144"/>
              <a:gd name="T13" fmla="*/ 0 h 141"/>
              <a:gd name="T14" fmla="*/ 86 w 144"/>
              <a:gd name="T15" fmla="*/ 8 h 141"/>
              <a:gd name="T16" fmla="*/ 60 w 144"/>
              <a:gd name="T17" fmla="*/ 16 h 141"/>
              <a:gd name="T18" fmla="*/ 62 w 144"/>
              <a:gd name="T19" fmla="*/ 29 h 141"/>
              <a:gd name="T20" fmla="*/ 64 w 144"/>
              <a:gd name="T21" fmla="*/ 30 h 141"/>
              <a:gd name="T22" fmla="*/ 69 w 144"/>
              <a:gd name="T23" fmla="*/ 29 h 141"/>
              <a:gd name="T24" fmla="*/ 77 w 144"/>
              <a:gd name="T25" fmla="*/ 35 h 141"/>
              <a:gd name="T26" fmla="*/ 83 w 144"/>
              <a:gd name="T27" fmla="*/ 55 h 141"/>
              <a:gd name="T28" fmla="*/ 69 w 144"/>
              <a:gd name="T29" fmla="*/ 59 h 141"/>
              <a:gd name="T30" fmla="*/ 69 w 144"/>
              <a:gd name="T31" fmla="*/ 59 h 141"/>
              <a:gd name="T32" fmla="*/ 55 w 144"/>
              <a:gd name="T33" fmla="*/ 63 h 141"/>
              <a:gd name="T34" fmla="*/ 50 w 144"/>
              <a:gd name="T35" fmla="*/ 43 h 141"/>
              <a:gd name="T36" fmla="*/ 57 w 144"/>
              <a:gd name="T37" fmla="*/ 32 h 141"/>
              <a:gd name="T38" fmla="*/ 54 w 144"/>
              <a:gd name="T39" fmla="*/ 17 h 141"/>
              <a:gd name="T40" fmla="*/ 21 w 144"/>
              <a:gd name="T41" fmla="*/ 28 h 141"/>
              <a:gd name="T42" fmla="*/ 0 w 144"/>
              <a:gd name="T43" fmla="*/ 34 h 141"/>
              <a:gd name="T44" fmla="*/ 2 w 144"/>
              <a:gd name="T45" fmla="*/ 46 h 141"/>
              <a:gd name="T46" fmla="*/ 4 w 144"/>
              <a:gd name="T47" fmla="*/ 48 h 141"/>
              <a:gd name="T48" fmla="*/ 8 w 144"/>
              <a:gd name="T49" fmla="*/ 46 h 141"/>
              <a:gd name="T50" fmla="*/ 16 w 144"/>
              <a:gd name="T51" fmla="*/ 53 h 141"/>
              <a:gd name="T52" fmla="*/ 33 w 144"/>
              <a:gd name="T53" fmla="*/ 110 h 141"/>
              <a:gd name="T54" fmla="*/ 26 w 144"/>
              <a:gd name="T55" fmla="*/ 126 h 141"/>
              <a:gd name="T56" fmla="*/ 28 w 144"/>
              <a:gd name="T57" fmla="*/ 141 h 141"/>
              <a:gd name="T58" fmla="*/ 55 w 144"/>
              <a:gd name="T59" fmla="*/ 132 h 141"/>
              <a:gd name="T60" fmla="*/ 82 w 144"/>
              <a:gd name="T61" fmla="*/ 125 h 141"/>
              <a:gd name="T62" fmla="*/ 80 w 144"/>
              <a:gd name="T63" fmla="*/ 111 h 141"/>
              <a:gd name="T64" fmla="*/ 78 w 144"/>
              <a:gd name="T65" fmla="*/ 110 h 141"/>
              <a:gd name="T66" fmla="*/ 74 w 144"/>
              <a:gd name="T67" fmla="*/ 112 h 141"/>
              <a:gd name="T68" fmla="*/ 65 w 144"/>
              <a:gd name="T69" fmla="*/ 102 h 141"/>
              <a:gd name="T70" fmla="*/ 60 w 144"/>
              <a:gd name="T71" fmla="*/ 85 h 141"/>
              <a:gd name="T72" fmla="*/ 75 w 144"/>
              <a:gd name="T73" fmla="*/ 80 h 141"/>
              <a:gd name="T74" fmla="*/ 79 w 144"/>
              <a:gd name="T75" fmla="*/ 78 h 141"/>
              <a:gd name="T76" fmla="*/ 88 w 144"/>
              <a:gd name="T77" fmla="*/ 76 h 141"/>
              <a:gd name="T78" fmla="*/ 93 w 144"/>
              <a:gd name="T79" fmla="*/ 92 h 141"/>
              <a:gd name="T80" fmla="*/ 86 w 144"/>
              <a:gd name="T81" fmla="*/ 108 h 141"/>
              <a:gd name="T82" fmla="*/ 89 w 144"/>
              <a:gd name="T83" fmla="*/ 123 h 141"/>
              <a:gd name="T84" fmla="*/ 116 w 144"/>
              <a:gd name="T85" fmla="*/ 115 h 141"/>
              <a:gd name="T86" fmla="*/ 144 w 144"/>
              <a:gd name="T87" fmla="*/ 107 h 141"/>
              <a:gd name="T88" fmla="*/ 142 w 144"/>
              <a:gd name="T89" fmla="*/ 93 h 141"/>
              <a:gd name="T90" fmla="*/ 142 w 144"/>
              <a:gd name="T91" fmla="*/ 93 h 141"/>
              <a:gd name="T92" fmla="*/ 142 w 144"/>
              <a:gd name="T93" fmla="*/ 93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44" h="141">
                <a:moveTo>
                  <a:pt x="142" y="93"/>
                </a:moveTo>
                <a:cubicBezTo>
                  <a:pt x="140" y="92"/>
                  <a:pt x="140" y="92"/>
                  <a:pt x="140" y="92"/>
                </a:cubicBezTo>
                <a:cubicBezTo>
                  <a:pt x="140" y="92"/>
                  <a:pt x="138" y="93"/>
                  <a:pt x="135" y="94"/>
                </a:cubicBezTo>
                <a:cubicBezTo>
                  <a:pt x="131" y="95"/>
                  <a:pt x="128" y="93"/>
                  <a:pt x="126" y="84"/>
                </a:cubicBezTo>
                <a:cubicBezTo>
                  <a:pt x="120" y="63"/>
                  <a:pt x="114" y="40"/>
                  <a:pt x="111" y="26"/>
                </a:cubicBezTo>
                <a:cubicBezTo>
                  <a:pt x="109" y="20"/>
                  <a:pt x="111" y="18"/>
                  <a:pt x="118" y="14"/>
                </a:cubicBezTo>
                <a:cubicBezTo>
                  <a:pt x="115" y="0"/>
                  <a:pt x="115" y="0"/>
                  <a:pt x="115" y="0"/>
                </a:cubicBezTo>
                <a:cubicBezTo>
                  <a:pt x="115" y="0"/>
                  <a:pt x="94" y="7"/>
                  <a:pt x="86" y="8"/>
                </a:cubicBezTo>
                <a:cubicBezTo>
                  <a:pt x="60" y="16"/>
                  <a:pt x="60" y="16"/>
                  <a:pt x="60" y="16"/>
                </a:cubicBezTo>
                <a:cubicBezTo>
                  <a:pt x="62" y="29"/>
                  <a:pt x="62" y="29"/>
                  <a:pt x="62" y="29"/>
                </a:cubicBezTo>
                <a:cubicBezTo>
                  <a:pt x="64" y="30"/>
                  <a:pt x="64" y="30"/>
                  <a:pt x="64" y="30"/>
                </a:cubicBezTo>
                <a:cubicBezTo>
                  <a:pt x="69" y="29"/>
                  <a:pt x="69" y="29"/>
                  <a:pt x="69" y="29"/>
                </a:cubicBezTo>
                <a:cubicBezTo>
                  <a:pt x="73" y="28"/>
                  <a:pt x="75" y="29"/>
                  <a:pt x="77" y="35"/>
                </a:cubicBezTo>
                <a:cubicBezTo>
                  <a:pt x="83" y="55"/>
                  <a:pt x="83" y="55"/>
                  <a:pt x="83" y="55"/>
                </a:cubicBezTo>
                <a:cubicBezTo>
                  <a:pt x="80" y="56"/>
                  <a:pt x="77" y="57"/>
                  <a:pt x="69" y="59"/>
                </a:cubicBezTo>
                <a:cubicBezTo>
                  <a:pt x="69" y="59"/>
                  <a:pt x="69" y="59"/>
                  <a:pt x="69" y="59"/>
                </a:cubicBezTo>
                <a:cubicBezTo>
                  <a:pt x="55" y="63"/>
                  <a:pt x="55" y="63"/>
                  <a:pt x="55" y="63"/>
                </a:cubicBezTo>
                <a:cubicBezTo>
                  <a:pt x="50" y="43"/>
                  <a:pt x="50" y="43"/>
                  <a:pt x="50" y="43"/>
                </a:cubicBezTo>
                <a:cubicBezTo>
                  <a:pt x="49" y="37"/>
                  <a:pt x="50" y="36"/>
                  <a:pt x="57" y="32"/>
                </a:cubicBezTo>
                <a:cubicBezTo>
                  <a:pt x="54" y="17"/>
                  <a:pt x="54" y="17"/>
                  <a:pt x="54" y="17"/>
                </a:cubicBezTo>
                <a:cubicBezTo>
                  <a:pt x="54" y="17"/>
                  <a:pt x="31" y="25"/>
                  <a:pt x="21" y="28"/>
                </a:cubicBezTo>
                <a:cubicBezTo>
                  <a:pt x="0" y="34"/>
                  <a:pt x="0" y="34"/>
                  <a:pt x="0" y="34"/>
                </a:cubicBezTo>
                <a:cubicBezTo>
                  <a:pt x="2" y="46"/>
                  <a:pt x="2" y="46"/>
                  <a:pt x="2" y="46"/>
                </a:cubicBezTo>
                <a:cubicBezTo>
                  <a:pt x="4" y="48"/>
                  <a:pt x="4" y="48"/>
                  <a:pt x="4" y="48"/>
                </a:cubicBezTo>
                <a:cubicBezTo>
                  <a:pt x="4" y="48"/>
                  <a:pt x="7" y="47"/>
                  <a:pt x="8" y="46"/>
                </a:cubicBezTo>
                <a:cubicBezTo>
                  <a:pt x="13" y="45"/>
                  <a:pt x="15" y="46"/>
                  <a:pt x="16" y="53"/>
                </a:cubicBezTo>
                <a:cubicBezTo>
                  <a:pt x="33" y="110"/>
                  <a:pt x="33" y="110"/>
                  <a:pt x="33" y="110"/>
                </a:cubicBezTo>
                <a:cubicBezTo>
                  <a:pt x="35" y="119"/>
                  <a:pt x="34" y="122"/>
                  <a:pt x="26" y="126"/>
                </a:cubicBezTo>
                <a:cubicBezTo>
                  <a:pt x="28" y="141"/>
                  <a:pt x="28" y="141"/>
                  <a:pt x="28" y="141"/>
                </a:cubicBezTo>
                <a:cubicBezTo>
                  <a:pt x="28" y="141"/>
                  <a:pt x="45" y="135"/>
                  <a:pt x="55" y="132"/>
                </a:cubicBezTo>
                <a:cubicBezTo>
                  <a:pt x="62" y="130"/>
                  <a:pt x="82" y="125"/>
                  <a:pt x="82" y="125"/>
                </a:cubicBezTo>
                <a:cubicBezTo>
                  <a:pt x="80" y="111"/>
                  <a:pt x="80" y="111"/>
                  <a:pt x="80" y="111"/>
                </a:cubicBezTo>
                <a:cubicBezTo>
                  <a:pt x="78" y="110"/>
                  <a:pt x="78" y="110"/>
                  <a:pt x="78" y="110"/>
                </a:cubicBezTo>
                <a:cubicBezTo>
                  <a:pt x="78" y="110"/>
                  <a:pt x="77" y="111"/>
                  <a:pt x="74" y="112"/>
                </a:cubicBezTo>
                <a:cubicBezTo>
                  <a:pt x="69" y="113"/>
                  <a:pt x="68" y="111"/>
                  <a:pt x="65" y="102"/>
                </a:cubicBezTo>
                <a:cubicBezTo>
                  <a:pt x="60" y="85"/>
                  <a:pt x="60" y="85"/>
                  <a:pt x="60" y="85"/>
                </a:cubicBezTo>
                <a:cubicBezTo>
                  <a:pt x="60" y="85"/>
                  <a:pt x="69" y="82"/>
                  <a:pt x="75" y="80"/>
                </a:cubicBezTo>
                <a:cubicBezTo>
                  <a:pt x="77" y="79"/>
                  <a:pt x="78" y="79"/>
                  <a:pt x="79" y="78"/>
                </a:cubicBezTo>
                <a:cubicBezTo>
                  <a:pt x="88" y="76"/>
                  <a:pt x="88" y="76"/>
                  <a:pt x="88" y="76"/>
                </a:cubicBezTo>
                <a:cubicBezTo>
                  <a:pt x="93" y="92"/>
                  <a:pt x="93" y="92"/>
                  <a:pt x="93" y="92"/>
                </a:cubicBezTo>
                <a:cubicBezTo>
                  <a:pt x="95" y="101"/>
                  <a:pt x="94" y="106"/>
                  <a:pt x="86" y="108"/>
                </a:cubicBezTo>
                <a:cubicBezTo>
                  <a:pt x="89" y="123"/>
                  <a:pt x="89" y="123"/>
                  <a:pt x="89" y="123"/>
                </a:cubicBezTo>
                <a:cubicBezTo>
                  <a:pt x="89" y="123"/>
                  <a:pt x="108" y="117"/>
                  <a:pt x="116" y="115"/>
                </a:cubicBezTo>
                <a:cubicBezTo>
                  <a:pt x="129" y="111"/>
                  <a:pt x="144" y="107"/>
                  <a:pt x="144" y="107"/>
                </a:cubicBezTo>
                <a:lnTo>
                  <a:pt x="142" y="93"/>
                </a:lnTo>
                <a:close/>
                <a:moveTo>
                  <a:pt x="142" y="93"/>
                </a:moveTo>
                <a:cubicBezTo>
                  <a:pt x="142" y="93"/>
                  <a:pt x="142" y="93"/>
                  <a:pt x="142" y="93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3" name="Freeform 227"/>
          <p:cNvSpPr>
            <a:spLocks noEditPoints="1"/>
          </p:cNvSpPr>
          <p:nvPr/>
        </p:nvSpPr>
        <p:spPr bwMode="auto">
          <a:xfrm>
            <a:off x="3143251" y="2336800"/>
            <a:ext cx="192088" cy="204788"/>
          </a:xfrm>
          <a:custGeom>
            <a:avLst/>
            <a:gdLst>
              <a:gd name="T0" fmla="*/ 111 w 121"/>
              <a:gd name="T1" fmla="*/ 47 h 129"/>
              <a:gd name="T2" fmla="*/ 47 w 121"/>
              <a:gd name="T3" fmla="*/ 9 h 129"/>
              <a:gd name="T4" fmla="*/ 46 w 121"/>
              <a:gd name="T5" fmla="*/ 9 h 129"/>
              <a:gd name="T6" fmla="*/ 10 w 121"/>
              <a:gd name="T7" fmla="*/ 81 h 129"/>
              <a:gd name="T8" fmla="*/ 74 w 121"/>
              <a:gd name="T9" fmla="*/ 120 h 129"/>
              <a:gd name="T10" fmla="*/ 77 w 121"/>
              <a:gd name="T11" fmla="*/ 119 h 129"/>
              <a:gd name="T12" fmla="*/ 111 w 121"/>
              <a:gd name="T13" fmla="*/ 47 h 129"/>
              <a:gd name="T14" fmla="*/ 71 w 121"/>
              <a:gd name="T15" fmla="*/ 98 h 129"/>
              <a:gd name="T16" fmla="*/ 71 w 121"/>
              <a:gd name="T17" fmla="*/ 98 h 129"/>
              <a:gd name="T18" fmla="*/ 45 w 121"/>
              <a:gd name="T19" fmla="*/ 62 h 129"/>
              <a:gd name="T20" fmla="*/ 50 w 121"/>
              <a:gd name="T21" fmla="*/ 32 h 129"/>
              <a:gd name="T22" fmla="*/ 52 w 121"/>
              <a:gd name="T23" fmla="*/ 32 h 129"/>
              <a:gd name="T24" fmla="*/ 76 w 121"/>
              <a:gd name="T25" fmla="*/ 68 h 129"/>
              <a:gd name="T26" fmla="*/ 71 w 121"/>
              <a:gd name="T27" fmla="*/ 98 h 129"/>
              <a:gd name="T28" fmla="*/ 71 w 121"/>
              <a:gd name="T29" fmla="*/ 98 h 129"/>
              <a:gd name="T30" fmla="*/ 71 w 121"/>
              <a:gd name="T31" fmla="*/ 98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1" h="129">
                <a:moveTo>
                  <a:pt x="111" y="47"/>
                </a:moveTo>
                <a:cubicBezTo>
                  <a:pt x="101" y="12"/>
                  <a:pt x="79" y="0"/>
                  <a:pt x="47" y="9"/>
                </a:cubicBezTo>
                <a:cubicBezTo>
                  <a:pt x="47" y="9"/>
                  <a:pt x="46" y="9"/>
                  <a:pt x="46" y="9"/>
                </a:cubicBezTo>
                <a:cubicBezTo>
                  <a:pt x="12" y="19"/>
                  <a:pt x="0" y="45"/>
                  <a:pt x="10" y="81"/>
                </a:cubicBezTo>
                <a:cubicBezTo>
                  <a:pt x="20" y="115"/>
                  <a:pt x="42" y="129"/>
                  <a:pt x="74" y="120"/>
                </a:cubicBezTo>
                <a:cubicBezTo>
                  <a:pt x="75" y="120"/>
                  <a:pt x="76" y="119"/>
                  <a:pt x="77" y="119"/>
                </a:cubicBezTo>
                <a:cubicBezTo>
                  <a:pt x="109" y="108"/>
                  <a:pt x="121" y="83"/>
                  <a:pt x="111" y="47"/>
                </a:cubicBezTo>
                <a:close/>
                <a:moveTo>
                  <a:pt x="71" y="98"/>
                </a:moveTo>
                <a:cubicBezTo>
                  <a:pt x="71" y="98"/>
                  <a:pt x="71" y="98"/>
                  <a:pt x="71" y="98"/>
                </a:cubicBezTo>
                <a:cubicBezTo>
                  <a:pt x="60" y="101"/>
                  <a:pt x="54" y="92"/>
                  <a:pt x="45" y="62"/>
                </a:cubicBezTo>
                <a:cubicBezTo>
                  <a:pt x="40" y="43"/>
                  <a:pt x="41" y="35"/>
                  <a:pt x="50" y="32"/>
                </a:cubicBezTo>
                <a:cubicBezTo>
                  <a:pt x="51" y="32"/>
                  <a:pt x="52" y="32"/>
                  <a:pt x="52" y="32"/>
                </a:cubicBezTo>
                <a:cubicBezTo>
                  <a:pt x="62" y="30"/>
                  <a:pt x="68" y="40"/>
                  <a:pt x="76" y="68"/>
                </a:cubicBezTo>
                <a:cubicBezTo>
                  <a:pt x="82" y="87"/>
                  <a:pt x="80" y="95"/>
                  <a:pt x="71" y="98"/>
                </a:cubicBezTo>
                <a:close/>
                <a:moveTo>
                  <a:pt x="71" y="98"/>
                </a:moveTo>
                <a:cubicBezTo>
                  <a:pt x="71" y="98"/>
                  <a:pt x="71" y="98"/>
                  <a:pt x="71" y="98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4" name="Freeform 228"/>
          <p:cNvSpPr>
            <a:spLocks noEditPoints="1"/>
          </p:cNvSpPr>
          <p:nvPr/>
        </p:nvSpPr>
        <p:spPr bwMode="auto">
          <a:xfrm>
            <a:off x="3201988" y="2541588"/>
            <a:ext cx="192088" cy="206375"/>
          </a:xfrm>
          <a:custGeom>
            <a:avLst/>
            <a:gdLst>
              <a:gd name="T0" fmla="*/ 111 w 121"/>
              <a:gd name="T1" fmla="*/ 48 h 130"/>
              <a:gd name="T2" fmla="*/ 47 w 121"/>
              <a:gd name="T3" fmla="*/ 10 h 130"/>
              <a:gd name="T4" fmla="*/ 46 w 121"/>
              <a:gd name="T5" fmla="*/ 10 h 130"/>
              <a:gd name="T6" fmla="*/ 10 w 121"/>
              <a:gd name="T7" fmla="*/ 82 h 130"/>
              <a:gd name="T8" fmla="*/ 74 w 121"/>
              <a:gd name="T9" fmla="*/ 121 h 130"/>
              <a:gd name="T10" fmla="*/ 77 w 121"/>
              <a:gd name="T11" fmla="*/ 120 h 130"/>
              <a:gd name="T12" fmla="*/ 111 w 121"/>
              <a:gd name="T13" fmla="*/ 48 h 130"/>
              <a:gd name="T14" fmla="*/ 71 w 121"/>
              <a:gd name="T15" fmla="*/ 99 h 130"/>
              <a:gd name="T16" fmla="*/ 71 w 121"/>
              <a:gd name="T17" fmla="*/ 99 h 130"/>
              <a:gd name="T18" fmla="*/ 45 w 121"/>
              <a:gd name="T19" fmla="*/ 63 h 130"/>
              <a:gd name="T20" fmla="*/ 50 w 121"/>
              <a:gd name="T21" fmla="*/ 33 h 130"/>
              <a:gd name="T22" fmla="*/ 52 w 121"/>
              <a:gd name="T23" fmla="*/ 32 h 130"/>
              <a:gd name="T24" fmla="*/ 76 w 121"/>
              <a:gd name="T25" fmla="*/ 69 h 130"/>
              <a:gd name="T26" fmla="*/ 71 w 121"/>
              <a:gd name="T27" fmla="*/ 99 h 130"/>
              <a:gd name="T28" fmla="*/ 71 w 121"/>
              <a:gd name="T29" fmla="*/ 99 h 130"/>
              <a:gd name="T30" fmla="*/ 71 w 121"/>
              <a:gd name="T31" fmla="*/ 99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1" h="130">
                <a:moveTo>
                  <a:pt x="111" y="48"/>
                </a:moveTo>
                <a:cubicBezTo>
                  <a:pt x="101" y="13"/>
                  <a:pt x="79" y="0"/>
                  <a:pt x="47" y="10"/>
                </a:cubicBezTo>
                <a:cubicBezTo>
                  <a:pt x="47" y="10"/>
                  <a:pt x="46" y="10"/>
                  <a:pt x="46" y="10"/>
                </a:cubicBezTo>
                <a:cubicBezTo>
                  <a:pt x="12" y="20"/>
                  <a:pt x="0" y="45"/>
                  <a:pt x="10" y="82"/>
                </a:cubicBezTo>
                <a:cubicBezTo>
                  <a:pt x="20" y="116"/>
                  <a:pt x="42" y="130"/>
                  <a:pt x="74" y="121"/>
                </a:cubicBezTo>
                <a:cubicBezTo>
                  <a:pt x="75" y="120"/>
                  <a:pt x="76" y="120"/>
                  <a:pt x="77" y="120"/>
                </a:cubicBezTo>
                <a:cubicBezTo>
                  <a:pt x="109" y="109"/>
                  <a:pt x="121" y="83"/>
                  <a:pt x="111" y="48"/>
                </a:cubicBezTo>
                <a:close/>
                <a:moveTo>
                  <a:pt x="71" y="99"/>
                </a:moveTo>
                <a:cubicBezTo>
                  <a:pt x="71" y="99"/>
                  <a:pt x="71" y="99"/>
                  <a:pt x="71" y="99"/>
                </a:cubicBezTo>
                <a:cubicBezTo>
                  <a:pt x="60" y="102"/>
                  <a:pt x="54" y="93"/>
                  <a:pt x="45" y="63"/>
                </a:cubicBezTo>
                <a:cubicBezTo>
                  <a:pt x="40" y="44"/>
                  <a:pt x="41" y="35"/>
                  <a:pt x="50" y="33"/>
                </a:cubicBezTo>
                <a:cubicBezTo>
                  <a:pt x="51" y="33"/>
                  <a:pt x="52" y="33"/>
                  <a:pt x="52" y="32"/>
                </a:cubicBezTo>
                <a:cubicBezTo>
                  <a:pt x="62" y="31"/>
                  <a:pt x="68" y="41"/>
                  <a:pt x="76" y="69"/>
                </a:cubicBezTo>
                <a:cubicBezTo>
                  <a:pt x="82" y="88"/>
                  <a:pt x="80" y="97"/>
                  <a:pt x="71" y="99"/>
                </a:cubicBezTo>
                <a:close/>
                <a:moveTo>
                  <a:pt x="71" y="99"/>
                </a:moveTo>
                <a:cubicBezTo>
                  <a:pt x="71" y="99"/>
                  <a:pt x="71" y="99"/>
                  <a:pt x="71" y="99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5" name="Freeform 229"/>
          <p:cNvSpPr>
            <a:spLocks noEditPoints="1"/>
          </p:cNvSpPr>
          <p:nvPr/>
        </p:nvSpPr>
        <p:spPr bwMode="auto">
          <a:xfrm>
            <a:off x="3267076" y="2757488"/>
            <a:ext cx="114300" cy="200025"/>
          </a:xfrm>
          <a:custGeom>
            <a:avLst/>
            <a:gdLst>
              <a:gd name="T0" fmla="*/ 66 w 72"/>
              <a:gd name="T1" fmla="*/ 88 h 126"/>
              <a:gd name="T2" fmla="*/ 65 w 72"/>
              <a:gd name="T3" fmla="*/ 86 h 126"/>
              <a:gd name="T4" fmla="*/ 60 w 72"/>
              <a:gd name="T5" fmla="*/ 66 h 126"/>
              <a:gd name="T6" fmla="*/ 51 w 72"/>
              <a:gd name="T7" fmla="*/ 29 h 126"/>
              <a:gd name="T8" fmla="*/ 63 w 72"/>
              <a:gd name="T9" fmla="*/ 17 h 126"/>
              <a:gd name="T10" fmla="*/ 60 w 72"/>
              <a:gd name="T11" fmla="*/ 0 h 126"/>
              <a:gd name="T12" fmla="*/ 42 w 72"/>
              <a:gd name="T13" fmla="*/ 6 h 126"/>
              <a:gd name="T14" fmla="*/ 26 w 72"/>
              <a:gd name="T15" fmla="*/ 11 h 126"/>
              <a:gd name="T16" fmla="*/ 0 w 72"/>
              <a:gd name="T17" fmla="*/ 19 h 126"/>
              <a:gd name="T18" fmla="*/ 2 w 72"/>
              <a:gd name="T19" fmla="*/ 31 h 126"/>
              <a:gd name="T20" fmla="*/ 4 w 72"/>
              <a:gd name="T21" fmla="*/ 33 h 126"/>
              <a:gd name="T22" fmla="*/ 8 w 72"/>
              <a:gd name="T23" fmla="*/ 31 h 126"/>
              <a:gd name="T24" fmla="*/ 16 w 72"/>
              <a:gd name="T25" fmla="*/ 38 h 126"/>
              <a:gd name="T26" fmla="*/ 32 w 72"/>
              <a:gd name="T27" fmla="*/ 93 h 126"/>
              <a:gd name="T28" fmla="*/ 26 w 72"/>
              <a:gd name="T29" fmla="*/ 111 h 126"/>
              <a:gd name="T30" fmla="*/ 28 w 72"/>
              <a:gd name="T31" fmla="*/ 126 h 126"/>
              <a:gd name="T32" fmla="*/ 62 w 72"/>
              <a:gd name="T33" fmla="*/ 115 h 126"/>
              <a:gd name="T34" fmla="*/ 72 w 72"/>
              <a:gd name="T35" fmla="*/ 112 h 126"/>
              <a:gd name="T36" fmla="*/ 66 w 72"/>
              <a:gd name="T37" fmla="*/ 88 h 126"/>
              <a:gd name="T38" fmla="*/ 66 w 72"/>
              <a:gd name="T39" fmla="*/ 88 h 126"/>
              <a:gd name="T40" fmla="*/ 66 w 72"/>
              <a:gd name="T41" fmla="*/ 88 h 1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2" h="126">
                <a:moveTo>
                  <a:pt x="66" y="88"/>
                </a:moveTo>
                <a:cubicBezTo>
                  <a:pt x="66" y="88"/>
                  <a:pt x="65" y="87"/>
                  <a:pt x="65" y="86"/>
                </a:cubicBezTo>
                <a:cubicBezTo>
                  <a:pt x="63" y="79"/>
                  <a:pt x="61" y="72"/>
                  <a:pt x="60" y="66"/>
                </a:cubicBezTo>
                <a:cubicBezTo>
                  <a:pt x="56" y="52"/>
                  <a:pt x="53" y="40"/>
                  <a:pt x="51" y="29"/>
                </a:cubicBezTo>
                <a:cubicBezTo>
                  <a:pt x="50" y="24"/>
                  <a:pt x="52" y="21"/>
                  <a:pt x="63" y="17"/>
                </a:cubicBezTo>
                <a:cubicBezTo>
                  <a:pt x="60" y="0"/>
                  <a:pt x="60" y="0"/>
                  <a:pt x="60" y="0"/>
                </a:cubicBezTo>
                <a:cubicBezTo>
                  <a:pt x="60" y="0"/>
                  <a:pt x="51" y="3"/>
                  <a:pt x="42" y="6"/>
                </a:cubicBezTo>
                <a:cubicBezTo>
                  <a:pt x="36" y="8"/>
                  <a:pt x="29" y="10"/>
                  <a:pt x="26" y="11"/>
                </a:cubicBezTo>
                <a:cubicBezTo>
                  <a:pt x="0" y="19"/>
                  <a:pt x="0" y="19"/>
                  <a:pt x="0" y="19"/>
                </a:cubicBezTo>
                <a:cubicBezTo>
                  <a:pt x="2" y="31"/>
                  <a:pt x="2" y="31"/>
                  <a:pt x="2" y="31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6" y="32"/>
                  <a:pt x="8" y="31"/>
                </a:cubicBezTo>
                <a:cubicBezTo>
                  <a:pt x="13" y="30"/>
                  <a:pt x="15" y="31"/>
                  <a:pt x="16" y="38"/>
                </a:cubicBezTo>
                <a:cubicBezTo>
                  <a:pt x="32" y="93"/>
                  <a:pt x="32" y="93"/>
                  <a:pt x="32" y="93"/>
                </a:cubicBezTo>
                <a:cubicBezTo>
                  <a:pt x="35" y="103"/>
                  <a:pt x="33" y="107"/>
                  <a:pt x="26" y="111"/>
                </a:cubicBezTo>
                <a:cubicBezTo>
                  <a:pt x="28" y="126"/>
                  <a:pt x="28" y="126"/>
                  <a:pt x="28" y="126"/>
                </a:cubicBezTo>
                <a:cubicBezTo>
                  <a:pt x="28" y="126"/>
                  <a:pt x="46" y="120"/>
                  <a:pt x="62" y="115"/>
                </a:cubicBezTo>
                <a:cubicBezTo>
                  <a:pt x="72" y="112"/>
                  <a:pt x="72" y="112"/>
                  <a:pt x="72" y="112"/>
                </a:cubicBezTo>
                <a:lnTo>
                  <a:pt x="66" y="88"/>
                </a:lnTo>
                <a:close/>
                <a:moveTo>
                  <a:pt x="66" y="88"/>
                </a:moveTo>
                <a:cubicBezTo>
                  <a:pt x="66" y="88"/>
                  <a:pt x="66" y="88"/>
                  <a:pt x="66" y="88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6" name="Freeform 230"/>
          <p:cNvSpPr>
            <a:spLocks noEditPoints="1"/>
          </p:cNvSpPr>
          <p:nvPr/>
        </p:nvSpPr>
        <p:spPr bwMode="auto">
          <a:xfrm>
            <a:off x="3371851" y="2840038"/>
            <a:ext cx="74613" cy="95250"/>
          </a:xfrm>
          <a:custGeom>
            <a:avLst/>
            <a:gdLst>
              <a:gd name="T0" fmla="*/ 47 w 47"/>
              <a:gd name="T1" fmla="*/ 47 h 60"/>
              <a:gd name="T2" fmla="*/ 38 w 47"/>
              <a:gd name="T3" fmla="*/ 2 h 60"/>
              <a:gd name="T4" fmla="*/ 36 w 47"/>
              <a:gd name="T5" fmla="*/ 0 h 60"/>
              <a:gd name="T6" fmla="*/ 15 w 47"/>
              <a:gd name="T7" fmla="*/ 8 h 60"/>
              <a:gd name="T8" fmla="*/ 7 w 47"/>
              <a:gd name="T9" fmla="*/ 39 h 60"/>
              <a:gd name="T10" fmla="*/ 0 w 47"/>
              <a:gd name="T11" fmla="*/ 36 h 60"/>
              <a:gd name="T12" fmla="*/ 7 w 47"/>
              <a:gd name="T13" fmla="*/ 60 h 60"/>
              <a:gd name="T14" fmla="*/ 45 w 47"/>
              <a:gd name="T15" fmla="*/ 50 h 60"/>
              <a:gd name="T16" fmla="*/ 47 w 47"/>
              <a:gd name="T17" fmla="*/ 47 h 60"/>
              <a:gd name="T18" fmla="*/ 47 w 47"/>
              <a:gd name="T19" fmla="*/ 47 h 60"/>
              <a:gd name="T20" fmla="*/ 47 w 47"/>
              <a:gd name="T21" fmla="*/ 47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7" h="60">
                <a:moveTo>
                  <a:pt x="47" y="47"/>
                </a:moveTo>
                <a:cubicBezTo>
                  <a:pt x="42" y="23"/>
                  <a:pt x="38" y="2"/>
                  <a:pt x="38" y="2"/>
                </a:cubicBezTo>
                <a:cubicBezTo>
                  <a:pt x="36" y="0"/>
                  <a:pt x="36" y="0"/>
                  <a:pt x="36" y="0"/>
                </a:cubicBezTo>
                <a:cubicBezTo>
                  <a:pt x="15" y="8"/>
                  <a:pt x="15" y="8"/>
                  <a:pt x="15" y="8"/>
                </a:cubicBezTo>
                <a:cubicBezTo>
                  <a:pt x="20" y="30"/>
                  <a:pt x="19" y="36"/>
                  <a:pt x="7" y="39"/>
                </a:cubicBezTo>
                <a:cubicBezTo>
                  <a:pt x="4" y="40"/>
                  <a:pt x="1" y="39"/>
                  <a:pt x="0" y="36"/>
                </a:cubicBezTo>
                <a:cubicBezTo>
                  <a:pt x="7" y="60"/>
                  <a:pt x="7" y="60"/>
                  <a:pt x="7" y="60"/>
                </a:cubicBezTo>
                <a:cubicBezTo>
                  <a:pt x="27" y="54"/>
                  <a:pt x="45" y="50"/>
                  <a:pt x="45" y="50"/>
                </a:cubicBezTo>
                <a:lnTo>
                  <a:pt x="47" y="47"/>
                </a:lnTo>
                <a:close/>
                <a:moveTo>
                  <a:pt x="47" y="47"/>
                </a:moveTo>
                <a:cubicBezTo>
                  <a:pt x="47" y="47"/>
                  <a:pt x="47" y="47"/>
                  <a:pt x="47" y="47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7" name="Freeform 231"/>
          <p:cNvSpPr>
            <a:spLocks noEditPoints="1"/>
          </p:cNvSpPr>
          <p:nvPr/>
        </p:nvSpPr>
        <p:spPr bwMode="auto">
          <a:xfrm>
            <a:off x="3373438" y="2260600"/>
            <a:ext cx="71438" cy="71438"/>
          </a:xfrm>
          <a:custGeom>
            <a:avLst/>
            <a:gdLst>
              <a:gd name="T0" fmla="*/ 17 w 45"/>
              <a:gd name="T1" fmla="*/ 3 h 45"/>
              <a:gd name="T2" fmla="*/ 3 w 45"/>
              <a:gd name="T3" fmla="*/ 28 h 45"/>
              <a:gd name="T4" fmla="*/ 28 w 45"/>
              <a:gd name="T5" fmla="*/ 42 h 45"/>
              <a:gd name="T6" fmla="*/ 42 w 45"/>
              <a:gd name="T7" fmla="*/ 17 h 45"/>
              <a:gd name="T8" fmla="*/ 17 w 45"/>
              <a:gd name="T9" fmla="*/ 3 h 45"/>
              <a:gd name="T10" fmla="*/ 17 w 45"/>
              <a:gd name="T11" fmla="*/ 3 h 45"/>
              <a:gd name="T12" fmla="*/ 17 w 45"/>
              <a:gd name="T13" fmla="*/ 3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" h="45">
                <a:moveTo>
                  <a:pt x="17" y="3"/>
                </a:moveTo>
                <a:cubicBezTo>
                  <a:pt x="6" y="6"/>
                  <a:pt x="0" y="17"/>
                  <a:pt x="3" y="28"/>
                </a:cubicBezTo>
                <a:cubicBezTo>
                  <a:pt x="6" y="39"/>
                  <a:pt x="17" y="45"/>
                  <a:pt x="28" y="42"/>
                </a:cubicBezTo>
                <a:cubicBezTo>
                  <a:pt x="39" y="39"/>
                  <a:pt x="45" y="28"/>
                  <a:pt x="42" y="17"/>
                </a:cubicBezTo>
                <a:cubicBezTo>
                  <a:pt x="38" y="6"/>
                  <a:pt x="27" y="0"/>
                  <a:pt x="17" y="3"/>
                </a:cubicBezTo>
                <a:close/>
                <a:moveTo>
                  <a:pt x="17" y="3"/>
                </a:moveTo>
                <a:cubicBezTo>
                  <a:pt x="17" y="3"/>
                  <a:pt x="17" y="3"/>
                  <a:pt x="17" y="3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0" y="2002523"/>
            <a:ext cx="11401425" cy="2487613"/>
            <a:chOff x="0" y="2002523"/>
            <a:chExt cx="11401425" cy="2487613"/>
          </a:xfrm>
        </p:grpSpPr>
        <p:grpSp>
          <p:nvGrpSpPr>
            <p:cNvPr id="7" name="Group 221"/>
            <p:cNvGrpSpPr>
              <a:grpSpLocks/>
            </p:cNvGrpSpPr>
            <p:nvPr/>
          </p:nvGrpSpPr>
          <p:grpSpPr bwMode="auto">
            <a:xfrm>
              <a:off x="0" y="2002523"/>
              <a:ext cx="11401425" cy="2487613"/>
              <a:chOff x="249" y="676"/>
              <a:chExt cx="7182" cy="1567"/>
            </a:xfrm>
          </p:grpSpPr>
          <p:sp>
            <p:nvSpPr>
              <p:cNvPr id="8" name="Freeform 22"/>
              <p:cNvSpPr>
                <a:spLocks noEditPoints="1"/>
              </p:cNvSpPr>
              <p:nvPr userDrawn="1"/>
            </p:nvSpPr>
            <p:spPr bwMode="auto">
              <a:xfrm>
                <a:off x="375" y="1179"/>
                <a:ext cx="258" cy="811"/>
              </a:xfrm>
              <a:custGeom>
                <a:avLst/>
                <a:gdLst>
                  <a:gd name="T0" fmla="*/ 37 w 258"/>
                  <a:gd name="T1" fmla="*/ 2 h 811"/>
                  <a:gd name="T2" fmla="*/ 1 w 258"/>
                  <a:gd name="T3" fmla="*/ 12 h 811"/>
                  <a:gd name="T4" fmla="*/ 1 w 258"/>
                  <a:gd name="T5" fmla="*/ 0 h 811"/>
                  <a:gd name="T6" fmla="*/ 1 w 258"/>
                  <a:gd name="T7" fmla="*/ 12 h 811"/>
                  <a:gd name="T8" fmla="*/ 221 w 258"/>
                  <a:gd name="T9" fmla="*/ 811 h 811"/>
                  <a:gd name="T10" fmla="*/ 258 w 258"/>
                  <a:gd name="T11" fmla="*/ 801 h 811"/>
                  <a:gd name="T12" fmla="*/ 38 w 258"/>
                  <a:gd name="T13" fmla="*/ 7 h 811"/>
                  <a:gd name="T14" fmla="*/ 37 w 258"/>
                  <a:gd name="T15" fmla="*/ 2 h 811"/>
                  <a:gd name="T16" fmla="*/ 37 w 258"/>
                  <a:gd name="T17" fmla="*/ 2 h 811"/>
                  <a:gd name="T18" fmla="*/ 37 w 258"/>
                  <a:gd name="T19" fmla="*/ 2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58" h="811">
                    <a:moveTo>
                      <a:pt x="37" y="2"/>
                    </a:moveTo>
                    <a:cubicBezTo>
                      <a:pt x="1" y="12"/>
                      <a:pt x="1" y="12"/>
                      <a:pt x="1" y="12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4"/>
                      <a:pt x="0" y="8"/>
                      <a:pt x="1" y="12"/>
                    </a:cubicBezTo>
                    <a:cubicBezTo>
                      <a:pt x="221" y="811"/>
                      <a:pt x="221" y="811"/>
                      <a:pt x="221" y="811"/>
                    </a:cubicBezTo>
                    <a:cubicBezTo>
                      <a:pt x="258" y="801"/>
                      <a:pt x="258" y="801"/>
                      <a:pt x="258" y="801"/>
                    </a:cubicBezTo>
                    <a:cubicBezTo>
                      <a:pt x="38" y="7"/>
                      <a:pt x="38" y="7"/>
                      <a:pt x="38" y="7"/>
                    </a:cubicBezTo>
                    <a:cubicBezTo>
                      <a:pt x="38" y="5"/>
                      <a:pt x="37" y="3"/>
                      <a:pt x="37" y="2"/>
                    </a:cubicBezTo>
                    <a:close/>
                    <a:moveTo>
                      <a:pt x="37" y="2"/>
                    </a:moveTo>
                    <a:cubicBezTo>
                      <a:pt x="37" y="2"/>
                      <a:pt x="37" y="2"/>
                      <a:pt x="37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" name="Freeform 23"/>
              <p:cNvSpPr>
                <a:spLocks noEditPoints="1"/>
              </p:cNvSpPr>
              <p:nvPr userDrawn="1"/>
            </p:nvSpPr>
            <p:spPr bwMode="auto">
              <a:xfrm>
                <a:off x="376" y="1165"/>
                <a:ext cx="36" cy="26"/>
              </a:xfrm>
              <a:custGeom>
                <a:avLst/>
                <a:gdLst>
                  <a:gd name="T0" fmla="*/ 36 w 36"/>
                  <a:gd name="T1" fmla="*/ 16 h 26"/>
                  <a:gd name="T2" fmla="*/ 13 w 36"/>
                  <a:gd name="T3" fmla="*/ 3 h 26"/>
                  <a:gd name="T4" fmla="*/ 0 w 36"/>
                  <a:gd name="T5" fmla="*/ 14 h 26"/>
                  <a:gd name="T6" fmla="*/ 0 w 36"/>
                  <a:gd name="T7" fmla="*/ 26 h 26"/>
                  <a:gd name="T8" fmla="*/ 36 w 36"/>
                  <a:gd name="T9" fmla="*/ 16 h 26"/>
                  <a:gd name="T10" fmla="*/ 36 w 36"/>
                  <a:gd name="T11" fmla="*/ 16 h 26"/>
                  <a:gd name="T12" fmla="*/ 36 w 36"/>
                  <a:gd name="T13" fmla="*/ 1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6">
                    <a:moveTo>
                      <a:pt x="36" y="16"/>
                    </a:moveTo>
                    <a:cubicBezTo>
                      <a:pt x="33" y="6"/>
                      <a:pt x="23" y="0"/>
                      <a:pt x="13" y="3"/>
                    </a:cubicBezTo>
                    <a:cubicBezTo>
                      <a:pt x="7" y="5"/>
                      <a:pt x="2" y="9"/>
                      <a:pt x="0" y="14"/>
                    </a:cubicBezTo>
                    <a:cubicBezTo>
                      <a:pt x="0" y="26"/>
                      <a:pt x="0" y="26"/>
                      <a:pt x="0" y="26"/>
                    </a:cubicBezTo>
                    <a:lnTo>
                      <a:pt x="36" y="16"/>
                    </a:lnTo>
                    <a:close/>
                    <a:moveTo>
                      <a:pt x="36" y="16"/>
                    </a:moveTo>
                    <a:cubicBezTo>
                      <a:pt x="36" y="16"/>
                      <a:pt x="36" y="16"/>
                      <a:pt x="36" y="1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Freeform 24"/>
              <p:cNvSpPr>
                <a:spLocks noEditPoints="1"/>
              </p:cNvSpPr>
              <p:nvPr userDrawn="1"/>
            </p:nvSpPr>
            <p:spPr bwMode="auto">
              <a:xfrm>
                <a:off x="376" y="1058"/>
                <a:ext cx="101" cy="122"/>
              </a:xfrm>
              <a:custGeom>
                <a:avLst/>
                <a:gdLst>
                  <a:gd name="T0" fmla="*/ 40 w 101"/>
                  <a:gd name="T1" fmla="*/ 0 h 122"/>
                  <a:gd name="T2" fmla="*/ 22 w 101"/>
                  <a:gd name="T3" fmla="*/ 5 h 122"/>
                  <a:gd name="T4" fmla="*/ 4 w 101"/>
                  <a:gd name="T5" fmla="*/ 10 h 122"/>
                  <a:gd name="T6" fmla="*/ 0 w 101"/>
                  <a:gd name="T7" fmla="*/ 121 h 122"/>
                  <a:gd name="T8" fmla="*/ 13 w 101"/>
                  <a:gd name="T9" fmla="*/ 110 h 122"/>
                  <a:gd name="T10" fmla="*/ 36 w 101"/>
                  <a:gd name="T11" fmla="*/ 122 h 122"/>
                  <a:gd name="T12" fmla="*/ 48 w 101"/>
                  <a:gd name="T13" fmla="*/ 100 h 122"/>
                  <a:gd name="T14" fmla="*/ 71 w 101"/>
                  <a:gd name="T15" fmla="*/ 112 h 122"/>
                  <a:gd name="T16" fmla="*/ 79 w 101"/>
                  <a:gd name="T17" fmla="*/ 92 h 122"/>
                  <a:gd name="T18" fmla="*/ 101 w 101"/>
                  <a:gd name="T19" fmla="*/ 93 h 122"/>
                  <a:gd name="T20" fmla="*/ 40 w 101"/>
                  <a:gd name="T21" fmla="*/ 0 h 122"/>
                  <a:gd name="T22" fmla="*/ 40 w 101"/>
                  <a:gd name="T23" fmla="*/ 0 h 122"/>
                  <a:gd name="T24" fmla="*/ 40 w 101"/>
                  <a:gd name="T25" fmla="*/ 0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1" h="122">
                    <a:moveTo>
                      <a:pt x="40" y="0"/>
                    </a:moveTo>
                    <a:cubicBezTo>
                      <a:pt x="22" y="5"/>
                      <a:pt x="22" y="5"/>
                      <a:pt x="22" y="5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0" y="121"/>
                      <a:pt x="0" y="121"/>
                      <a:pt x="0" y="121"/>
                    </a:cubicBezTo>
                    <a:cubicBezTo>
                      <a:pt x="2" y="116"/>
                      <a:pt x="7" y="111"/>
                      <a:pt x="13" y="110"/>
                    </a:cubicBezTo>
                    <a:cubicBezTo>
                      <a:pt x="23" y="107"/>
                      <a:pt x="33" y="112"/>
                      <a:pt x="36" y="122"/>
                    </a:cubicBezTo>
                    <a:cubicBezTo>
                      <a:pt x="33" y="112"/>
                      <a:pt x="39" y="102"/>
                      <a:pt x="48" y="100"/>
                    </a:cubicBezTo>
                    <a:cubicBezTo>
                      <a:pt x="58" y="97"/>
                      <a:pt x="69" y="103"/>
                      <a:pt x="71" y="112"/>
                    </a:cubicBezTo>
                    <a:cubicBezTo>
                      <a:pt x="69" y="105"/>
                      <a:pt x="72" y="96"/>
                      <a:pt x="79" y="92"/>
                    </a:cubicBezTo>
                    <a:cubicBezTo>
                      <a:pt x="86" y="88"/>
                      <a:pt x="95" y="88"/>
                      <a:pt x="101" y="93"/>
                    </a:cubicBezTo>
                    <a:lnTo>
                      <a:pt x="40" y="0"/>
                    </a:lnTo>
                    <a:close/>
                    <a:moveTo>
                      <a:pt x="40" y="0"/>
                    </a:moveTo>
                    <a:cubicBezTo>
                      <a:pt x="40" y="0"/>
                      <a:pt x="40" y="0"/>
                      <a:pt x="40" y="0"/>
                    </a:cubicBezTo>
                  </a:path>
                </a:pathLst>
              </a:custGeom>
              <a:solidFill>
                <a:srgbClr val="FCA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25"/>
              <p:cNvSpPr>
                <a:spLocks noEditPoints="1"/>
              </p:cNvSpPr>
              <p:nvPr userDrawn="1"/>
            </p:nvSpPr>
            <p:spPr bwMode="auto">
              <a:xfrm>
                <a:off x="380" y="1006"/>
                <a:ext cx="36" cy="62"/>
              </a:xfrm>
              <a:custGeom>
                <a:avLst/>
                <a:gdLst>
                  <a:gd name="T0" fmla="*/ 3 w 36"/>
                  <a:gd name="T1" fmla="*/ 0 h 62"/>
                  <a:gd name="T2" fmla="*/ 0 w 36"/>
                  <a:gd name="T3" fmla="*/ 62 h 62"/>
                  <a:gd name="T4" fmla="*/ 18 w 36"/>
                  <a:gd name="T5" fmla="*/ 57 h 62"/>
                  <a:gd name="T6" fmla="*/ 36 w 36"/>
                  <a:gd name="T7" fmla="*/ 52 h 62"/>
                  <a:gd name="T8" fmla="*/ 3 w 36"/>
                  <a:gd name="T9" fmla="*/ 0 h 62"/>
                  <a:gd name="T10" fmla="*/ 3 w 36"/>
                  <a:gd name="T11" fmla="*/ 0 h 62"/>
                  <a:gd name="T12" fmla="*/ 3 w 36"/>
                  <a:gd name="T1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62">
                    <a:moveTo>
                      <a:pt x="3" y="0"/>
                    </a:moveTo>
                    <a:lnTo>
                      <a:pt x="0" y="62"/>
                    </a:lnTo>
                    <a:lnTo>
                      <a:pt x="18" y="57"/>
                    </a:lnTo>
                    <a:lnTo>
                      <a:pt x="36" y="52"/>
                    </a:lnTo>
                    <a:lnTo>
                      <a:pt x="3" y="0"/>
                    </a:lnTo>
                    <a:close/>
                    <a:moveTo>
                      <a:pt x="3" y="0"/>
                    </a:move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" name="Freeform 26"/>
              <p:cNvSpPr>
                <a:spLocks noEditPoints="1"/>
              </p:cNvSpPr>
              <p:nvPr userDrawn="1"/>
            </p:nvSpPr>
            <p:spPr bwMode="auto">
              <a:xfrm>
                <a:off x="380" y="1006"/>
                <a:ext cx="36" cy="62"/>
              </a:xfrm>
              <a:custGeom>
                <a:avLst/>
                <a:gdLst>
                  <a:gd name="T0" fmla="*/ 3 w 36"/>
                  <a:gd name="T1" fmla="*/ 0 h 62"/>
                  <a:gd name="T2" fmla="*/ 0 w 36"/>
                  <a:gd name="T3" fmla="*/ 62 h 62"/>
                  <a:gd name="T4" fmla="*/ 18 w 36"/>
                  <a:gd name="T5" fmla="*/ 57 h 62"/>
                  <a:gd name="T6" fmla="*/ 36 w 36"/>
                  <a:gd name="T7" fmla="*/ 52 h 62"/>
                  <a:gd name="T8" fmla="*/ 3 w 36"/>
                  <a:gd name="T9" fmla="*/ 0 h 62"/>
                  <a:gd name="T10" fmla="*/ 3 w 36"/>
                  <a:gd name="T11" fmla="*/ 0 h 62"/>
                  <a:gd name="T12" fmla="*/ 3 w 36"/>
                  <a:gd name="T1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62">
                    <a:moveTo>
                      <a:pt x="3" y="0"/>
                    </a:moveTo>
                    <a:lnTo>
                      <a:pt x="0" y="62"/>
                    </a:lnTo>
                    <a:lnTo>
                      <a:pt x="18" y="57"/>
                    </a:lnTo>
                    <a:lnTo>
                      <a:pt x="36" y="52"/>
                    </a:lnTo>
                    <a:lnTo>
                      <a:pt x="3" y="0"/>
                    </a:lnTo>
                    <a:moveTo>
                      <a:pt x="3" y="0"/>
                    </a:moveTo>
                    <a:lnTo>
                      <a:pt x="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Freeform 27"/>
              <p:cNvSpPr>
                <a:spLocks noEditPoints="1"/>
              </p:cNvSpPr>
              <p:nvPr userDrawn="1"/>
            </p:nvSpPr>
            <p:spPr bwMode="auto">
              <a:xfrm>
                <a:off x="447" y="1161"/>
                <a:ext cx="256" cy="810"/>
              </a:xfrm>
              <a:custGeom>
                <a:avLst/>
                <a:gdLst>
                  <a:gd name="T0" fmla="*/ 1 w 256"/>
                  <a:gd name="T1" fmla="*/ 15 h 810"/>
                  <a:gd name="T2" fmla="*/ 220 w 256"/>
                  <a:gd name="T3" fmla="*/ 810 h 810"/>
                  <a:gd name="T4" fmla="*/ 256 w 256"/>
                  <a:gd name="T5" fmla="*/ 800 h 810"/>
                  <a:gd name="T6" fmla="*/ 35 w 256"/>
                  <a:gd name="T7" fmla="*/ 0 h 810"/>
                  <a:gd name="T8" fmla="*/ 0 w 256"/>
                  <a:gd name="T9" fmla="*/ 10 h 810"/>
                  <a:gd name="T10" fmla="*/ 1 w 256"/>
                  <a:gd name="T11" fmla="*/ 15 h 810"/>
                  <a:gd name="T12" fmla="*/ 1 w 256"/>
                  <a:gd name="T13" fmla="*/ 15 h 810"/>
                  <a:gd name="T14" fmla="*/ 1 w 256"/>
                  <a:gd name="T15" fmla="*/ 15 h 8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6" h="810">
                    <a:moveTo>
                      <a:pt x="1" y="15"/>
                    </a:moveTo>
                    <a:cubicBezTo>
                      <a:pt x="220" y="810"/>
                      <a:pt x="220" y="810"/>
                      <a:pt x="220" y="810"/>
                    </a:cubicBezTo>
                    <a:cubicBezTo>
                      <a:pt x="256" y="800"/>
                      <a:pt x="256" y="800"/>
                      <a:pt x="256" y="80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" y="12"/>
                      <a:pt x="1" y="13"/>
                      <a:pt x="1" y="15"/>
                    </a:cubicBezTo>
                    <a:close/>
                    <a:moveTo>
                      <a:pt x="1" y="15"/>
                    </a:moveTo>
                    <a:cubicBezTo>
                      <a:pt x="1" y="15"/>
                      <a:pt x="1" y="15"/>
                      <a:pt x="1" y="1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Freeform 28"/>
              <p:cNvSpPr>
                <a:spLocks noEditPoints="1"/>
              </p:cNvSpPr>
              <p:nvPr userDrawn="1"/>
            </p:nvSpPr>
            <p:spPr bwMode="auto">
              <a:xfrm>
                <a:off x="477" y="1152"/>
                <a:ext cx="5" cy="9"/>
              </a:xfrm>
              <a:custGeom>
                <a:avLst/>
                <a:gdLst>
                  <a:gd name="T0" fmla="*/ 5 w 5"/>
                  <a:gd name="T1" fmla="*/ 9 h 9"/>
                  <a:gd name="T2" fmla="*/ 0 w 5"/>
                  <a:gd name="T3" fmla="*/ 0 h 9"/>
                  <a:gd name="T4" fmla="*/ 5 w 5"/>
                  <a:gd name="T5" fmla="*/ 9 h 9"/>
                  <a:gd name="T6" fmla="*/ 5 w 5"/>
                  <a:gd name="T7" fmla="*/ 9 h 9"/>
                  <a:gd name="T8" fmla="*/ 5 w 5"/>
                  <a:gd name="T9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9">
                    <a:moveTo>
                      <a:pt x="5" y="9"/>
                    </a:moveTo>
                    <a:cubicBezTo>
                      <a:pt x="5" y="6"/>
                      <a:pt x="2" y="2"/>
                      <a:pt x="0" y="0"/>
                    </a:cubicBezTo>
                    <a:lnTo>
                      <a:pt x="5" y="9"/>
                    </a:lnTo>
                    <a:close/>
                    <a:moveTo>
                      <a:pt x="5" y="9"/>
                    </a:moveTo>
                    <a:cubicBezTo>
                      <a:pt x="5" y="9"/>
                      <a:pt x="5" y="9"/>
                      <a:pt x="5" y="9"/>
                    </a:cubicBezTo>
                  </a:path>
                </a:pathLst>
              </a:custGeom>
              <a:solidFill>
                <a:srgbClr val="EFE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Freeform 29"/>
              <p:cNvSpPr>
                <a:spLocks noEditPoints="1"/>
              </p:cNvSpPr>
              <p:nvPr userDrawn="1"/>
            </p:nvSpPr>
            <p:spPr bwMode="auto">
              <a:xfrm>
                <a:off x="444" y="1147"/>
                <a:ext cx="38" cy="24"/>
              </a:xfrm>
              <a:custGeom>
                <a:avLst/>
                <a:gdLst>
                  <a:gd name="T0" fmla="*/ 16 w 38"/>
                  <a:gd name="T1" fmla="*/ 1 h 24"/>
                  <a:gd name="T2" fmla="*/ 3 w 38"/>
                  <a:gd name="T3" fmla="*/ 24 h 24"/>
                  <a:gd name="T4" fmla="*/ 38 w 38"/>
                  <a:gd name="T5" fmla="*/ 14 h 24"/>
                  <a:gd name="T6" fmla="*/ 33 w 38"/>
                  <a:gd name="T7" fmla="*/ 5 h 24"/>
                  <a:gd name="T8" fmla="*/ 16 w 38"/>
                  <a:gd name="T9" fmla="*/ 1 h 24"/>
                  <a:gd name="T10" fmla="*/ 16 w 38"/>
                  <a:gd name="T11" fmla="*/ 1 h 24"/>
                  <a:gd name="T12" fmla="*/ 16 w 38"/>
                  <a:gd name="T13" fmla="*/ 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" h="24">
                    <a:moveTo>
                      <a:pt x="16" y="1"/>
                    </a:moveTo>
                    <a:cubicBezTo>
                      <a:pt x="6" y="4"/>
                      <a:pt x="0" y="14"/>
                      <a:pt x="3" y="24"/>
                    </a:cubicBezTo>
                    <a:cubicBezTo>
                      <a:pt x="38" y="14"/>
                      <a:pt x="38" y="14"/>
                      <a:pt x="38" y="14"/>
                    </a:cubicBezTo>
                    <a:cubicBezTo>
                      <a:pt x="33" y="5"/>
                      <a:pt x="33" y="5"/>
                      <a:pt x="33" y="5"/>
                    </a:cubicBezTo>
                    <a:cubicBezTo>
                      <a:pt x="28" y="1"/>
                      <a:pt x="22" y="0"/>
                      <a:pt x="16" y="1"/>
                    </a:cubicBezTo>
                    <a:close/>
                    <a:moveTo>
                      <a:pt x="16" y="1"/>
                    </a:moveTo>
                    <a:cubicBezTo>
                      <a:pt x="16" y="1"/>
                      <a:pt x="16" y="1"/>
                      <a:pt x="16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Freeform 30"/>
              <p:cNvSpPr>
                <a:spLocks noEditPoints="1"/>
              </p:cNvSpPr>
              <p:nvPr userDrawn="1"/>
            </p:nvSpPr>
            <p:spPr bwMode="auto">
              <a:xfrm>
                <a:off x="410" y="1155"/>
                <a:ext cx="257" cy="825"/>
              </a:xfrm>
              <a:custGeom>
                <a:avLst/>
                <a:gdLst>
                  <a:gd name="T0" fmla="*/ 38 w 257"/>
                  <a:gd name="T1" fmla="*/ 21 h 825"/>
                  <a:gd name="T2" fmla="*/ 37 w 257"/>
                  <a:gd name="T3" fmla="*/ 16 h 825"/>
                  <a:gd name="T4" fmla="*/ 14 w 257"/>
                  <a:gd name="T5" fmla="*/ 3 h 825"/>
                  <a:gd name="T6" fmla="*/ 2 w 257"/>
                  <a:gd name="T7" fmla="*/ 14 h 825"/>
                  <a:gd name="T8" fmla="*/ 3 w 257"/>
                  <a:gd name="T9" fmla="*/ 30 h 825"/>
                  <a:gd name="T10" fmla="*/ 223 w 257"/>
                  <a:gd name="T11" fmla="*/ 825 h 825"/>
                  <a:gd name="T12" fmla="*/ 240 w 257"/>
                  <a:gd name="T13" fmla="*/ 820 h 825"/>
                  <a:gd name="T14" fmla="*/ 257 w 257"/>
                  <a:gd name="T15" fmla="*/ 815 h 825"/>
                  <a:gd name="T16" fmla="*/ 38 w 257"/>
                  <a:gd name="T17" fmla="*/ 21 h 825"/>
                  <a:gd name="T18" fmla="*/ 38 w 257"/>
                  <a:gd name="T19" fmla="*/ 21 h 825"/>
                  <a:gd name="T20" fmla="*/ 38 w 257"/>
                  <a:gd name="T21" fmla="*/ 21 h 8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57" h="825">
                    <a:moveTo>
                      <a:pt x="38" y="21"/>
                    </a:moveTo>
                    <a:cubicBezTo>
                      <a:pt x="38" y="19"/>
                      <a:pt x="38" y="18"/>
                      <a:pt x="37" y="16"/>
                    </a:cubicBezTo>
                    <a:cubicBezTo>
                      <a:pt x="34" y="6"/>
                      <a:pt x="24" y="0"/>
                      <a:pt x="14" y="3"/>
                    </a:cubicBezTo>
                    <a:cubicBezTo>
                      <a:pt x="9" y="4"/>
                      <a:pt x="4" y="9"/>
                      <a:pt x="2" y="14"/>
                    </a:cubicBezTo>
                    <a:cubicBezTo>
                      <a:pt x="0" y="19"/>
                      <a:pt x="0" y="26"/>
                      <a:pt x="3" y="30"/>
                    </a:cubicBezTo>
                    <a:cubicBezTo>
                      <a:pt x="223" y="825"/>
                      <a:pt x="223" y="825"/>
                      <a:pt x="223" y="825"/>
                    </a:cubicBezTo>
                    <a:cubicBezTo>
                      <a:pt x="240" y="820"/>
                      <a:pt x="240" y="820"/>
                      <a:pt x="240" y="820"/>
                    </a:cubicBezTo>
                    <a:cubicBezTo>
                      <a:pt x="257" y="815"/>
                      <a:pt x="257" y="815"/>
                      <a:pt x="257" y="815"/>
                    </a:cubicBezTo>
                    <a:lnTo>
                      <a:pt x="38" y="21"/>
                    </a:lnTo>
                    <a:close/>
                    <a:moveTo>
                      <a:pt x="38" y="21"/>
                    </a:moveTo>
                    <a:cubicBezTo>
                      <a:pt x="38" y="21"/>
                      <a:pt x="38" y="21"/>
                      <a:pt x="38" y="21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Freeform 31"/>
              <p:cNvSpPr>
                <a:spLocks noEditPoints="1"/>
              </p:cNvSpPr>
              <p:nvPr userDrawn="1"/>
            </p:nvSpPr>
            <p:spPr bwMode="auto">
              <a:xfrm>
                <a:off x="701" y="1093"/>
                <a:ext cx="72" cy="226"/>
              </a:xfrm>
              <a:custGeom>
                <a:avLst/>
                <a:gdLst>
                  <a:gd name="T0" fmla="*/ 72 w 72"/>
                  <a:gd name="T1" fmla="*/ 2 h 226"/>
                  <a:gd name="T2" fmla="*/ 0 w 72"/>
                  <a:gd name="T3" fmla="*/ 220 h 226"/>
                  <a:gd name="T4" fmla="*/ 41 w 72"/>
                  <a:gd name="T5" fmla="*/ 226 h 226"/>
                  <a:gd name="T6" fmla="*/ 72 w 72"/>
                  <a:gd name="T7" fmla="*/ 2 h 226"/>
                  <a:gd name="T8" fmla="*/ 72 w 72"/>
                  <a:gd name="T9" fmla="*/ 2 h 226"/>
                  <a:gd name="T10" fmla="*/ 72 w 72"/>
                  <a:gd name="T11" fmla="*/ 2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226">
                    <a:moveTo>
                      <a:pt x="72" y="2"/>
                    </a:moveTo>
                    <a:cubicBezTo>
                      <a:pt x="54" y="0"/>
                      <a:pt x="27" y="87"/>
                      <a:pt x="0" y="220"/>
                    </a:cubicBezTo>
                    <a:cubicBezTo>
                      <a:pt x="41" y="226"/>
                      <a:pt x="41" y="226"/>
                      <a:pt x="41" y="226"/>
                    </a:cubicBezTo>
                    <a:lnTo>
                      <a:pt x="72" y="2"/>
                    </a:lnTo>
                    <a:close/>
                    <a:moveTo>
                      <a:pt x="72" y="2"/>
                    </a:moveTo>
                    <a:cubicBezTo>
                      <a:pt x="72" y="2"/>
                      <a:pt x="72" y="2"/>
                      <a:pt x="72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Freeform 32"/>
              <p:cNvSpPr>
                <a:spLocks noEditPoints="1"/>
              </p:cNvSpPr>
              <p:nvPr userDrawn="1"/>
            </p:nvSpPr>
            <p:spPr bwMode="auto">
              <a:xfrm>
                <a:off x="803" y="837"/>
                <a:ext cx="5" cy="39"/>
              </a:xfrm>
              <a:custGeom>
                <a:avLst/>
                <a:gdLst>
                  <a:gd name="T0" fmla="*/ 5 w 5"/>
                  <a:gd name="T1" fmla="*/ 0 h 39"/>
                  <a:gd name="T2" fmla="*/ 0 w 5"/>
                  <a:gd name="T3" fmla="*/ 39 h 39"/>
                  <a:gd name="T4" fmla="*/ 5 w 5"/>
                  <a:gd name="T5" fmla="*/ 0 h 39"/>
                  <a:gd name="T6" fmla="*/ 5 w 5"/>
                  <a:gd name="T7" fmla="*/ 0 h 39"/>
                  <a:gd name="T8" fmla="*/ 5 w 5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39">
                    <a:moveTo>
                      <a:pt x="5" y="0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5" y="16"/>
                      <a:pt x="5" y="0"/>
                      <a:pt x="5" y="0"/>
                    </a:cubicBezTo>
                    <a:close/>
                    <a:moveTo>
                      <a:pt x="5" y="0"/>
                    </a:moveTo>
                    <a:cubicBezTo>
                      <a:pt x="5" y="0"/>
                      <a:pt x="5" y="0"/>
                      <a:pt x="5" y="0"/>
                    </a:cubicBezTo>
                  </a:path>
                </a:pathLst>
              </a:custGeom>
              <a:solidFill>
                <a:srgbClr val="00BE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" name="Freeform 33"/>
              <p:cNvSpPr>
                <a:spLocks noEditPoints="1"/>
              </p:cNvSpPr>
              <p:nvPr userDrawn="1"/>
            </p:nvSpPr>
            <p:spPr bwMode="auto">
              <a:xfrm>
                <a:off x="717" y="837"/>
                <a:ext cx="128" cy="263"/>
              </a:xfrm>
              <a:custGeom>
                <a:avLst/>
                <a:gdLst>
                  <a:gd name="T0" fmla="*/ 91 w 128"/>
                  <a:gd name="T1" fmla="*/ 0 h 263"/>
                  <a:gd name="T2" fmla="*/ 86 w 128"/>
                  <a:gd name="T3" fmla="*/ 39 h 263"/>
                  <a:gd name="T4" fmla="*/ 67 w 128"/>
                  <a:gd name="T5" fmla="*/ 95 h 263"/>
                  <a:gd name="T6" fmla="*/ 4 w 128"/>
                  <a:gd name="T7" fmla="*/ 190 h 263"/>
                  <a:gd name="T8" fmla="*/ 56 w 128"/>
                  <a:gd name="T9" fmla="*/ 258 h 263"/>
                  <a:gd name="T10" fmla="*/ 124 w 128"/>
                  <a:gd name="T11" fmla="*/ 207 h 263"/>
                  <a:gd name="T12" fmla="*/ 91 w 128"/>
                  <a:gd name="T13" fmla="*/ 0 h 263"/>
                  <a:gd name="T14" fmla="*/ 91 w 128"/>
                  <a:gd name="T15" fmla="*/ 0 h 263"/>
                  <a:gd name="T16" fmla="*/ 91 w 128"/>
                  <a:gd name="T17" fmla="*/ 0 h 2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8" h="263">
                    <a:moveTo>
                      <a:pt x="91" y="0"/>
                    </a:moveTo>
                    <a:cubicBezTo>
                      <a:pt x="91" y="0"/>
                      <a:pt x="91" y="16"/>
                      <a:pt x="86" y="39"/>
                    </a:cubicBezTo>
                    <a:cubicBezTo>
                      <a:pt x="82" y="55"/>
                      <a:pt x="76" y="75"/>
                      <a:pt x="67" y="95"/>
                    </a:cubicBezTo>
                    <a:cubicBezTo>
                      <a:pt x="49" y="130"/>
                      <a:pt x="9" y="160"/>
                      <a:pt x="4" y="190"/>
                    </a:cubicBezTo>
                    <a:cubicBezTo>
                      <a:pt x="0" y="223"/>
                      <a:pt x="23" y="254"/>
                      <a:pt x="56" y="258"/>
                    </a:cubicBezTo>
                    <a:cubicBezTo>
                      <a:pt x="89" y="263"/>
                      <a:pt x="119" y="240"/>
                      <a:pt x="124" y="207"/>
                    </a:cubicBezTo>
                    <a:cubicBezTo>
                      <a:pt x="128" y="174"/>
                      <a:pt x="120" y="61"/>
                      <a:pt x="91" y="0"/>
                    </a:cubicBezTo>
                    <a:close/>
                    <a:moveTo>
                      <a:pt x="91" y="0"/>
                    </a:moveTo>
                    <a:cubicBezTo>
                      <a:pt x="91" y="0"/>
                      <a:pt x="91" y="0"/>
                      <a:pt x="91" y="0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" name="Freeform 34"/>
              <p:cNvSpPr>
                <a:spLocks noEditPoints="1"/>
              </p:cNvSpPr>
              <p:nvPr userDrawn="1"/>
            </p:nvSpPr>
            <p:spPr bwMode="auto">
              <a:xfrm>
                <a:off x="742" y="1095"/>
                <a:ext cx="51" cy="229"/>
              </a:xfrm>
              <a:custGeom>
                <a:avLst/>
                <a:gdLst>
                  <a:gd name="T0" fmla="*/ 41 w 51"/>
                  <a:gd name="T1" fmla="*/ 229 h 229"/>
                  <a:gd name="T2" fmla="*/ 31 w 51"/>
                  <a:gd name="T3" fmla="*/ 0 h 229"/>
                  <a:gd name="T4" fmla="*/ 0 w 51"/>
                  <a:gd name="T5" fmla="*/ 223 h 229"/>
                  <a:gd name="T6" fmla="*/ 41 w 51"/>
                  <a:gd name="T7" fmla="*/ 229 h 229"/>
                  <a:gd name="T8" fmla="*/ 41 w 51"/>
                  <a:gd name="T9" fmla="*/ 229 h 229"/>
                  <a:gd name="T10" fmla="*/ 41 w 51"/>
                  <a:gd name="T11" fmla="*/ 229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" h="229">
                    <a:moveTo>
                      <a:pt x="41" y="229"/>
                    </a:moveTo>
                    <a:cubicBezTo>
                      <a:pt x="51" y="94"/>
                      <a:pt x="48" y="3"/>
                      <a:pt x="31" y="0"/>
                    </a:cubicBezTo>
                    <a:cubicBezTo>
                      <a:pt x="0" y="223"/>
                      <a:pt x="0" y="223"/>
                      <a:pt x="0" y="223"/>
                    </a:cubicBezTo>
                    <a:lnTo>
                      <a:pt x="41" y="229"/>
                    </a:lnTo>
                    <a:close/>
                    <a:moveTo>
                      <a:pt x="41" y="229"/>
                    </a:moveTo>
                    <a:cubicBezTo>
                      <a:pt x="41" y="229"/>
                      <a:pt x="41" y="229"/>
                      <a:pt x="41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Freeform 35"/>
              <p:cNvSpPr>
                <a:spLocks noEditPoints="1"/>
              </p:cNvSpPr>
              <p:nvPr userDrawn="1"/>
            </p:nvSpPr>
            <p:spPr bwMode="auto">
              <a:xfrm>
                <a:off x="621" y="1313"/>
                <a:ext cx="162" cy="692"/>
              </a:xfrm>
              <a:custGeom>
                <a:avLst/>
                <a:gdLst>
                  <a:gd name="T0" fmla="*/ 121 w 162"/>
                  <a:gd name="T1" fmla="*/ 5 h 692"/>
                  <a:gd name="T2" fmla="*/ 80 w 162"/>
                  <a:gd name="T3" fmla="*/ 0 h 692"/>
                  <a:gd name="T4" fmla="*/ 42 w 162"/>
                  <a:gd name="T5" fmla="*/ 228 h 692"/>
                  <a:gd name="T6" fmla="*/ 27 w 162"/>
                  <a:gd name="T7" fmla="*/ 688 h 692"/>
                  <a:gd name="T8" fmla="*/ 136 w 162"/>
                  <a:gd name="T9" fmla="*/ 241 h 692"/>
                  <a:gd name="T10" fmla="*/ 162 w 162"/>
                  <a:gd name="T11" fmla="*/ 11 h 692"/>
                  <a:gd name="T12" fmla="*/ 121 w 162"/>
                  <a:gd name="T13" fmla="*/ 5 h 692"/>
                  <a:gd name="T14" fmla="*/ 121 w 162"/>
                  <a:gd name="T15" fmla="*/ 5 h 692"/>
                  <a:gd name="T16" fmla="*/ 121 w 162"/>
                  <a:gd name="T17" fmla="*/ 5 h 6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2" h="692">
                    <a:moveTo>
                      <a:pt x="121" y="5"/>
                    </a:moveTo>
                    <a:cubicBezTo>
                      <a:pt x="80" y="0"/>
                      <a:pt x="80" y="0"/>
                      <a:pt x="80" y="0"/>
                    </a:cubicBezTo>
                    <a:cubicBezTo>
                      <a:pt x="67" y="66"/>
                      <a:pt x="54" y="145"/>
                      <a:pt x="42" y="228"/>
                    </a:cubicBezTo>
                    <a:cubicBezTo>
                      <a:pt x="7" y="479"/>
                      <a:pt x="0" y="684"/>
                      <a:pt x="27" y="688"/>
                    </a:cubicBezTo>
                    <a:cubicBezTo>
                      <a:pt x="53" y="692"/>
                      <a:pt x="102" y="492"/>
                      <a:pt x="136" y="241"/>
                    </a:cubicBezTo>
                    <a:cubicBezTo>
                      <a:pt x="148" y="158"/>
                      <a:pt x="156" y="79"/>
                      <a:pt x="162" y="11"/>
                    </a:cubicBezTo>
                    <a:lnTo>
                      <a:pt x="121" y="5"/>
                    </a:lnTo>
                    <a:close/>
                    <a:moveTo>
                      <a:pt x="121" y="5"/>
                    </a:moveTo>
                    <a:cubicBezTo>
                      <a:pt x="121" y="5"/>
                      <a:pt x="121" y="5"/>
                      <a:pt x="121" y="5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Freeform 36"/>
              <p:cNvSpPr>
                <a:spLocks noEditPoints="1"/>
              </p:cNvSpPr>
              <p:nvPr userDrawn="1"/>
            </p:nvSpPr>
            <p:spPr bwMode="auto">
              <a:xfrm>
                <a:off x="399" y="1468"/>
                <a:ext cx="452" cy="571"/>
              </a:xfrm>
              <a:custGeom>
                <a:avLst/>
                <a:gdLst>
                  <a:gd name="T0" fmla="*/ 414 w 452"/>
                  <a:gd name="T1" fmla="*/ 0 h 571"/>
                  <a:gd name="T2" fmla="*/ 38 w 452"/>
                  <a:gd name="T3" fmla="*/ 0 h 571"/>
                  <a:gd name="T4" fmla="*/ 2 w 452"/>
                  <a:gd name="T5" fmla="*/ 40 h 571"/>
                  <a:gd name="T6" fmla="*/ 12 w 452"/>
                  <a:gd name="T7" fmla="*/ 127 h 571"/>
                  <a:gd name="T8" fmla="*/ 63 w 452"/>
                  <a:gd name="T9" fmla="*/ 90 h 571"/>
                  <a:gd name="T10" fmla="*/ 117 w 452"/>
                  <a:gd name="T11" fmla="*/ 130 h 571"/>
                  <a:gd name="T12" fmla="*/ 171 w 452"/>
                  <a:gd name="T13" fmla="*/ 90 h 571"/>
                  <a:gd name="T14" fmla="*/ 226 w 452"/>
                  <a:gd name="T15" fmla="*/ 130 h 571"/>
                  <a:gd name="T16" fmla="*/ 280 w 452"/>
                  <a:gd name="T17" fmla="*/ 90 h 571"/>
                  <a:gd name="T18" fmla="*/ 335 w 452"/>
                  <a:gd name="T19" fmla="*/ 130 h 571"/>
                  <a:gd name="T20" fmla="*/ 389 w 452"/>
                  <a:gd name="T21" fmla="*/ 90 h 571"/>
                  <a:gd name="T22" fmla="*/ 440 w 452"/>
                  <a:gd name="T23" fmla="*/ 128 h 571"/>
                  <a:gd name="T24" fmla="*/ 450 w 452"/>
                  <a:gd name="T25" fmla="*/ 40 h 571"/>
                  <a:gd name="T26" fmla="*/ 414 w 452"/>
                  <a:gd name="T27" fmla="*/ 0 h 571"/>
                  <a:gd name="T28" fmla="*/ 389 w 452"/>
                  <a:gd name="T29" fmla="*/ 146 h 571"/>
                  <a:gd name="T30" fmla="*/ 334 w 452"/>
                  <a:gd name="T31" fmla="*/ 186 h 571"/>
                  <a:gd name="T32" fmla="*/ 280 w 452"/>
                  <a:gd name="T33" fmla="*/ 146 h 571"/>
                  <a:gd name="T34" fmla="*/ 225 w 452"/>
                  <a:gd name="T35" fmla="*/ 186 h 571"/>
                  <a:gd name="T36" fmla="*/ 171 w 452"/>
                  <a:gd name="T37" fmla="*/ 146 h 571"/>
                  <a:gd name="T38" fmla="*/ 117 w 452"/>
                  <a:gd name="T39" fmla="*/ 186 h 571"/>
                  <a:gd name="T40" fmla="*/ 62 w 452"/>
                  <a:gd name="T41" fmla="*/ 146 h 571"/>
                  <a:gd name="T42" fmla="*/ 18 w 452"/>
                  <a:gd name="T43" fmla="*/ 179 h 571"/>
                  <a:gd name="T44" fmla="*/ 58 w 452"/>
                  <a:gd name="T45" fmla="*/ 531 h 571"/>
                  <a:gd name="T46" fmla="*/ 103 w 452"/>
                  <a:gd name="T47" fmla="*/ 571 h 571"/>
                  <a:gd name="T48" fmla="*/ 353 w 452"/>
                  <a:gd name="T49" fmla="*/ 571 h 571"/>
                  <a:gd name="T50" fmla="*/ 398 w 452"/>
                  <a:gd name="T51" fmla="*/ 531 h 571"/>
                  <a:gd name="T52" fmla="*/ 435 w 452"/>
                  <a:gd name="T53" fmla="*/ 180 h 571"/>
                  <a:gd name="T54" fmla="*/ 389 w 452"/>
                  <a:gd name="T55" fmla="*/ 146 h 571"/>
                  <a:gd name="T56" fmla="*/ 389 w 452"/>
                  <a:gd name="T57" fmla="*/ 146 h 571"/>
                  <a:gd name="T58" fmla="*/ 389 w 452"/>
                  <a:gd name="T59" fmla="*/ 146 h 5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52" h="571">
                    <a:moveTo>
                      <a:pt x="414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16" y="0"/>
                      <a:pt x="0" y="18"/>
                      <a:pt x="2" y="40"/>
                    </a:cubicBezTo>
                    <a:cubicBezTo>
                      <a:pt x="12" y="127"/>
                      <a:pt x="12" y="127"/>
                      <a:pt x="12" y="127"/>
                    </a:cubicBezTo>
                    <a:cubicBezTo>
                      <a:pt x="63" y="90"/>
                      <a:pt x="63" y="90"/>
                      <a:pt x="63" y="90"/>
                    </a:cubicBezTo>
                    <a:cubicBezTo>
                      <a:pt x="117" y="130"/>
                      <a:pt x="117" y="130"/>
                      <a:pt x="117" y="130"/>
                    </a:cubicBezTo>
                    <a:cubicBezTo>
                      <a:pt x="171" y="90"/>
                      <a:pt x="171" y="90"/>
                      <a:pt x="171" y="90"/>
                    </a:cubicBezTo>
                    <a:cubicBezTo>
                      <a:pt x="226" y="130"/>
                      <a:pt x="226" y="130"/>
                      <a:pt x="226" y="130"/>
                    </a:cubicBezTo>
                    <a:cubicBezTo>
                      <a:pt x="280" y="90"/>
                      <a:pt x="280" y="90"/>
                      <a:pt x="280" y="90"/>
                    </a:cubicBezTo>
                    <a:cubicBezTo>
                      <a:pt x="335" y="130"/>
                      <a:pt x="335" y="130"/>
                      <a:pt x="335" y="130"/>
                    </a:cubicBezTo>
                    <a:cubicBezTo>
                      <a:pt x="389" y="90"/>
                      <a:pt x="389" y="90"/>
                      <a:pt x="389" y="90"/>
                    </a:cubicBezTo>
                    <a:cubicBezTo>
                      <a:pt x="440" y="128"/>
                      <a:pt x="440" y="128"/>
                      <a:pt x="440" y="128"/>
                    </a:cubicBezTo>
                    <a:cubicBezTo>
                      <a:pt x="450" y="40"/>
                      <a:pt x="450" y="40"/>
                      <a:pt x="450" y="40"/>
                    </a:cubicBezTo>
                    <a:cubicBezTo>
                      <a:pt x="452" y="18"/>
                      <a:pt x="436" y="0"/>
                      <a:pt x="414" y="0"/>
                    </a:cubicBezTo>
                    <a:close/>
                    <a:moveTo>
                      <a:pt x="389" y="146"/>
                    </a:moveTo>
                    <a:cubicBezTo>
                      <a:pt x="334" y="186"/>
                      <a:pt x="334" y="186"/>
                      <a:pt x="334" y="186"/>
                    </a:cubicBezTo>
                    <a:cubicBezTo>
                      <a:pt x="280" y="146"/>
                      <a:pt x="280" y="146"/>
                      <a:pt x="280" y="146"/>
                    </a:cubicBezTo>
                    <a:cubicBezTo>
                      <a:pt x="225" y="186"/>
                      <a:pt x="225" y="186"/>
                      <a:pt x="225" y="186"/>
                    </a:cubicBezTo>
                    <a:cubicBezTo>
                      <a:pt x="171" y="146"/>
                      <a:pt x="171" y="146"/>
                      <a:pt x="171" y="146"/>
                    </a:cubicBezTo>
                    <a:cubicBezTo>
                      <a:pt x="117" y="186"/>
                      <a:pt x="117" y="186"/>
                      <a:pt x="117" y="186"/>
                    </a:cubicBezTo>
                    <a:cubicBezTo>
                      <a:pt x="62" y="146"/>
                      <a:pt x="62" y="146"/>
                      <a:pt x="62" y="146"/>
                    </a:cubicBezTo>
                    <a:cubicBezTo>
                      <a:pt x="18" y="179"/>
                      <a:pt x="18" y="179"/>
                      <a:pt x="18" y="179"/>
                    </a:cubicBezTo>
                    <a:cubicBezTo>
                      <a:pt x="58" y="531"/>
                      <a:pt x="58" y="531"/>
                      <a:pt x="58" y="531"/>
                    </a:cubicBezTo>
                    <a:cubicBezTo>
                      <a:pt x="60" y="553"/>
                      <a:pt x="81" y="571"/>
                      <a:pt x="103" y="571"/>
                    </a:cubicBezTo>
                    <a:cubicBezTo>
                      <a:pt x="353" y="571"/>
                      <a:pt x="353" y="571"/>
                      <a:pt x="353" y="571"/>
                    </a:cubicBezTo>
                    <a:cubicBezTo>
                      <a:pt x="376" y="571"/>
                      <a:pt x="395" y="553"/>
                      <a:pt x="398" y="531"/>
                    </a:cubicBezTo>
                    <a:cubicBezTo>
                      <a:pt x="435" y="180"/>
                      <a:pt x="435" y="180"/>
                      <a:pt x="435" y="180"/>
                    </a:cubicBezTo>
                    <a:lnTo>
                      <a:pt x="389" y="146"/>
                    </a:lnTo>
                    <a:close/>
                    <a:moveTo>
                      <a:pt x="389" y="146"/>
                    </a:moveTo>
                    <a:cubicBezTo>
                      <a:pt x="389" y="146"/>
                      <a:pt x="389" y="146"/>
                      <a:pt x="389" y="146"/>
                    </a:cubicBezTo>
                  </a:path>
                </a:pathLst>
              </a:custGeom>
              <a:solidFill>
                <a:srgbClr val="FCA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Freeform 37"/>
              <p:cNvSpPr>
                <a:spLocks noEditPoints="1"/>
              </p:cNvSpPr>
              <p:nvPr userDrawn="1"/>
            </p:nvSpPr>
            <p:spPr bwMode="auto">
              <a:xfrm>
                <a:off x="249" y="1558"/>
                <a:ext cx="7182" cy="685"/>
              </a:xfrm>
              <a:custGeom>
                <a:avLst/>
                <a:gdLst>
                  <a:gd name="T0" fmla="*/ 539 w 7184"/>
                  <a:gd name="T1" fmla="*/ 0 h 685"/>
                  <a:gd name="T2" fmla="*/ 484 w 7184"/>
                  <a:gd name="T3" fmla="*/ 40 h 685"/>
                  <a:gd name="T4" fmla="*/ 430 w 7184"/>
                  <a:gd name="T5" fmla="*/ 0 h 685"/>
                  <a:gd name="T6" fmla="*/ 376 w 7184"/>
                  <a:gd name="T7" fmla="*/ 40 h 685"/>
                  <a:gd name="T8" fmla="*/ 375 w 7184"/>
                  <a:gd name="T9" fmla="*/ 40 h 685"/>
                  <a:gd name="T10" fmla="*/ 321 w 7184"/>
                  <a:gd name="T11" fmla="*/ 0 h 685"/>
                  <a:gd name="T12" fmla="*/ 267 w 7184"/>
                  <a:gd name="T13" fmla="*/ 40 h 685"/>
                  <a:gd name="T14" fmla="*/ 213 w 7184"/>
                  <a:gd name="T15" fmla="*/ 0 h 685"/>
                  <a:gd name="T16" fmla="*/ 162 w 7184"/>
                  <a:gd name="T17" fmla="*/ 37 h 685"/>
                  <a:gd name="T18" fmla="*/ 168 w 7184"/>
                  <a:gd name="T19" fmla="*/ 88 h 685"/>
                  <a:gd name="T20" fmla="*/ 213 w 7184"/>
                  <a:gd name="T21" fmla="*/ 56 h 685"/>
                  <a:gd name="T22" fmla="*/ 267 w 7184"/>
                  <a:gd name="T23" fmla="*/ 96 h 685"/>
                  <a:gd name="T24" fmla="*/ 321 w 7184"/>
                  <a:gd name="T25" fmla="*/ 56 h 685"/>
                  <a:gd name="T26" fmla="*/ 375 w 7184"/>
                  <a:gd name="T27" fmla="*/ 96 h 685"/>
                  <a:gd name="T28" fmla="*/ 376 w 7184"/>
                  <a:gd name="T29" fmla="*/ 96 h 685"/>
                  <a:gd name="T30" fmla="*/ 430 w 7184"/>
                  <a:gd name="T31" fmla="*/ 56 h 685"/>
                  <a:gd name="T32" fmla="*/ 484 w 7184"/>
                  <a:gd name="T33" fmla="*/ 96 h 685"/>
                  <a:gd name="T34" fmla="*/ 539 w 7184"/>
                  <a:gd name="T35" fmla="*/ 56 h 685"/>
                  <a:gd name="T36" fmla="*/ 585 w 7184"/>
                  <a:gd name="T37" fmla="*/ 90 h 685"/>
                  <a:gd name="T38" fmla="*/ 590 w 7184"/>
                  <a:gd name="T39" fmla="*/ 38 h 685"/>
                  <a:gd name="T40" fmla="*/ 539 w 7184"/>
                  <a:gd name="T41" fmla="*/ 0 h 685"/>
                  <a:gd name="T42" fmla="*/ 0 w 7184"/>
                  <a:gd name="T43" fmla="*/ 583 h 685"/>
                  <a:gd name="T44" fmla="*/ 102 w 7184"/>
                  <a:gd name="T45" fmla="*/ 685 h 685"/>
                  <a:gd name="T46" fmla="*/ 7082 w 7184"/>
                  <a:gd name="T47" fmla="*/ 685 h 685"/>
                  <a:gd name="T48" fmla="*/ 7184 w 7184"/>
                  <a:gd name="T49" fmla="*/ 583 h 685"/>
                  <a:gd name="T50" fmla="*/ 7082 w 7184"/>
                  <a:gd name="T51" fmla="*/ 481 h 685"/>
                  <a:gd name="T52" fmla="*/ 102 w 7184"/>
                  <a:gd name="T53" fmla="*/ 481 h 685"/>
                  <a:gd name="T54" fmla="*/ 0 w 7184"/>
                  <a:gd name="T55" fmla="*/ 583 h 685"/>
                  <a:gd name="T56" fmla="*/ 0 w 7184"/>
                  <a:gd name="T57" fmla="*/ 583 h 685"/>
                  <a:gd name="T58" fmla="*/ 0 w 7184"/>
                  <a:gd name="T59" fmla="*/ 583 h 6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184" h="685">
                    <a:moveTo>
                      <a:pt x="539" y="0"/>
                    </a:moveTo>
                    <a:cubicBezTo>
                      <a:pt x="484" y="40"/>
                      <a:pt x="484" y="40"/>
                      <a:pt x="484" y="40"/>
                    </a:cubicBezTo>
                    <a:cubicBezTo>
                      <a:pt x="430" y="0"/>
                      <a:pt x="430" y="0"/>
                      <a:pt x="430" y="0"/>
                    </a:cubicBezTo>
                    <a:cubicBezTo>
                      <a:pt x="376" y="40"/>
                      <a:pt x="376" y="40"/>
                      <a:pt x="376" y="40"/>
                    </a:cubicBezTo>
                    <a:cubicBezTo>
                      <a:pt x="375" y="40"/>
                      <a:pt x="375" y="40"/>
                      <a:pt x="375" y="40"/>
                    </a:cubicBezTo>
                    <a:cubicBezTo>
                      <a:pt x="321" y="0"/>
                      <a:pt x="321" y="0"/>
                      <a:pt x="321" y="0"/>
                    </a:cubicBezTo>
                    <a:cubicBezTo>
                      <a:pt x="267" y="40"/>
                      <a:pt x="267" y="40"/>
                      <a:pt x="267" y="40"/>
                    </a:cubicBezTo>
                    <a:cubicBezTo>
                      <a:pt x="213" y="0"/>
                      <a:pt x="213" y="0"/>
                      <a:pt x="213" y="0"/>
                    </a:cubicBezTo>
                    <a:cubicBezTo>
                      <a:pt x="162" y="37"/>
                      <a:pt x="162" y="37"/>
                      <a:pt x="162" y="37"/>
                    </a:cubicBezTo>
                    <a:cubicBezTo>
                      <a:pt x="168" y="88"/>
                      <a:pt x="168" y="88"/>
                      <a:pt x="168" y="88"/>
                    </a:cubicBezTo>
                    <a:cubicBezTo>
                      <a:pt x="213" y="56"/>
                      <a:pt x="213" y="56"/>
                      <a:pt x="213" y="56"/>
                    </a:cubicBezTo>
                    <a:cubicBezTo>
                      <a:pt x="267" y="96"/>
                      <a:pt x="267" y="96"/>
                      <a:pt x="267" y="96"/>
                    </a:cubicBezTo>
                    <a:cubicBezTo>
                      <a:pt x="321" y="56"/>
                      <a:pt x="321" y="56"/>
                      <a:pt x="321" y="56"/>
                    </a:cubicBezTo>
                    <a:cubicBezTo>
                      <a:pt x="375" y="96"/>
                      <a:pt x="375" y="96"/>
                      <a:pt x="375" y="96"/>
                    </a:cubicBezTo>
                    <a:cubicBezTo>
                      <a:pt x="376" y="96"/>
                      <a:pt x="376" y="96"/>
                      <a:pt x="376" y="96"/>
                    </a:cubicBezTo>
                    <a:cubicBezTo>
                      <a:pt x="430" y="56"/>
                      <a:pt x="430" y="56"/>
                      <a:pt x="430" y="56"/>
                    </a:cubicBezTo>
                    <a:cubicBezTo>
                      <a:pt x="484" y="96"/>
                      <a:pt x="484" y="96"/>
                      <a:pt x="484" y="96"/>
                    </a:cubicBezTo>
                    <a:cubicBezTo>
                      <a:pt x="539" y="56"/>
                      <a:pt x="539" y="56"/>
                      <a:pt x="539" y="56"/>
                    </a:cubicBezTo>
                    <a:cubicBezTo>
                      <a:pt x="585" y="90"/>
                      <a:pt x="585" y="90"/>
                      <a:pt x="585" y="90"/>
                    </a:cubicBezTo>
                    <a:cubicBezTo>
                      <a:pt x="590" y="38"/>
                      <a:pt x="590" y="38"/>
                      <a:pt x="590" y="38"/>
                    </a:cubicBezTo>
                    <a:lnTo>
                      <a:pt x="539" y="0"/>
                    </a:lnTo>
                    <a:close/>
                    <a:moveTo>
                      <a:pt x="0" y="583"/>
                    </a:moveTo>
                    <a:cubicBezTo>
                      <a:pt x="0" y="639"/>
                      <a:pt x="46" y="685"/>
                      <a:pt x="102" y="685"/>
                    </a:cubicBezTo>
                    <a:cubicBezTo>
                      <a:pt x="7082" y="685"/>
                      <a:pt x="7082" y="685"/>
                      <a:pt x="7082" y="685"/>
                    </a:cubicBezTo>
                    <a:cubicBezTo>
                      <a:pt x="7138" y="685"/>
                      <a:pt x="7184" y="639"/>
                      <a:pt x="7184" y="583"/>
                    </a:cubicBezTo>
                    <a:cubicBezTo>
                      <a:pt x="7184" y="527"/>
                      <a:pt x="7138" y="481"/>
                      <a:pt x="7082" y="481"/>
                    </a:cubicBezTo>
                    <a:cubicBezTo>
                      <a:pt x="102" y="481"/>
                      <a:pt x="102" y="481"/>
                      <a:pt x="102" y="481"/>
                    </a:cubicBezTo>
                    <a:cubicBezTo>
                      <a:pt x="46" y="481"/>
                      <a:pt x="0" y="527"/>
                      <a:pt x="0" y="583"/>
                    </a:cubicBezTo>
                    <a:close/>
                    <a:moveTo>
                      <a:pt x="0" y="583"/>
                    </a:moveTo>
                    <a:cubicBezTo>
                      <a:pt x="0" y="583"/>
                      <a:pt x="0" y="583"/>
                      <a:pt x="0" y="583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Freeform 38"/>
              <p:cNvSpPr>
                <a:spLocks noEditPoints="1"/>
              </p:cNvSpPr>
              <p:nvPr userDrawn="1"/>
            </p:nvSpPr>
            <p:spPr bwMode="auto">
              <a:xfrm>
                <a:off x="1117" y="1150"/>
                <a:ext cx="12" cy="495"/>
              </a:xfrm>
              <a:custGeom>
                <a:avLst/>
                <a:gdLst>
                  <a:gd name="T0" fmla="*/ 9 w 12"/>
                  <a:gd name="T1" fmla="*/ 0 h 495"/>
                  <a:gd name="T2" fmla="*/ 6 w 12"/>
                  <a:gd name="T3" fmla="*/ 2 h 495"/>
                  <a:gd name="T4" fmla="*/ 4 w 12"/>
                  <a:gd name="T5" fmla="*/ 23 h 495"/>
                  <a:gd name="T6" fmla="*/ 12 w 12"/>
                  <a:gd name="T7" fmla="*/ 25 h 495"/>
                  <a:gd name="T8" fmla="*/ 12 w 12"/>
                  <a:gd name="T9" fmla="*/ 0 h 495"/>
                  <a:gd name="T10" fmla="*/ 9 w 12"/>
                  <a:gd name="T11" fmla="*/ 0 h 495"/>
                  <a:gd name="T12" fmla="*/ 2 w 12"/>
                  <a:gd name="T13" fmla="*/ 424 h 495"/>
                  <a:gd name="T14" fmla="*/ 1 w 12"/>
                  <a:gd name="T15" fmla="*/ 483 h 495"/>
                  <a:gd name="T16" fmla="*/ 6 w 12"/>
                  <a:gd name="T17" fmla="*/ 495 h 495"/>
                  <a:gd name="T18" fmla="*/ 12 w 12"/>
                  <a:gd name="T19" fmla="*/ 494 h 495"/>
                  <a:gd name="T20" fmla="*/ 12 w 12"/>
                  <a:gd name="T21" fmla="*/ 475 h 495"/>
                  <a:gd name="T22" fmla="*/ 2 w 12"/>
                  <a:gd name="T23" fmla="*/ 456 h 495"/>
                  <a:gd name="T24" fmla="*/ 3 w 12"/>
                  <a:gd name="T25" fmla="*/ 451 h 495"/>
                  <a:gd name="T26" fmla="*/ 12 w 12"/>
                  <a:gd name="T27" fmla="*/ 441 h 495"/>
                  <a:gd name="T28" fmla="*/ 12 w 12"/>
                  <a:gd name="T29" fmla="*/ 415 h 495"/>
                  <a:gd name="T30" fmla="*/ 2 w 12"/>
                  <a:gd name="T31" fmla="*/ 424 h 495"/>
                  <a:gd name="T32" fmla="*/ 4 w 12"/>
                  <a:gd name="T33" fmla="*/ 46 h 495"/>
                  <a:gd name="T34" fmla="*/ 3 w 12"/>
                  <a:gd name="T35" fmla="*/ 63 h 495"/>
                  <a:gd name="T36" fmla="*/ 12 w 12"/>
                  <a:gd name="T37" fmla="*/ 70 h 495"/>
                  <a:gd name="T38" fmla="*/ 12 w 12"/>
                  <a:gd name="T39" fmla="*/ 46 h 495"/>
                  <a:gd name="T40" fmla="*/ 4 w 12"/>
                  <a:gd name="T41" fmla="*/ 46 h 495"/>
                  <a:gd name="T42" fmla="*/ 1 w 12"/>
                  <a:gd name="T43" fmla="*/ 311 h 495"/>
                  <a:gd name="T44" fmla="*/ 12 w 12"/>
                  <a:gd name="T45" fmla="*/ 346 h 495"/>
                  <a:gd name="T46" fmla="*/ 12 w 12"/>
                  <a:gd name="T47" fmla="*/ 282 h 495"/>
                  <a:gd name="T48" fmla="*/ 1 w 12"/>
                  <a:gd name="T49" fmla="*/ 311 h 495"/>
                  <a:gd name="T50" fmla="*/ 1 w 12"/>
                  <a:gd name="T51" fmla="*/ 311 h 495"/>
                  <a:gd name="T52" fmla="*/ 1 w 12"/>
                  <a:gd name="T53" fmla="*/ 311 h 4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95">
                    <a:moveTo>
                      <a:pt x="9" y="0"/>
                    </a:moveTo>
                    <a:cubicBezTo>
                      <a:pt x="6" y="0"/>
                      <a:pt x="6" y="0"/>
                      <a:pt x="6" y="2"/>
                    </a:cubicBezTo>
                    <a:cubicBezTo>
                      <a:pt x="5" y="10"/>
                      <a:pt x="4" y="23"/>
                      <a:pt x="4" y="23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0"/>
                      <a:pt x="12" y="0"/>
                      <a:pt x="12" y="0"/>
                    </a:cubicBezTo>
                    <a:lnTo>
                      <a:pt x="9" y="0"/>
                    </a:lnTo>
                    <a:close/>
                    <a:moveTo>
                      <a:pt x="2" y="424"/>
                    </a:moveTo>
                    <a:cubicBezTo>
                      <a:pt x="1" y="483"/>
                      <a:pt x="1" y="483"/>
                      <a:pt x="1" y="483"/>
                    </a:cubicBezTo>
                    <a:cubicBezTo>
                      <a:pt x="0" y="493"/>
                      <a:pt x="2" y="495"/>
                      <a:pt x="6" y="495"/>
                    </a:cubicBezTo>
                    <a:cubicBezTo>
                      <a:pt x="10" y="495"/>
                      <a:pt x="12" y="494"/>
                      <a:pt x="12" y="494"/>
                    </a:cubicBezTo>
                    <a:cubicBezTo>
                      <a:pt x="12" y="475"/>
                      <a:pt x="12" y="475"/>
                      <a:pt x="12" y="475"/>
                    </a:cubicBezTo>
                    <a:cubicBezTo>
                      <a:pt x="2" y="456"/>
                      <a:pt x="2" y="456"/>
                      <a:pt x="2" y="456"/>
                    </a:cubicBezTo>
                    <a:cubicBezTo>
                      <a:pt x="3" y="451"/>
                      <a:pt x="3" y="451"/>
                      <a:pt x="3" y="451"/>
                    </a:cubicBezTo>
                    <a:cubicBezTo>
                      <a:pt x="12" y="441"/>
                      <a:pt x="12" y="441"/>
                      <a:pt x="12" y="441"/>
                    </a:cubicBezTo>
                    <a:cubicBezTo>
                      <a:pt x="12" y="415"/>
                      <a:pt x="12" y="415"/>
                      <a:pt x="12" y="415"/>
                    </a:cubicBezTo>
                    <a:cubicBezTo>
                      <a:pt x="4" y="416"/>
                      <a:pt x="2" y="418"/>
                      <a:pt x="2" y="424"/>
                    </a:cubicBezTo>
                    <a:close/>
                    <a:moveTo>
                      <a:pt x="4" y="46"/>
                    </a:moveTo>
                    <a:cubicBezTo>
                      <a:pt x="3" y="63"/>
                      <a:pt x="3" y="63"/>
                      <a:pt x="3" y="63"/>
                    </a:cubicBezTo>
                    <a:cubicBezTo>
                      <a:pt x="3" y="67"/>
                      <a:pt x="6" y="70"/>
                      <a:pt x="12" y="70"/>
                    </a:cubicBezTo>
                    <a:cubicBezTo>
                      <a:pt x="12" y="46"/>
                      <a:pt x="12" y="46"/>
                      <a:pt x="12" y="46"/>
                    </a:cubicBezTo>
                    <a:lnTo>
                      <a:pt x="4" y="46"/>
                    </a:lnTo>
                    <a:close/>
                    <a:moveTo>
                      <a:pt x="1" y="311"/>
                    </a:moveTo>
                    <a:cubicBezTo>
                      <a:pt x="1" y="331"/>
                      <a:pt x="5" y="342"/>
                      <a:pt x="12" y="346"/>
                    </a:cubicBezTo>
                    <a:cubicBezTo>
                      <a:pt x="12" y="282"/>
                      <a:pt x="12" y="282"/>
                      <a:pt x="12" y="282"/>
                    </a:cubicBezTo>
                    <a:cubicBezTo>
                      <a:pt x="4" y="284"/>
                      <a:pt x="1" y="292"/>
                      <a:pt x="1" y="311"/>
                    </a:cubicBezTo>
                    <a:close/>
                    <a:moveTo>
                      <a:pt x="1" y="311"/>
                    </a:moveTo>
                    <a:cubicBezTo>
                      <a:pt x="1" y="311"/>
                      <a:pt x="1" y="311"/>
                      <a:pt x="1" y="31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Freeform 39"/>
              <p:cNvSpPr>
                <a:spLocks noEditPoints="1"/>
              </p:cNvSpPr>
              <p:nvPr userDrawn="1"/>
            </p:nvSpPr>
            <p:spPr bwMode="auto">
              <a:xfrm>
                <a:off x="960" y="771"/>
                <a:ext cx="169" cy="1268"/>
              </a:xfrm>
              <a:custGeom>
                <a:avLst/>
                <a:gdLst>
                  <a:gd name="T0" fmla="*/ 47 w 169"/>
                  <a:gd name="T1" fmla="*/ 968 h 1268"/>
                  <a:gd name="T2" fmla="*/ 169 w 169"/>
                  <a:gd name="T3" fmla="*/ 988 h 1268"/>
                  <a:gd name="T4" fmla="*/ 145 w 169"/>
                  <a:gd name="T5" fmla="*/ 968 h 1268"/>
                  <a:gd name="T6" fmla="*/ 169 w 169"/>
                  <a:gd name="T7" fmla="*/ 948 h 1268"/>
                  <a:gd name="T8" fmla="*/ 169 w 169"/>
                  <a:gd name="T9" fmla="*/ 890 h 1268"/>
                  <a:gd name="T10" fmla="*/ 112 w 169"/>
                  <a:gd name="T11" fmla="*/ 890 h 1268"/>
                  <a:gd name="T12" fmla="*/ 125 w 169"/>
                  <a:gd name="T13" fmla="*/ 862 h 1268"/>
                  <a:gd name="T14" fmla="*/ 119 w 169"/>
                  <a:gd name="T15" fmla="*/ 794 h 1268"/>
                  <a:gd name="T16" fmla="*/ 113 w 169"/>
                  <a:gd name="T17" fmla="*/ 792 h 1268"/>
                  <a:gd name="T18" fmla="*/ 141 w 169"/>
                  <a:gd name="T19" fmla="*/ 779 h 1268"/>
                  <a:gd name="T20" fmla="*/ 169 w 169"/>
                  <a:gd name="T21" fmla="*/ 751 h 1268"/>
                  <a:gd name="T22" fmla="*/ 169 w 169"/>
                  <a:gd name="T23" fmla="*/ 638 h 1268"/>
                  <a:gd name="T24" fmla="*/ 168 w 169"/>
                  <a:gd name="T25" fmla="*/ 609 h 1268"/>
                  <a:gd name="T26" fmla="*/ 169 w 169"/>
                  <a:gd name="T27" fmla="*/ 595 h 1268"/>
                  <a:gd name="T28" fmla="*/ 165 w 169"/>
                  <a:gd name="T29" fmla="*/ 579 h 1268"/>
                  <a:gd name="T30" fmla="*/ 149 w 169"/>
                  <a:gd name="T31" fmla="*/ 587 h 1268"/>
                  <a:gd name="T32" fmla="*/ 154 w 169"/>
                  <a:gd name="T33" fmla="*/ 594 h 1268"/>
                  <a:gd name="T34" fmla="*/ 160 w 169"/>
                  <a:gd name="T35" fmla="*/ 596 h 1268"/>
                  <a:gd name="T36" fmla="*/ 132 w 169"/>
                  <a:gd name="T37" fmla="*/ 610 h 1268"/>
                  <a:gd name="T38" fmla="*/ 111 w 169"/>
                  <a:gd name="T39" fmla="*/ 595 h 1268"/>
                  <a:gd name="T40" fmla="*/ 147 w 169"/>
                  <a:gd name="T41" fmla="*/ 500 h 1268"/>
                  <a:gd name="T42" fmla="*/ 169 w 169"/>
                  <a:gd name="T43" fmla="*/ 471 h 1268"/>
                  <a:gd name="T44" fmla="*/ 114 w 169"/>
                  <a:gd name="T45" fmla="*/ 471 h 1268"/>
                  <a:gd name="T46" fmla="*/ 127 w 169"/>
                  <a:gd name="T47" fmla="*/ 443 h 1268"/>
                  <a:gd name="T48" fmla="*/ 122 w 169"/>
                  <a:gd name="T49" fmla="*/ 375 h 1268"/>
                  <a:gd name="T50" fmla="*/ 115 w 169"/>
                  <a:gd name="T51" fmla="*/ 373 h 1268"/>
                  <a:gd name="T52" fmla="*/ 145 w 169"/>
                  <a:gd name="T53" fmla="*/ 359 h 1268"/>
                  <a:gd name="T54" fmla="*/ 169 w 169"/>
                  <a:gd name="T55" fmla="*/ 324 h 1268"/>
                  <a:gd name="T56" fmla="*/ 145 w 169"/>
                  <a:gd name="T57" fmla="*/ 304 h 1268"/>
                  <a:gd name="T58" fmla="*/ 169 w 169"/>
                  <a:gd name="T59" fmla="*/ 284 h 1268"/>
                  <a:gd name="T60" fmla="*/ 167 w 169"/>
                  <a:gd name="T61" fmla="*/ 249 h 1268"/>
                  <a:gd name="T62" fmla="*/ 47 w 169"/>
                  <a:gd name="T63" fmla="*/ 49 h 1268"/>
                  <a:gd name="T64" fmla="*/ 169 w 169"/>
                  <a:gd name="T65" fmla="*/ 0 h 1268"/>
                  <a:gd name="T66" fmla="*/ 0 w 169"/>
                  <a:gd name="T67" fmla="*/ 1268 h 1268"/>
                  <a:gd name="T68" fmla="*/ 169 w 169"/>
                  <a:gd name="T69" fmla="*/ 1222 h 1268"/>
                  <a:gd name="T70" fmla="*/ 47 w 169"/>
                  <a:gd name="T71" fmla="*/ 1222 h 1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69" h="1268">
                    <a:moveTo>
                      <a:pt x="47" y="1222"/>
                    </a:moveTo>
                    <a:cubicBezTo>
                      <a:pt x="47" y="968"/>
                      <a:pt x="47" y="968"/>
                      <a:pt x="47" y="968"/>
                    </a:cubicBezTo>
                    <a:cubicBezTo>
                      <a:pt x="169" y="1022"/>
                      <a:pt x="169" y="1022"/>
                      <a:pt x="169" y="1022"/>
                    </a:cubicBezTo>
                    <a:cubicBezTo>
                      <a:pt x="169" y="988"/>
                      <a:pt x="169" y="988"/>
                      <a:pt x="169" y="988"/>
                    </a:cubicBezTo>
                    <a:cubicBezTo>
                      <a:pt x="168" y="988"/>
                      <a:pt x="167" y="988"/>
                      <a:pt x="166" y="988"/>
                    </a:cubicBezTo>
                    <a:cubicBezTo>
                      <a:pt x="154" y="988"/>
                      <a:pt x="145" y="979"/>
                      <a:pt x="145" y="968"/>
                    </a:cubicBezTo>
                    <a:cubicBezTo>
                      <a:pt x="145" y="957"/>
                      <a:pt x="154" y="948"/>
                      <a:pt x="166" y="948"/>
                    </a:cubicBezTo>
                    <a:cubicBezTo>
                      <a:pt x="167" y="948"/>
                      <a:pt x="168" y="948"/>
                      <a:pt x="169" y="948"/>
                    </a:cubicBezTo>
                    <a:cubicBezTo>
                      <a:pt x="169" y="889"/>
                      <a:pt x="169" y="889"/>
                      <a:pt x="169" y="889"/>
                    </a:cubicBezTo>
                    <a:cubicBezTo>
                      <a:pt x="169" y="890"/>
                      <a:pt x="169" y="890"/>
                      <a:pt x="169" y="890"/>
                    </a:cubicBezTo>
                    <a:cubicBezTo>
                      <a:pt x="169" y="890"/>
                      <a:pt x="148" y="889"/>
                      <a:pt x="140" y="889"/>
                    </a:cubicBezTo>
                    <a:cubicBezTo>
                      <a:pt x="130" y="889"/>
                      <a:pt x="112" y="890"/>
                      <a:pt x="112" y="890"/>
                    </a:cubicBezTo>
                    <a:cubicBezTo>
                      <a:pt x="113" y="876"/>
                      <a:pt x="113" y="876"/>
                      <a:pt x="113" y="876"/>
                    </a:cubicBezTo>
                    <a:cubicBezTo>
                      <a:pt x="122" y="874"/>
                      <a:pt x="125" y="871"/>
                      <a:pt x="125" y="862"/>
                    </a:cubicBezTo>
                    <a:cubicBezTo>
                      <a:pt x="125" y="803"/>
                      <a:pt x="125" y="803"/>
                      <a:pt x="125" y="803"/>
                    </a:cubicBezTo>
                    <a:cubicBezTo>
                      <a:pt x="125" y="796"/>
                      <a:pt x="123" y="794"/>
                      <a:pt x="119" y="794"/>
                    </a:cubicBezTo>
                    <a:cubicBezTo>
                      <a:pt x="117" y="794"/>
                      <a:pt x="114" y="794"/>
                      <a:pt x="114" y="794"/>
                    </a:cubicBezTo>
                    <a:cubicBezTo>
                      <a:pt x="113" y="792"/>
                      <a:pt x="113" y="792"/>
                      <a:pt x="113" y="792"/>
                    </a:cubicBezTo>
                    <a:cubicBezTo>
                      <a:pt x="114" y="779"/>
                      <a:pt x="114" y="779"/>
                      <a:pt x="114" y="779"/>
                    </a:cubicBezTo>
                    <a:cubicBezTo>
                      <a:pt x="114" y="779"/>
                      <a:pt x="138" y="779"/>
                      <a:pt x="141" y="779"/>
                    </a:cubicBezTo>
                    <a:cubicBezTo>
                      <a:pt x="147" y="779"/>
                      <a:pt x="163" y="779"/>
                      <a:pt x="169" y="779"/>
                    </a:cubicBezTo>
                    <a:cubicBezTo>
                      <a:pt x="169" y="751"/>
                      <a:pt x="169" y="751"/>
                      <a:pt x="169" y="751"/>
                    </a:cubicBezTo>
                    <a:cubicBezTo>
                      <a:pt x="138" y="751"/>
                      <a:pt x="119" y="731"/>
                      <a:pt x="119" y="697"/>
                    </a:cubicBezTo>
                    <a:cubicBezTo>
                      <a:pt x="119" y="662"/>
                      <a:pt x="137" y="642"/>
                      <a:pt x="169" y="638"/>
                    </a:cubicBezTo>
                    <a:cubicBezTo>
                      <a:pt x="169" y="611"/>
                      <a:pt x="169" y="611"/>
                      <a:pt x="169" y="611"/>
                    </a:cubicBezTo>
                    <a:cubicBezTo>
                      <a:pt x="168" y="609"/>
                      <a:pt x="168" y="609"/>
                      <a:pt x="168" y="609"/>
                    </a:cubicBezTo>
                    <a:cubicBezTo>
                      <a:pt x="169" y="595"/>
                      <a:pt x="169" y="595"/>
                      <a:pt x="169" y="595"/>
                    </a:cubicBezTo>
                    <a:cubicBezTo>
                      <a:pt x="169" y="595"/>
                      <a:pt x="169" y="595"/>
                      <a:pt x="169" y="595"/>
                    </a:cubicBezTo>
                    <a:cubicBezTo>
                      <a:pt x="169" y="579"/>
                      <a:pt x="169" y="579"/>
                      <a:pt x="169" y="579"/>
                    </a:cubicBezTo>
                    <a:cubicBezTo>
                      <a:pt x="165" y="579"/>
                      <a:pt x="165" y="579"/>
                      <a:pt x="165" y="579"/>
                    </a:cubicBezTo>
                    <a:cubicBezTo>
                      <a:pt x="161" y="579"/>
                      <a:pt x="156" y="579"/>
                      <a:pt x="151" y="580"/>
                    </a:cubicBezTo>
                    <a:cubicBezTo>
                      <a:pt x="149" y="587"/>
                      <a:pt x="149" y="587"/>
                      <a:pt x="149" y="587"/>
                    </a:cubicBezTo>
                    <a:cubicBezTo>
                      <a:pt x="149" y="589"/>
                      <a:pt x="149" y="590"/>
                      <a:pt x="149" y="591"/>
                    </a:cubicBezTo>
                    <a:cubicBezTo>
                      <a:pt x="149" y="594"/>
                      <a:pt x="149" y="594"/>
                      <a:pt x="154" y="594"/>
                    </a:cubicBezTo>
                    <a:cubicBezTo>
                      <a:pt x="159" y="594"/>
                      <a:pt x="159" y="594"/>
                      <a:pt x="159" y="594"/>
                    </a:cubicBezTo>
                    <a:cubicBezTo>
                      <a:pt x="160" y="596"/>
                      <a:pt x="160" y="596"/>
                      <a:pt x="160" y="596"/>
                    </a:cubicBezTo>
                    <a:cubicBezTo>
                      <a:pt x="159" y="610"/>
                      <a:pt x="159" y="610"/>
                      <a:pt x="159" y="610"/>
                    </a:cubicBezTo>
                    <a:cubicBezTo>
                      <a:pt x="159" y="610"/>
                      <a:pt x="143" y="610"/>
                      <a:pt x="132" y="610"/>
                    </a:cubicBezTo>
                    <a:cubicBezTo>
                      <a:pt x="122" y="610"/>
                      <a:pt x="110" y="610"/>
                      <a:pt x="110" y="610"/>
                    </a:cubicBezTo>
                    <a:cubicBezTo>
                      <a:pt x="111" y="595"/>
                      <a:pt x="111" y="595"/>
                      <a:pt x="111" y="595"/>
                    </a:cubicBezTo>
                    <a:cubicBezTo>
                      <a:pt x="115" y="594"/>
                      <a:pt x="118" y="591"/>
                      <a:pt x="119" y="586"/>
                    </a:cubicBezTo>
                    <a:cubicBezTo>
                      <a:pt x="147" y="500"/>
                      <a:pt x="147" y="500"/>
                      <a:pt x="147" y="500"/>
                    </a:cubicBezTo>
                    <a:cubicBezTo>
                      <a:pt x="169" y="499"/>
                      <a:pt x="169" y="499"/>
                      <a:pt x="169" y="499"/>
                    </a:cubicBezTo>
                    <a:cubicBezTo>
                      <a:pt x="169" y="471"/>
                      <a:pt x="169" y="471"/>
                      <a:pt x="169" y="471"/>
                    </a:cubicBezTo>
                    <a:cubicBezTo>
                      <a:pt x="161" y="471"/>
                      <a:pt x="148" y="470"/>
                      <a:pt x="145" y="470"/>
                    </a:cubicBezTo>
                    <a:cubicBezTo>
                      <a:pt x="134" y="470"/>
                      <a:pt x="114" y="471"/>
                      <a:pt x="114" y="471"/>
                    </a:cubicBezTo>
                    <a:cubicBezTo>
                      <a:pt x="115" y="456"/>
                      <a:pt x="115" y="456"/>
                      <a:pt x="115" y="456"/>
                    </a:cubicBezTo>
                    <a:cubicBezTo>
                      <a:pt x="124" y="454"/>
                      <a:pt x="127" y="452"/>
                      <a:pt x="127" y="443"/>
                    </a:cubicBezTo>
                    <a:cubicBezTo>
                      <a:pt x="127" y="382"/>
                      <a:pt x="127" y="382"/>
                      <a:pt x="127" y="382"/>
                    </a:cubicBezTo>
                    <a:cubicBezTo>
                      <a:pt x="127" y="377"/>
                      <a:pt x="125" y="375"/>
                      <a:pt x="122" y="375"/>
                    </a:cubicBezTo>
                    <a:cubicBezTo>
                      <a:pt x="120" y="375"/>
                      <a:pt x="117" y="375"/>
                      <a:pt x="117" y="375"/>
                    </a:cubicBezTo>
                    <a:cubicBezTo>
                      <a:pt x="115" y="373"/>
                      <a:pt x="115" y="373"/>
                      <a:pt x="115" y="373"/>
                    </a:cubicBezTo>
                    <a:cubicBezTo>
                      <a:pt x="117" y="359"/>
                      <a:pt x="117" y="359"/>
                      <a:pt x="117" y="359"/>
                    </a:cubicBezTo>
                    <a:cubicBezTo>
                      <a:pt x="117" y="359"/>
                      <a:pt x="140" y="359"/>
                      <a:pt x="145" y="359"/>
                    </a:cubicBezTo>
                    <a:cubicBezTo>
                      <a:pt x="149" y="359"/>
                      <a:pt x="160" y="359"/>
                      <a:pt x="169" y="359"/>
                    </a:cubicBezTo>
                    <a:cubicBezTo>
                      <a:pt x="169" y="324"/>
                      <a:pt x="169" y="324"/>
                      <a:pt x="169" y="324"/>
                    </a:cubicBezTo>
                    <a:cubicBezTo>
                      <a:pt x="168" y="324"/>
                      <a:pt x="166" y="324"/>
                      <a:pt x="165" y="324"/>
                    </a:cubicBezTo>
                    <a:cubicBezTo>
                      <a:pt x="154" y="324"/>
                      <a:pt x="145" y="315"/>
                      <a:pt x="145" y="304"/>
                    </a:cubicBezTo>
                    <a:cubicBezTo>
                      <a:pt x="145" y="293"/>
                      <a:pt x="154" y="284"/>
                      <a:pt x="165" y="284"/>
                    </a:cubicBezTo>
                    <a:cubicBezTo>
                      <a:pt x="166" y="284"/>
                      <a:pt x="167" y="284"/>
                      <a:pt x="169" y="284"/>
                    </a:cubicBezTo>
                    <a:cubicBezTo>
                      <a:pt x="169" y="250"/>
                      <a:pt x="169" y="250"/>
                      <a:pt x="169" y="250"/>
                    </a:cubicBezTo>
                    <a:cubicBezTo>
                      <a:pt x="167" y="249"/>
                      <a:pt x="167" y="249"/>
                      <a:pt x="167" y="249"/>
                    </a:cubicBezTo>
                    <a:cubicBezTo>
                      <a:pt x="47" y="304"/>
                      <a:pt x="47" y="304"/>
                      <a:pt x="47" y="304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169" y="49"/>
                      <a:pt x="169" y="49"/>
                      <a:pt x="169" y="49"/>
                    </a:cubicBezTo>
                    <a:cubicBezTo>
                      <a:pt x="169" y="0"/>
                      <a:pt x="169" y="0"/>
                      <a:pt x="16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68"/>
                      <a:pt x="0" y="1268"/>
                      <a:pt x="0" y="1268"/>
                    </a:cubicBezTo>
                    <a:cubicBezTo>
                      <a:pt x="169" y="1268"/>
                      <a:pt x="169" y="1268"/>
                      <a:pt x="169" y="1268"/>
                    </a:cubicBezTo>
                    <a:cubicBezTo>
                      <a:pt x="169" y="1222"/>
                      <a:pt x="169" y="1222"/>
                      <a:pt x="169" y="1222"/>
                    </a:cubicBezTo>
                    <a:cubicBezTo>
                      <a:pt x="47" y="1222"/>
                      <a:pt x="47" y="1222"/>
                      <a:pt x="47" y="1222"/>
                    </a:cubicBezTo>
                    <a:close/>
                    <a:moveTo>
                      <a:pt x="47" y="1222"/>
                    </a:moveTo>
                    <a:cubicBezTo>
                      <a:pt x="47" y="1222"/>
                      <a:pt x="47" y="1222"/>
                      <a:pt x="47" y="122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" name="Freeform 40"/>
              <p:cNvSpPr>
                <a:spLocks noEditPoints="1"/>
              </p:cNvSpPr>
              <p:nvPr userDrawn="1"/>
            </p:nvSpPr>
            <p:spPr bwMode="auto">
              <a:xfrm>
                <a:off x="1117" y="1298"/>
                <a:ext cx="12" cy="31"/>
              </a:xfrm>
              <a:custGeom>
                <a:avLst/>
                <a:gdLst>
                  <a:gd name="T0" fmla="*/ 12 w 12"/>
                  <a:gd name="T1" fmla="*/ 0 h 31"/>
                  <a:gd name="T2" fmla="*/ 8 w 12"/>
                  <a:gd name="T3" fmla="*/ 0 h 31"/>
                  <a:gd name="T4" fmla="*/ 0 w 12"/>
                  <a:gd name="T5" fmla="*/ 31 h 31"/>
                  <a:gd name="T6" fmla="*/ 12 w 12"/>
                  <a:gd name="T7" fmla="*/ 31 h 31"/>
                  <a:gd name="T8" fmla="*/ 12 w 12"/>
                  <a:gd name="T9" fmla="*/ 0 h 31"/>
                  <a:gd name="T10" fmla="*/ 12 w 12"/>
                  <a:gd name="T11" fmla="*/ 0 h 31"/>
                  <a:gd name="T12" fmla="*/ 12 w 12"/>
                  <a:gd name="T13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31">
                    <a:moveTo>
                      <a:pt x="12" y="0"/>
                    </a:moveTo>
                    <a:lnTo>
                      <a:pt x="8" y="0"/>
                    </a:lnTo>
                    <a:lnTo>
                      <a:pt x="0" y="31"/>
                    </a:lnTo>
                    <a:lnTo>
                      <a:pt x="12" y="31"/>
                    </a:lnTo>
                    <a:lnTo>
                      <a:pt x="12" y="0"/>
                    </a:lnTo>
                    <a:close/>
                    <a:moveTo>
                      <a:pt x="12" y="0"/>
                    </a:move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" name="Freeform 41"/>
              <p:cNvSpPr>
                <a:spLocks noEditPoints="1"/>
              </p:cNvSpPr>
              <p:nvPr userDrawn="1"/>
            </p:nvSpPr>
            <p:spPr bwMode="auto">
              <a:xfrm>
                <a:off x="1117" y="1298"/>
                <a:ext cx="12" cy="31"/>
              </a:xfrm>
              <a:custGeom>
                <a:avLst/>
                <a:gdLst>
                  <a:gd name="T0" fmla="*/ 12 w 12"/>
                  <a:gd name="T1" fmla="*/ 0 h 31"/>
                  <a:gd name="T2" fmla="*/ 8 w 12"/>
                  <a:gd name="T3" fmla="*/ 0 h 31"/>
                  <a:gd name="T4" fmla="*/ 0 w 12"/>
                  <a:gd name="T5" fmla="*/ 31 h 31"/>
                  <a:gd name="T6" fmla="*/ 12 w 12"/>
                  <a:gd name="T7" fmla="*/ 31 h 31"/>
                  <a:gd name="T8" fmla="*/ 12 w 12"/>
                  <a:gd name="T9" fmla="*/ 0 h 31"/>
                  <a:gd name="T10" fmla="*/ 12 w 12"/>
                  <a:gd name="T11" fmla="*/ 0 h 31"/>
                  <a:gd name="T12" fmla="*/ 12 w 12"/>
                  <a:gd name="T13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31">
                    <a:moveTo>
                      <a:pt x="12" y="0"/>
                    </a:moveTo>
                    <a:lnTo>
                      <a:pt x="8" y="0"/>
                    </a:lnTo>
                    <a:lnTo>
                      <a:pt x="0" y="31"/>
                    </a:lnTo>
                    <a:lnTo>
                      <a:pt x="12" y="31"/>
                    </a:lnTo>
                    <a:lnTo>
                      <a:pt x="12" y="0"/>
                    </a:lnTo>
                    <a:moveTo>
                      <a:pt x="12" y="0"/>
                    </a:moveTo>
                    <a:lnTo>
                      <a:pt x="1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" name="Freeform 42"/>
              <p:cNvSpPr>
                <a:spLocks noEditPoints="1"/>
              </p:cNvSpPr>
              <p:nvPr userDrawn="1"/>
            </p:nvSpPr>
            <p:spPr bwMode="auto">
              <a:xfrm>
                <a:off x="1128" y="1365"/>
                <a:ext cx="1" cy="16"/>
              </a:xfrm>
              <a:custGeom>
                <a:avLst/>
                <a:gdLst>
                  <a:gd name="T0" fmla="*/ 1 w 1"/>
                  <a:gd name="T1" fmla="*/ 0 h 16"/>
                  <a:gd name="T2" fmla="*/ 0 w 1"/>
                  <a:gd name="T3" fmla="*/ 14 h 16"/>
                  <a:gd name="T4" fmla="*/ 1 w 1"/>
                  <a:gd name="T5" fmla="*/ 16 h 16"/>
                  <a:gd name="T6" fmla="*/ 1 w 1"/>
                  <a:gd name="T7" fmla="*/ 0 h 16"/>
                  <a:gd name="T8" fmla="*/ 1 w 1"/>
                  <a:gd name="T9" fmla="*/ 0 h 16"/>
                  <a:gd name="T10" fmla="*/ 1 w 1"/>
                  <a:gd name="T1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16">
                    <a:moveTo>
                      <a:pt x="1" y="0"/>
                    </a:moveTo>
                    <a:lnTo>
                      <a:pt x="0" y="14"/>
                    </a:lnTo>
                    <a:lnTo>
                      <a:pt x="1" y="16"/>
                    </a:lnTo>
                    <a:lnTo>
                      <a:pt x="1" y="0"/>
                    </a:lnTo>
                    <a:close/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BC16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" name="Freeform 43"/>
              <p:cNvSpPr>
                <a:spLocks noEditPoints="1"/>
              </p:cNvSpPr>
              <p:nvPr userDrawn="1"/>
            </p:nvSpPr>
            <p:spPr bwMode="auto">
              <a:xfrm>
                <a:off x="1128" y="1365"/>
                <a:ext cx="1" cy="16"/>
              </a:xfrm>
              <a:custGeom>
                <a:avLst/>
                <a:gdLst>
                  <a:gd name="T0" fmla="*/ 1 w 1"/>
                  <a:gd name="T1" fmla="*/ 0 h 16"/>
                  <a:gd name="T2" fmla="*/ 0 w 1"/>
                  <a:gd name="T3" fmla="*/ 14 h 16"/>
                  <a:gd name="T4" fmla="*/ 1 w 1"/>
                  <a:gd name="T5" fmla="*/ 16 h 16"/>
                  <a:gd name="T6" fmla="*/ 1 w 1"/>
                  <a:gd name="T7" fmla="*/ 0 h 16"/>
                  <a:gd name="T8" fmla="*/ 1 w 1"/>
                  <a:gd name="T9" fmla="*/ 0 h 16"/>
                  <a:gd name="T10" fmla="*/ 1 w 1"/>
                  <a:gd name="T1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16">
                    <a:moveTo>
                      <a:pt x="1" y="0"/>
                    </a:moveTo>
                    <a:lnTo>
                      <a:pt x="0" y="14"/>
                    </a:lnTo>
                    <a:lnTo>
                      <a:pt x="1" y="16"/>
                    </a:lnTo>
                    <a:lnTo>
                      <a:pt x="1" y="0"/>
                    </a:lnTo>
                    <a:moveTo>
                      <a:pt x="1" y="0"/>
                    </a:move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" name="Freeform 44"/>
              <p:cNvSpPr>
                <a:spLocks noEditPoints="1"/>
              </p:cNvSpPr>
              <p:nvPr userDrawn="1"/>
            </p:nvSpPr>
            <p:spPr bwMode="auto">
              <a:xfrm>
                <a:off x="1105" y="1055"/>
                <a:ext cx="24" cy="570"/>
              </a:xfrm>
              <a:custGeom>
                <a:avLst/>
                <a:gdLst>
                  <a:gd name="T0" fmla="*/ 15 w 24"/>
                  <a:gd name="T1" fmla="*/ 551 h 570"/>
                  <a:gd name="T2" fmla="*/ 24 w 24"/>
                  <a:gd name="T3" fmla="*/ 570 h 570"/>
                  <a:gd name="T4" fmla="*/ 24 w 24"/>
                  <a:gd name="T5" fmla="*/ 536 h 570"/>
                  <a:gd name="T6" fmla="*/ 15 w 24"/>
                  <a:gd name="T7" fmla="*/ 546 h 570"/>
                  <a:gd name="T8" fmla="*/ 15 w 24"/>
                  <a:gd name="T9" fmla="*/ 551 h 570"/>
                  <a:gd name="T10" fmla="*/ 0 w 24"/>
                  <a:gd name="T11" fmla="*/ 20 h 570"/>
                  <a:gd name="T12" fmla="*/ 21 w 24"/>
                  <a:gd name="T13" fmla="*/ 40 h 570"/>
                  <a:gd name="T14" fmla="*/ 24 w 24"/>
                  <a:gd name="T15" fmla="*/ 39 h 570"/>
                  <a:gd name="T16" fmla="*/ 24 w 24"/>
                  <a:gd name="T17" fmla="*/ 0 h 570"/>
                  <a:gd name="T18" fmla="*/ 21 w 24"/>
                  <a:gd name="T19" fmla="*/ 0 h 570"/>
                  <a:gd name="T20" fmla="*/ 0 w 24"/>
                  <a:gd name="T21" fmla="*/ 20 h 570"/>
                  <a:gd name="T22" fmla="*/ 0 w 24"/>
                  <a:gd name="T23" fmla="*/ 20 h 570"/>
                  <a:gd name="T24" fmla="*/ 0 w 24"/>
                  <a:gd name="T25" fmla="*/ 20 h 5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4" h="570">
                    <a:moveTo>
                      <a:pt x="15" y="551"/>
                    </a:moveTo>
                    <a:cubicBezTo>
                      <a:pt x="24" y="570"/>
                      <a:pt x="24" y="570"/>
                      <a:pt x="24" y="570"/>
                    </a:cubicBezTo>
                    <a:cubicBezTo>
                      <a:pt x="24" y="536"/>
                      <a:pt x="24" y="536"/>
                      <a:pt x="24" y="536"/>
                    </a:cubicBezTo>
                    <a:cubicBezTo>
                      <a:pt x="15" y="546"/>
                      <a:pt x="15" y="546"/>
                      <a:pt x="15" y="546"/>
                    </a:cubicBezTo>
                    <a:lnTo>
                      <a:pt x="15" y="551"/>
                    </a:lnTo>
                    <a:close/>
                    <a:moveTo>
                      <a:pt x="0" y="20"/>
                    </a:moveTo>
                    <a:cubicBezTo>
                      <a:pt x="0" y="31"/>
                      <a:pt x="9" y="40"/>
                      <a:pt x="21" y="40"/>
                    </a:cubicBezTo>
                    <a:cubicBezTo>
                      <a:pt x="22" y="40"/>
                      <a:pt x="23" y="39"/>
                      <a:pt x="24" y="39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0"/>
                      <a:pt x="22" y="0"/>
                      <a:pt x="21" y="0"/>
                    </a:cubicBezTo>
                    <a:cubicBezTo>
                      <a:pt x="9" y="0"/>
                      <a:pt x="0" y="8"/>
                      <a:pt x="0" y="20"/>
                    </a:cubicBezTo>
                    <a:close/>
                    <a:moveTo>
                      <a:pt x="0" y="20"/>
                    </a:moveTo>
                    <a:cubicBezTo>
                      <a:pt x="0" y="20"/>
                      <a:pt x="0" y="20"/>
                      <a:pt x="0" y="20"/>
                    </a:cubicBezTo>
                  </a:path>
                </a:pathLst>
              </a:custGeom>
              <a:solidFill>
                <a:srgbClr val="8557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" name="Rectangle 45"/>
              <p:cNvSpPr>
                <a:spLocks noChangeArrowheads="1"/>
              </p:cNvSpPr>
              <p:nvPr userDrawn="1"/>
            </p:nvSpPr>
            <p:spPr bwMode="auto">
              <a:xfrm>
                <a:off x="1297" y="771"/>
                <a:ext cx="1" cy="1268"/>
              </a:xfrm>
              <a:prstGeom prst="rect">
                <a:avLst/>
              </a:prstGeom>
              <a:solidFill>
                <a:srgbClr val="3F2B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" name="Freeform 46"/>
              <p:cNvSpPr>
                <a:spLocks noEditPoints="1"/>
              </p:cNvSpPr>
              <p:nvPr userDrawn="1"/>
            </p:nvSpPr>
            <p:spPr bwMode="auto">
              <a:xfrm>
                <a:off x="1129" y="1300"/>
                <a:ext cx="5" cy="29"/>
              </a:xfrm>
              <a:custGeom>
                <a:avLst/>
                <a:gdLst>
                  <a:gd name="T0" fmla="*/ 0 w 5"/>
                  <a:gd name="T1" fmla="*/ 0 h 29"/>
                  <a:gd name="T2" fmla="*/ 0 w 5"/>
                  <a:gd name="T3" fmla="*/ 29 h 29"/>
                  <a:gd name="T4" fmla="*/ 5 w 5"/>
                  <a:gd name="T5" fmla="*/ 28 h 29"/>
                  <a:gd name="T6" fmla="*/ 0 w 5"/>
                  <a:gd name="T7" fmla="*/ 0 h 29"/>
                  <a:gd name="T8" fmla="*/ 0 w 5"/>
                  <a:gd name="T9" fmla="*/ 0 h 29"/>
                  <a:gd name="T10" fmla="*/ 0 w 5"/>
                  <a:gd name="T11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29">
                    <a:moveTo>
                      <a:pt x="0" y="0"/>
                    </a:moveTo>
                    <a:cubicBezTo>
                      <a:pt x="0" y="29"/>
                      <a:pt x="0" y="29"/>
                      <a:pt x="0" y="29"/>
                    </a:cubicBezTo>
                    <a:cubicBezTo>
                      <a:pt x="2" y="29"/>
                      <a:pt x="3" y="29"/>
                      <a:pt x="5" y="28"/>
                    </a:cubicBezTo>
                    <a:lnTo>
                      <a:pt x="0" y="0"/>
                    </a:lnTo>
                    <a:close/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FE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" name="Freeform 47"/>
              <p:cNvSpPr>
                <a:spLocks noEditPoints="1"/>
              </p:cNvSpPr>
              <p:nvPr userDrawn="1"/>
            </p:nvSpPr>
            <p:spPr bwMode="auto">
              <a:xfrm>
                <a:off x="1129" y="1196"/>
                <a:ext cx="16" cy="24"/>
              </a:xfrm>
              <a:custGeom>
                <a:avLst/>
                <a:gdLst>
                  <a:gd name="T0" fmla="*/ 16 w 16"/>
                  <a:gd name="T1" fmla="*/ 12 h 24"/>
                  <a:gd name="T2" fmla="*/ 5 w 16"/>
                  <a:gd name="T3" fmla="*/ 0 h 24"/>
                  <a:gd name="T4" fmla="*/ 0 w 16"/>
                  <a:gd name="T5" fmla="*/ 0 h 24"/>
                  <a:gd name="T6" fmla="*/ 0 w 16"/>
                  <a:gd name="T7" fmla="*/ 24 h 24"/>
                  <a:gd name="T8" fmla="*/ 4 w 16"/>
                  <a:gd name="T9" fmla="*/ 24 h 24"/>
                  <a:gd name="T10" fmla="*/ 16 w 16"/>
                  <a:gd name="T11" fmla="*/ 12 h 24"/>
                  <a:gd name="T12" fmla="*/ 16 w 16"/>
                  <a:gd name="T13" fmla="*/ 12 h 24"/>
                  <a:gd name="T14" fmla="*/ 16 w 16"/>
                  <a:gd name="T15" fmla="*/ 1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" h="24">
                    <a:moveTo>
                      <a:pt x="16" y="12"/>
                    </a:moveTo>
                    <a:cubicBezTo>
                      <a:pt x="16" y="6"/>
                      <a:pt x="12" y="2"/>
                      <a:pt x="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4"/>
                      <a:pt x="2" y="24"/>
                      <a:pt x="4" y="24"/>
                    </a:cubicBezTo>
                    <a:cubicBezTo>
                      <a:pt x="12" y="24"/>
                      <a:pt x="16" y="20"/>
                      <a:pt x="16" y="12"/>
                    </a:cubicBezTo>
                    <a:close/>
                    <a:moveTo>
                      <a:pt x="16" y="12"/>
                    </a:moveTo>
                    <a:cubicBezTo>
                      <a:pt x="16" y="12"/>
                      <a:pt x="16" y="12"/>
                      <a:pt x="16" y="1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" name="Freeform 48"/>
              <p:cNvSpPr>
                <a:spLocks noEditPoints="1"/>
              </p:cNvSpPr>
              <p:nvPr userDrawn="1"/>
            </p:nvSpPr>
            <p:spPr bwMode="auto">
              <a:xfrm>
                <a:off x="1129" y="771"/>
                <a:ext cx="169" cy="1270"/>
              </a:xfrm>
              <a:custGeom>
                <a:avLst/>
                <a:gdLst>
                  <a:gd name="T0" fmla="*/ 0 w 169"/>
                  <a:gd name="T1" fmla="*/ 49 h 1270"/>
                  <a:gd name="T2" fmla="*/ 122 w 169"/>
                  <a:gd name="T3" fmla="*/ 304 h 1270"/>
                  <a:gd name="T4" fmla="*/ 0 w 169"/>
                  <a:gd name="T5" fmla="*/ 284 h 1270"/>
                  <a:gd name="T6" fmla="*/ 0 w 169"/>
                  <a:gd name="T7" fmla="*/ 323 h 1270"/>
                  <a:gd name="T8" fmla="*/ 9 w 169"/>
                  <a:gd name="T9" fmla="*/ 358 h 1270"/>
                  <a:gd name="T10" fmla="*/ 32 w 169"/>
                  <a:gd name="T11" fmla="*/ 411 h 1270"/>
                  <a:gd name="T12" fmla="*/ 4 w 169"/>
                  <a:gd name="T13" fmla="*/ 471 h 1270"/>
                  <a:gd name="T14" fmla="*/ 0 w 169"/>
                  <a:gd name="T15" fmla="*/ 498 h 1270"/>
                  <a:gd name="T16" fmla="*/ 26 w 169"/>
                  <a:gd name="T17" fmla="*/ 499 h 1270"/>
                  <a:gd name="T18" fmla="*/ 57 w 169"/>
                  <a:gd name="T19" fmla="*/ 594 h 1270"/>
                  <a:gd name="T20" fmla="*/ 57 w 169"/>
                  <a:gd name="T21" fmla="*/ 610 h 1270"/>
                  <a:gd name="T22" fmla="*/ 0 w 169"/>
                  <a:gd name="T23" fmla="*/ 610 h 1270"/>
                  <a:gd name="T24" fmla="*/ 11 w 169"/>
                  <a:gd name="T25" fmla="*/ 637 h 1270"/>
                  <a:gd name="T26" fmla="*/ 48 w 169"/>
                  <a:gd name="T27" fmla="*/ 645 h 1270"/>
                  <a:gd name="T28" fmla="*/ 17 w 169"/>
                  <a:gd name="T29" fmla="*/ 683 h 1270"/>
                  <a:gd name="T30" fmla="*/ 5 w 169"/>
                  <a:gd name="T31" fmla="*/ 661 h 1270"/>
                  <a:gd name="T32" fmla="*/ 0 w 169"/>
                  <a:gd name="T33" fmla="*/ 726 h 1270"/>
                  <a:gd name="T34" fmla="*/ 20 w 169"/>
                  <a:gd name="T35" fmla="*/ 708 h 1270"/>
                  <a:gd name="T36" fmla="*/ 44 w 169"/>
                  <a:gd name="T37" fmla="*/ 742 h 1270"/>
                  <a:gd name="T38" fmla="*/ 1 w 169"/>
                  <a:gd name="T39" fmla="*/ 751 h 1270"/>
                  <a:gd name="T40" fmla="*/ 0 w 169"/>
                  <a:gd name="T41" fmla="*/ 779 h 1270"/>
                  <a:gd name="T42" fmla="*/ 1 w 169"/>
                  <a:gd name="T43" fmla="*/ 794 h 1270"/>
                  <a:gd name="T44" fmla="*/ 0 w 169"/>
                  <a:gd name="T45" fmla="*/ 820 h 1270"/>
                  <a:gd name="T46" fmla="*/ 14 w 169"/>
                  <a:gd name="T47" fmla="*/ 800 h 1270"/>
                  <a:gd name="T48" fmla="*/ 6 w 169"/>
                  <a:gd name="T49" fmla="*/ 793 h 1270"/>
                  <a:gd name="T50" fmla="*/ 32 w 169"/>
                  <a:gd name="T51" fmla="*/ 779 h 1270"/>
                  <a:gd name="T52" fmla="*/ 58 w 169"/>
                  <a:gd name="T53" fmla="*/ 781 h 1270"/>
                  <a:gd name="T54" fmla="*/ 32 w 169"/>
                  <a:gd name="T55" fmla="*/ 819 h 1270"/>
                  <a:gd name="T56" fmla="*/ 41 w 169"/>
                  <a:gd name="T57" fmla="*/ 860 h 1270"/>
                  <a:gd name="T58" fmla="*/ 59 w 169"/>
                  <a:gd name="T59" fmla="*/ 878 h 1270"/>
                  <a:gd name="T60" fmla="*/ 31 w 169"/>
                  <a:gd name="T61" fmla="*/ 892 h 1270"/>
                  <a:gd name="T62" fmla="*/ 0 w 169"/>
                  <a:gd name="T63" fmla="*/ 854 h 1270"/>
                  <a:gd name="T64" fmla="*/ 2 w 169"/>
                  <a:gd name="T65" fmla="*/ 876 h 1270"/>
                  <a:gd name="T66" fmla="*/ 0 w 169"/>
                  <a:gd name="T67" fmla="*/ 949 h 1270"/>
                  <a:gd name="T68" fmla="*/ 0 w 169"/>
                  <a:gd name="T69" fmla="*/ 988 h 1270"/>
                  <a:gd name="T70" fmla="*/ 2 w 169"/>
                  <a:gd name="T71" fmla="*/ 1024 h 1270"/>
                  <a:gd name="T72" fmla="*/ 122 w 169"/>
                  <a:gd name="T73" fmla="*/ 1224 h 1270"/>
                  <a:gd name="T74" fmla="*/ 0 w 169"/>
                  <a:gd name="T75" fmla="*/ 1270 h 1270"/>
                  <a:gd name="T76" fmla="*/ 169 w 169"/>
                  <a:gd name="T77" fmla="*/ 0 h 1270"/>
                  <a:gd name="T78" fmla="*/ 0 w 169"/>
                  <a:gd name="T79" fmla="*/ 0 h 1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69" h="1270">
                    <a:moveTo>
                      <a:pt x="0" y="0"/>
                    </a:moveTo>
                    <a:cubicBezTo>
                      <a:pt x="0" y="49"/>
                      <a:pt x="0" y="49"/>
                      <a:pt x="0" y="49"/>
                    </a:cubicBezTo>
                    <a:cubicBezTo>
                      <a:pt x="122" y="49"/>
                      <a:pt x="122" y="49"/>
                      <a:pt x="122" y="49"/>
                    </a:cubicBezTo>
                    <a:cubicBezTo>
                      <a:pt x="122" y="304"/>
                      <a:pt x="122" y="304"/>
                      <a:pt x="122" y="304"/>
                    </a:cubicBezTo>
                    <a:cubicBezTo>
                      <a:pt x="0" y="249"/>
                      <a:pt x="0" y="249"/>
                      <a:pt x="0" y="249"/>
                    </a:cubicBezTo>
                    <a:cubicBezTo>
                      <a:pt x="0" y="284"/>
                      <a:pt x="0" y="284"/>
                      <a:pt x="0" y="284"/>
                    </a:cubicBezTo>
                    <a:cubicBezTo>
                      <a:pt x="9" y="285"/>
                      <a:pt x="17" y="294"/>
                      <a:pt x="17" y="304"/>
                    </a:cubicBezTo>
                    <a:cubicBezTo>
                      <a:pt x="17" y="313"/>
                      <a:pt x="9" y="322"/>
                      <a:pt x="0" y="323"/>
                    </a:cubicBezTo>
                    <a:cubicBezTo>
                      <a:pt x="0" y="358"/>
                      <a:pt x="0" y="358"/>
                      <a:pt x="0" y="358"/>
                    </a:cubicBezTo>
                    <a:cubicBezTo>
                      <a:pt x="5" y="358"/>
                      <a:pt x="9" y="358"/>
                      <a:pt x="9" y="358"/>
                    </a:cubicBezTo>
                    <a:cubicBezTo>
                      <a:pt x="35" y="358"/>
                      <a:pt x="48" y="367"/>
                      <a:pt x="48" y="385"/>
                    </a:cubicBezTo>
                    <a:cubicBezTo>
                      <a:pt x="48" y="397"/>
                      <a:pt x="40" y="405"/>
                      <a:pt x="32" y="411"/>
                    </a:cubicBezTo>
                    <a:cubicBezTo>
                      <a:pt x="42" y="414"/>
                      <a:pt x="53" y="420"/>
                      <a:pt x="53" y="435"/>
                    </a:cubicBezTo>
                    <a:cubicBezTo>
                      <a:pt x="53" y="459"/>
                      <a:pt x="37" y="471"/>
                      <a:pt x="4" y="471"/>
                    </a:cubicBezTo>
                    <a:cubicBezTo>
                      <a:pt x="3" y="471"/>
                      <a:pt x="2" y="471"/>
                      <a:pt x="0" y="471"/>
                    </a:cubicBezTo>
                    <a:cubicBezTo>
                      <a:pt x="0" y="498"/>
                      <a:pt x="0" y="498"/>
                      <a:pt x="0" y="498"/>
                    </a:cubicBezTo>
                    <a:cubicBezTo>
                      <a:pt x="23" y="497"/>
                      <a:pt x="23" y="497"/>
                      <a:pt x="23" y="497"/>
                    </a:cubicBezTo>
                    <a:cubicBezTo>
                      <a:pt x="26" y="499"/>
                      <a:pt x="26" y="499"/>
                      <a:pt x="26" y="499"/>
                    </a:cubicBezTo>
                    <a:cubicBezTo>
                      <a:pt x="26" y="499"/>
                      <a:pt x="42" y="565"/>
                      <a:pt x="47" y="583"/>
                    </a:cubicBezTo>
                    <a:cubicBezTo>
                      <a:pt x="49" y="591"/>
                      <a:pt x="52" y="594"/>
                      <a:pt x="57" y="594"/>
                    </a:cubicBezTo>
                    <a:cubicBezTo>
                      <a:pt x="58" y="596"/>
                      <a:pt x="58" y="596"/>
                      <a:pt x="58" y="596"/>
                    </a:cubicBezTo>
                    <a:cubicBezTo>
                      <a:pt x="57" y="610"/>
                      <a:pt x="57" y="610"/>
                      <a:pt x="57" y="610"/>
                    </a:cubicBezTo>
                    <a:cubicBezTo>
                      <a:pt x="57" y="610"/>
                      <a:pt x="42" y="609"/>
                      <a:pt x="33" y="609"/>
                    </a:cubicBezTo>
                    <a:cubicBezTo>
                      <a:pt x="17" y="609"/>
                      <a:pt x="0" y="610"/>
                      <a:pt x="0" y="610"/>
                    </a:cubicBezTo>
                    <a:cubicBezTo>
                      <a:pt x="0" y="638"/>
                      <a:pt x="0" y="638"/>
                      <a:pt x="0" y="638"/>
                    </a:cubicBezTo>
                    <a:cubicBezTo>
                      <a:pt x="3" y="637"/>
                      <a:pt x="7" y="637"/>
                      <a:pt x="11" y="637"/>
                    </a:cubicBezTo>
                    <a:cubicBezTo>
                      <a:pt x="25" y="637"/>
                      <a:pt x="46" y="642"/>
                      <a:pt x="46" y="642"/>
                    </a:cubicBezTo>
                    <a:cubicBezTo>
                      <a:pt x="48" y="645"/>
                      <a:pt x="48" y="645"/>
                      <a:pt x="48" y="645"/>
                    </a:cubicBezTo>
                    <a:cubicBezTo>
                      <a:pt x="48" y="645"/>
                      <a:pt x="44" y="660"/>
                      <a:pt x="43" y="681"/>
                    </a:cubicBezTo>
                    <a:cubicBezTo>
                      <a:pt x="17" y="683"/>
                      <a:pt x="17" y="683"/>
                      <a:pt x="17" y="683"/>
                    </a:cubicBezTo>
                    <a:cubicBezTo>
                      <a:pt x="17" y="683"/>
                      <a:pt x="17" y="678"/>
                      <a:pt x="17" y="673"/>
                    </a:cubicBezTo>
                    <a:cubicBezTo>
                      <a:pt x="17" y="664"/>
                      <a:pt x="14" y="661"/>
                      <a:pt x="5" y="661"/>
                    </a:cubicBezTo>
                    <a:cubicBezTo>
                      <a:pt x="3" y="661"/>
                      <a:pt x="2" y="661"/>
                      <a:pt x="0" y="661"/>
                    </a:cubicBezTo>
                    <a:cubicBezTo>
                      <a:pt x="0" y="726"/>
                      <a:pt x="0" y="726"/>
                      <a:pt x="0" y="726"/>
                    </a:cubicBezTo>
                    <a:cubicBezTo>
                      <a:pt x="2" y="727"/>
                      <a:pt x="4" y="727"/>
                      <a:pt x="6" y="727"/>
                    </a:cubicBezTo>
                    <a:cubicBezTo>
                      <a:pt x="15" y="727"/>
                      <a:pt x="19" y="722"/>
                      <a:pt x="20" y="708"/>
                    </a:cubicBezTo>
                    <a:cubicBezTo>
                      <a:pt x="46" y="706"/>
                      <a:pt x="46" y="706"/>
                      <a:pt x="46" y="706"/>
                    </a:cubicBezTo>
                    <a:cubicBezTo>
                      <a:pt x="46" y="706"/>
                      <a:pt x="44" y="726"/>
                      <a:pt x="44" y="742"/>
                    </a:cubicBezTo>
                    <a:cubicBezTo>
                      <a:pt x="42" y="745"/>
                      <a:pt x="42" y="745"/>
                      <a:pt x="42" y="745"/>
                    </a:cubicBezTo>
                    <a:cubicBezTo>
                      <a:pt x="42" y="745"/>
                      <a:pt x="23" y="751"/>
                      <a:pt x="1" y="751"/>
                    </a:cubicBezTo>
                    <a:cubicBezTo>
                      <a:pt x="0" y="751"/>
                      <a:pt x="0" y="751"/>
                      <a:pt x="0" y="751"/>
                    </a:cubicBezTo>
                    <a:cubicBezTo>
                      <a:pt x="0" y="779"/>
                      <a:pt x="0" y="779"/>
                      <a:pt x="0" y="779"/>
                    </a:cubicBezTo>
                    <a:cubicBezTo>
                      <a:pt x="2" y="779"/>
                      <a:pt x="2" y="779"/>
                      <a:pt x="2" y="779"/>
                    </a:cubicBezTo>
                    <a:cubicBezTo>
                      <a:pt x="1" y="794"/>
                      <a:pt x="1" y="794"/>
                      <a:pt x="1" y="794"/>
                    </a:cubicBezTo>
                    <a:cubicBezTo>
                      <a:pt x="0" y="794"/>
                      <a:pt x="0" y="794"/>
                      <a:pt x="0" y="794"/>
                    </a:cubicBezTo>
                    <a:cubicBezTo>
                      <a:pt x="0" y="820"/>
                      <a:pt x="0" y="820"/>
                      <a:pt x="0" y="820"/>
                    </a:cubicBezTo>
                    <a:cubicBezTo>
                      <a:pt x="11" y="808"/>
                      <a:pt x="11" y="808"/>
                      <a:pt x="11" y="808"/>
                    </a:cubicBezTo>
                    <a:cubicBezTo>
                      <a:pt x="13" y="805"/>
                      <a:pt x="14" y="802"/>
                      <a:pt x="14" y="800"/>
                    </a:cubicBezTo>
                    <a:cubicBezTo>
                      <a:pt x="14" y="796"/>
                      <a:pt x="12" y="795"/>
                      <a:pt x="7" y="794"/>
                    </a:cubicBezTo>
                    <a:cubicBezTo>
                      <a:pt x="6" y="793"/>
                      <a:pt x="6" y="793"/>
                      <a:pt x="6" y="793"/>
                    </a:cubicBezTo>
                    <a:cubicBezTo>
                      <a:pt x="8" y="779"/>
                      <a:pt x="8" y="779"/>
                      <a:pt x="8" y="779"/>
                    </a:cubicBezTo>
                    <a:cubicBezTo>
                      <a:pt x="8" y="779"/>
                      <a:pt x="24" y="779"/>
                      <a:pt x="32" y="779"/>
                    </a:cubicBezTo>
                    <a:cubicBezTo>
                      <a:pt x="39" y="779"/>
                      <a:pt x="57" y="778"/>
                      <a:pt x="57" y="778"/>
                    </a:cubicBezTo>
                    <a:cubicBezTo>
                      <a:pt x="58" y="781"/>
                      <a:pt x="58" y="781"/>
                      <a:pt x="58" y="781"/>
                    </a:cubicBezTo>
                    <a:cubicBezTo>
                      <a:pt x="57" y="794"/>
                      <a:pt x="57" y="794"/>
                      <a:pt x="57" y="794"/>
                    </a:cubicBezTo>
                    <a:cubicBezTo>
                      <a:pt x="49" y="799"/>
                      <a:pt x="41" y="806"/>
                      <a:pt x="32" y="819"/>
                    </a:cubicBezTo>
                    <a:cubicBezTo>
                      <a:pt x="25" y="829"/>
                      <a:pt x="25" y="829"/>
                      <a:pt x="25" y="829"/>
                    </a:cubicBezTo>
                    <a:cubicBezTo>
                      <a:pt x="41" y="860"/>
                      <a:pt x="41" y="860"/>
                      <a:pt x="41" y="860"/>
                    </a:cubicBezTo>
                    <a:cubicBezTo>
                      <a:pt x="46" y="870"/>
                      <a:pt x="50" y="875"/>
                      <a:pt x="58" y="875"/>
                    </a:cubicBezTo>
                    <a:cubicBezTo>
                      <a:pt x="59" y="878"/>
                      <a:pt x="59" y="878"/>
                      <a:pt x="59" y="878"/>
                    </a:cubicBezTo>
                    <a:cubicBezTo>
                      <a:pt x="58" y="891"/>
                      <a:pt x="58" y="891"/>
                      <a:pt x="58" y="891"/>
                    </a:cubicBezTo>
                    <a:cubicBezTo>
                      <a:pt x="58" y="891"/>
                      <a:pt x="36" y="892"/>
                      <a:pt x="31" y="892"/>
                    </a:cubicBezTo>
                    <a:cubicBezTo>
                      <a:pt x="23" y="892"/>
                      <a:pt x="18" y="889"/>
                      <a:pt x="13" y="879"/>
                    </a:cubicBezTo>
                    <a:cubicBezTo>
                      <a:pt x="0" y="854"/>
                      <a:pt x="0" y="854"/>
                      <a:pt x="0" y="854"/>
                    </a:cubicBezTo>
                    <a:cubicBezTo>
                      <a:pt x="0" y="875"/>
                      <a:pt x="0" y="875"/>
                      <a:pt x="0" y="875"/>
                    </a:cubicBezTo>
                    <a:cubicBezTo>
                      <a:pt x="2" y="876"/>
                      <a:pt x="2" y="876"/>
                      <a:pt x="2" y="876"/>
                    </a:cubicBezTo>
                    <a:cubicBezTo>
                      <a:pt x="0" y="889"/>
                      <a:pt x="0" y="889"/>
                      <a:pt x="0" y="889"/>
                    </a:cubicBezTo>
                    <a:cubicBezTo>
                      <a:pt x="0" y="949"/>
                      <a:pt x="0" y="949"/>
                      <a:pt x="0" y="949"/>
                    </a:cubicBezTo>
                    <a:cubicBezTo>
                      <a:pt x="10" y="950"/>
                      <a:pt x="17" y="959"/>
                      <a:pt x="17" y="969"/>
                    </a:cubicBezTo>
                    <a:cubicBezTo>
                      <a:pt x="17" y="979"/>
                      <a:pt x="10" y="987"/>
                      <a:pt x="0" y="988"/>
                    </a:cubicBezTo>
                    <a:cubicBezTo>
                      <a:pt x="0" y="1023"/>
                      <a:pt x="0" y="1023"/>
                      <a:pt x="0" y="1023"/>
                    </a:cubicBezTo>
                    <a:cubicBezTo>
                      <a:pt x="2" y="1024"/>
                      <a:pt x="2" y="1024"/>
                      <a:pt x="2" y="1024"/>
                    </a:cubicBezTo>
                    <a:cubicBezTo>
                      <a:pt x="122" y="969"/>
                      <a:pt x="122" y="969"/>
                      <a:pt x="122" y="969"/>
                    </a:cubicBezTo>
                    <a:cubicBezTo>
                      <a:pt x="122" y="1224"/>
                      <a:pt x="122" y="1224"/>
                      <a:pt x="122" y="1224"/>
                    </a:cubicBezTo>
                    <a:cubicBezTo>
                      <a:pt x="0" y="1224"/>
                      <a:pt x="0" y="1224"/>
                      <a:pt x="0" y="1224"/>
                    </a:cubicBezTo>
                    <a:cubicBezTo>
                      <a:pt x="0" y="1270"/>
                      <a:pt x="0" y="1270"/>
                      <a:pt x="0" y="1270"/>
                    </a:cubicBezTo>
                    <a:cubicBezTo>
                      <a:pt x="169" y="1270"/>
                      <a:pt x="169" y="1270"/>
                      <a:pt x="169" y="1270"/>
                    </a:cubicBezTo>
                    <a:cubicBezTo>
                      <a:pt x="169" y="0"/>
                      <a:pt x="169" y="0"/>
                      <a:pt x="169" y="0"/>
                    </a:cubicBezTo>
                    <a:lnTo>
                      <a:pt x="0" y="0"/>
                    </a:lnTo>
                    <a:close/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" name="Freeform 49"/>
              <p:cNvSpPr>
                <a:spLocks noEditPoints="1"/>
              </p:cNvSpPr>
              <p:nvPr userDrawn="1"/>
            </p:nvSpPr>
            <p:spPr bwMode="auto">
              <a:xfrm>
                <a:off x="1129" y="1350"/>
                <a:ext cx="11" cy="15"/>
              </a:xfrm>
              <a:custGeom>
                <a:avLst/>
                <a:gdLst>
                  <a:gd name="T0" fmla="*/ 11 w 11"/>
                  <a:gd name="T1" fmla="*/ 9 h 15"/>
                  <a:gd name="T2" fmla="*/ 10 w 11"/>
                  <a:gd name="T3" fmla="*/ 6 h 15"/>
                  <a:gd name="T4" fmla="*/ 9 w 11"/>
                  <a:gd name="T5" fmla="*/ 0 h 15"/>
                  <a:gd name="T6" fmla="*/ 0 w 11"/>
                  <a:gd name="T7" fmla="*/ 0 h 15"/>
                  <a:gd name="T8" fmla="*/ 0 w 11"/>
                  <a:gd name="T9" fmla="*/ 15 h 15"/>
                  <a:gd name="T10" fmla="*/ 11 w 11"/>
                  <a:gd name="T11" fmla="*/ 9 h 15"/>
                  <a:gd name="T12" fmla="*/ 11 w 11"/>
                  <a:gd name="T13" fmla="*/ 9 h 15"/>
                  <a:gd name="T14" fmla="*/ 11 w 11"/>
                  <a:gd name="T15" fmla="*/ 9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" h="15">
                    <a:moveTo>
                      <a:pt x="11" y="9"/>
                    </a:moveTo>
                    <a:cubicBezTo>
                      <a:pt x="11" y="9"/>
                      <a:pt x="10" y="8"/>
                      <a:pt x="10" y="6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6" y="0"/>
                      <a:pt x="3" y="0"/>
                      <a:pt x="0" y="0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10" y="14"/>
                      <a:pt x="11" y="14"/>
                      <a:pt x="11" y="9"/>
                    </a:cubicBezTo>
                    <a:close/>
                    <a:moveTo>
                      <a:pt x="11" y="9"/>
                    </a:moveTo>
                    <a:cubicBezTo>
                      <a:pt x="11" y="9"/>
                      <a:pt x="11" y="9"/>
                      <a:pt x="11" y="9"/>
                    </a:cubicBezTo>
                  </a:path>
                </a:pathLst>
              </a:custGeom>
              <a:solidFill>
                <a:srgbClr val="EFE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" name="Freeform 50"/>
              <p:cNvSpPr>
                <a:spLocks noEditPoints="1"/>
              </p:cNvSpPr>
              <p:nvPr userDrawn="1"/>
            </p:nvSpPr>
            <p:spPr bwMode="auto">
              <a:xfrm>
                <a:off x="1129" y="1150"/>
                <a:ext cx="13" cy="26"/>
              </a:xfrm>
              <a:custGeom>
                <a:avLst/>
                <a:gdLst>
                  <a:gd name="T0" fmla="*/ 13 w 13"/>
                  <a:gd name="T1" fmla="*/ 12 h 26"/>
                  <a:gd name="T2" fmla="*/ 0 w 13"/>
                  <a:gd name="T3" fmla="*/ 0 h 26"/>
                  <a:gd name="T4" fmla="*/ 0 w 13"/>
                  <a:gd name="T5" fmla="*/ 25 h 26"/>
                  <a:gd name="T6" fmla="*/ 6 w 13"/>
                  <a:gd name="T7" fmla="*/ 26 h 26"/>
                  <a:gd name="T8" fmla="*/ 13 w 13"/>
                  <a:gd name="T9" fmla="*/ 12 h 26"/>
                  <a:gd name="T10" fmla="*/ 13 w 13"/>
                  <a:gd name="T11" fmla="*/ 12 h 26"/>
                  <a:gd name="T12" fmla="*/ 13 w 13"/>
                  <a:gd name="T13" fmla="*/ 1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26">
                    <a:moveTo>
                      <a:pt x="13" y="12"/>
                    </a:moveTo>
                    <a:cubicBezTo>
                      <a:pt x="13" y="4"/>
                      <a:pt x="9" y="1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2" y="25"/>
                      <a:pt x="4" y="26"/>
                      <a:pt x="6" y="26"/>
                    </a:cubicBezTo>
                    <a:cubicBezTo>
                      <a:pt x="6" y="26"/>
                      <a:pt x="13" y="21"/>
                      <a:pt x="13" y="12"/>
                    </a:cubicBezTo>
                    <a:close/>
                    <a:moveTo>
                      <a:pt x="13" y="12"/>
                    </a:moveTo>
                    <a:cubicBezTo>
                      <a:pt x="13" y="12"/>
                      <a:pt x="13" y="12"/>
                      <a:pt x="13" y="1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" name="Freeform 51"/>
              <p:cNvSpPr>
                <a:spLocks noEditPoints="1"/>
              </p:cNvSpPr>
              <p:nvPr userDrawn="1"/>
            </p:nvSpPr>
            <p:spPr bwMode="auto">
              <a:xfrm>
                <a:off x="1070" y="1129"/>
                <a:ext cx="117" cy="534"/>
              </a:xfrm>
              <a:custGeom>
                <a:avLst/>
                <a:gdLst>
                  <a:gd name="T0" fmla="*/ 68 w 117"/>
                  <a:gd name="T1" fmla="*/ 0 h 534"/>
                  <a:gd name="T2" fmla="*/ 7 w 117"/>
                  <a:gd name="T3" fmla="*/ 1 h 534"/>
                  <a:gd name="T4" fmla="*/ 12 w 117"/>
                  <a:gd name="T5" fmla="*/ 16 h 534"/>
                  <a:gd name="T6" fmla="*/ 5 w 117"/>
                  <a:gd name="T7" fmla="*/ 97 h 534"/>
                  <a:gd name="T8" fmla="*/ 59 w 117"/>
                  <a:gd name="T9" fmla="*/ 113 h 534"/>
                  <a:gd name="T10" fmla="*/ 90 w 117"/>
                  <a:gd name="T11" fmla="*/ 53 h 534"/>
                  <a:gd name="T12" fmla="*/ 59 w 117"/>
                  <a:gd name="T13" fmla="*/ 21 h 534"/>
                  <a:gd name="T14" fmla="*/ 59 w 117"/>
                  <a:gd name="T15" fmla="*/ 46 h 534"/>
                  <a:gd name="T16" fmla="*/ 62 w 117"/>
                  <a:gd name="T17" fmla="*/ 91 h 534"/>
                  <a:gd name="T18" fmla="*/ 51 w 117"/>
                  <a:gd name="T19" fmla="*/ 67 h 534"/>
                  <a:gd name="T20" fmla="*/ 62 w 117"/>
                  <a:gd name="T21" fmla="*/ 91 h 534"/>
                  <a:gd name="T22" fmla="*/ 84 w 117"/>
                  <a:gd name="T23" fmla="*/ 141 h 534"/>
                  <a:gd name="T24" fmla="*/ 37 w 117"/>
                  <a:gd name="T25" fmla="*/ 141 h 534"/>
                  <a:gd name="T26" fmla="*/ 0 w 117"/>
                  <a:gd name="T27" fmla="*/ 251 h 534"/>
                  <a:gd name="T28" fmla="*/ 50 w 117"/>
                  <a:gd name="T29" fmla="*/ 237 h 534"/>
                  <a:gd name="T30" fmla="*/ 39 w 117"/>
                  <a:gd name="T31" fmla="*/ 232 h 534"/>
                  <a:gd name="T32" fmla="*/ 55 w 117"/>
                  <a:gd name="T33" fmla="*/ 220 h 534"/>
                  <a:gd name="T34" fmla="*/ 69 w 117"/>
                  <a:gd name="T35" fmla="*/ 227 h 534"/>
                  <a:gd name="T36" fmla="*/ 59 w 117"/>
                  <a:gd name="T37" fmla="*/ 251 h 534"/>
                  <a:gd name="T38" fmla="*/ 117 w 117"/>
                  <a:gd name="T39" fmla="*/ 237 h 534"/>
                  <a:gd name="T40" fmla="*/ 47 w 117"/>
                  <a:gd name="T41" fmla="*/ 200 h 534"/>
                  <a:gd name="T42" fmla="*/ 59 w 117"/>
                  <a:gd name="T43" fmla="*/ 171 h 534"/>
                  <a:gd name="T44" fmla="*/ 60 w 117"/>
                  <a:gd name="T45" fmla="*/ 517 h 534"/>
                  <a:gd name="T46" fmla="*/ 60 w 117"/>
                  <a:gd name="T47" fmla="*/ 517 h 534"/>
                  <a:gd name="T48" fmla="*/ 59 w 117"/>
                  <a:gd name="T49" fmla="*/ 420 h 534"/>
                  <a:gd name="T50" fmla="*/ 48 w 117"/>
                  <a:gd name="T51" fmla="*/ 504 h 534"/>
                  <a:gd name="T52" fmla="*/ 59 w 117"/>
                  <a:gd name="T53" fmla="*/ 420 h 534"/>
                  <a:gd name="T54" fmla="*/ 2 w 117"/>
                  <a:gd name="T55" fmla="*/ 433 h 534"/>
                  <a:gd name="T56" fmla="*/ 14 w 117"/>
                  <a:gd name="T57" fmla="*/ 444 h 534"/>
                  <a:gd name="T58" fmla="*/ 2 w 117"/>
                  <a:gd name="T59" fmla="*/ 531 h 534"/>
                  <a:gd name="T60" fmla="*/ 59 w 117"/>
                  <a:gd name="T61" fmla="*/ 515 h 534"/>
                  <a:gd name="T62" fmla="*/ 59 w 117"/>
                  <a:gd name="T63" fmla="*/ 393 h 534"/>
                  <a:gd name="T64" fmla="*/ 102 w 117"/>
                  <a:gd name="T65" fmla="*/ 383 h 534"/>
                  <a:gd name="T66" fmla="*/ 65 w 117"/>
                  <a:gd name="T67" fmla="*/ 369 h 534"/>
                  <a:gd name="T68" fmla="*/ 59 w 117"/>
                  <a:gd name="T69" fmla="*/ 303 h 534"/>
                  <a:gd name="T70" fmla="*/ 75 w 117"/>
                  <a:gd name="T71" fmla="*/ 324 h 534"/>
                  <a:gd name="T72" fmla="*/ 105 w 117"/>
                  <a:gd name="T73" fmla="*/ 283 h 534"/>
                  <a:gd name="T74" fmla="*/ 9 w 117"/>
                  <a:gd name="T75" fmla="*/ 338 h 534"/>
                  <a:gd name="T76" fmla="*/ 99 w 117"/>
                  <a:gd name="T77" fmla="*/ 501 h 534"/>
                  <a:gd name="T78" fmla="*/ 115 w 117"/>
                  <a:gd name="T79" fmla="*/ 435 h 534"/>
                  <a:gd name="T80" fmla="*/ 91 w 117"/>
                  <a:gd name="T81" fmla="*/ 420 h 534"/>
                  <a:gd name="T82" fmla="*/ 66 w 117"/>
                  <a:gd name="T83" fmla="*/ 436 h 534"/>
                  <a:gd name="T84" fmla="*/ 59 w 117"/>
                  <a:gd name="T85" fmla="*/ 461 h 534"/>
                  <a:gd name="T86" fmla="*/ 90 w 117"/>
                  <a:gd name="T87" fmla="*/ 534 h 534"/>
                  <a:gd name="T88" fmla="*/ 116 w 117"/>
                  <a:gd name="T89" fmla="*/ 517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17" h="534">
                    <a:moveTo>
                      <a:pt x="90" y="53"/>
                    </a:moveTo>
                    <a:cubicBezTo>
                      <a:pt x="99" y="47"/>
                      <a:pt x="107" y="39"/>
                      <a:pt x="107" y="27"/>
                    </a:cubicBezTo>
                    <a:cubicBezTo>
                      <a:pt x="107" y="9"/>
                      <a:pt x="93" y="0"/>
                      <a:pt x="68" y="0"/>
                    </a:cubicBezTo>
                    <a:cubicBezTo>
                      <a:pt x="68" y="0"/>
                      <a:pt x="64" y="0"/>
                      <a:pt x="59" y="0"/>
                    </a:cubicBezTo>
                    <a:cubicBezTo>
                      <a:pt x="50" y="0"/>
                      <a:pt x="39" y="1"/>
                      <a:pt x="35" y="1"/>
                    </a:cubicBezTo>
                    <a:cubicBezTo>
                      <a:pt x="30" y="1"/>
                      <a:pt x="7" y="1"/>
                      <a:pt x="7" y="1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7" y="16"/>
                      <a:pt x="7" y="16"/>
                      <a:pt x="7" y="16"/>
                    </a:cubicBezTo>
                    <a:cubicBezTo>
                      <a:pt x="7" y="16"/>
                      <a:pt x="11" y="16"/>
                      <a:pt x="12" y="16"/>
                    </a:cubicBezTo>
                    <a:cubicBezTo>
                      <a:pt x="15" y="16"/>
                      <a:pt x="17" y="19"/>
                      <a:pt x="17" y="24"/>
                    </a:cubicBezTo>
                    <a:cubicBezTo>
                      <a:pt x="17" y="85"/>
                      <a:pt x="17" y="85"/>
                      <a:pt x="17" y="85"/>
                    </a:cubicBezTo>
                    <a:cubicBezTo>
                      <a:pt x="17" y="93"/>
                      <a:pt x="14" y="95"/>
                      <a:pt x="5" y="97"/>
                    </a:cubicBezTo>
                    <a:cubicBezTo>
                      <a:pt x="4" y="112"/>
                      <a:pt x="4" y="112"/>
                      <a:pt x="4" y="112"/>
                    </a:cubicBezTo>
                    <a:cubicBezTo>
                      <a:pt x="4" y="112"/>
                      <a:pt x="24" y="111"/>
                      <a:pt x="35" y="111"/>
                    </a:cubicBezTo>
                    <a:cubicBezTo>
                      <a:pt x="38" y="111"/>
                      <a:pt x="51" y="112"/>
                      <a:pt x="59" y="113"/>
                    </a:cubicBezTo>
                    <a:cubicBezTo>
                      <a:pt x="60" y="113"/>
                      <a:pt x="62" y="113"/>
                      <a:pt x="63" y="113"/>
                    </a:cubicBezTo>
                    <a:cubicBezTo>
                      <a:pt x="95" y="113"/>
                      <a:pt x="112" y="101"/>
                      <a:pt x="112" y="77"/>
                    </a:cubicBezTo>
                    <a:cubicBezTo>
                      <a:pt x="112" y="62"/>
                      <a:pt x="101" y="56"/>
                      <a:pt x="90" y="53"/>
                    </a:cubicBezTo>
                    <a:close/>
                    <a:moveTo>
                      <a:pt x="53" y="23"/>
                    </a:moveTo>
                    <a:cubicBezTo>
                      <a:pt x="53" y="21"/>
                      <a:pt x="53" y="21"/>
                      <a:pt x="56" y="21"/>
                    </a:cubicBezTo>
                    <a:cubicBezTo>
                      <a:pt x="59" y="21"/>
                      <a:pt x="59" y="21"/>
                      <a:pt x="59" y="21"/>
                    </a:cubicBezTo>
                    <a:cubicBezTo>
                      <a:pt x="68" y="21"/>
                      <a:pt x="72" y="25"/>
                      <a:pt x="72" y="32"/>
                    </a:cubicBezTo>
                    <a:cubicBezTo>
                      <a:pt x="72" y="41"/>
                      <a:pt x="65" y="46"/>
                      <a:pt x="65" y="46"/>
                    </a:cubicBezTo>
                    <a:cubicBezTo>
                      <a:pt x="64" y="46"/>
                      <a:pt x="61" y="46"/>
                      <a:pt x="59" y="46"/>
                    </a:cubicBezTo>
                    <a:cubicBezTo>
                      <a:pt x="51" y="44"/>
                      <a:pt x="51" y="44"/>
                      <a:pt x="51" y="44"/>
                    </a:cubicBezTo>
                    <a:cubicBezTo>
                      <a:pt x="51" y="44"/>
                      <a:pt x="52" y="31"/>
                      <a:pt x="53" y="23"/>
                    </a:cubicBezTo>
                    <a:close/>
                    <a:moveTo>
                      <a:pt x="62" y="91"/>
                    </a:moveTo>
                    <a:cubicBezTo>
                      <a:pt x="61" y="91"/>
                      <a:pt x="60" y="91"/>
                      <a:pt x="59" y="91"/>
                    </a:cubicBezTo>
                    <a:cubicBezTo>
                      <a:pt x="53" y="91"/>
                      <a:pt x="50" y="88"/>
                      <a:pt x="50" y="84"/>
                    </a:cubicBezTo>
                    <a:cubicBezTo>
                      <a:pt x="51" y="67"/>
                      <a:pt x="51" y="67"/>
                      <a:pt x="51" y="67"/>
                    </a:cubicBezTo>
                    <a:cubicBezTo>
                      <a:pt x="64" y="67"/>
                      <a:pt x="64" y="67"/>
                      <a:pt x="64" y="67"/>
                    </a:cubicBezTo>
                    <a:cubicBezTo>
                      <a:pt x="71" y="69"/>
                      <a:pt x="75" y="73"/>
                      <a:pt x="75" y="79"/>
                    </a:cubicBezTo>
                    <a:cubicBezTo>
                      <a:pt x="75" y="87"/>
                      <a:pt x="71" y="91"/>
                      <a:pt x="62" y="91"/>
                    </a:cubicBezTo>
                    <a:close/>
                    <a:moveTo>
                      <a:pt x="116" y="236"/>
                    </a:moveTo>
                    <a:cubicBezTo>
                      <a:pt x="110" y="236"/>
                      <a:pt x="108" y="232"/>
                      <a:pt x="105" y="225"/>
                    </a:cubicBezTo>
                    <a:cubicBezTo>
                      <a:pt x="100" y="206"/>
                      <a:pt x="84" y="141"/>
                      <a:pt x="84" y="141"/>
                    </a:cubicBezTo>
                    <a:cubicBezTo>
                      <a:pt x="82" y="139"/>
                      <a:pt x="82" y="139"/>
                      <a:pt x="82" y="139"/>
                    </a:cubicBezTo>
                    <a:cubicBezTo>
                      <a:pt x="59" y="140"/>
                      <a:pt x="59" y="140"/>
                      <a:pt x="59" y="140"/>
                    </a:cubicBezTo>
                    <a:cubicBezTo>
                      <a:pt x="37" y="141"/>
                      <a:pt x="37" y="141"/>
                      <a:pt x="37" y="141"/>
                    </a:cubicBezTo>
                    <a:cubicBezTo>
                      <a:pt x="9" y="227"/>
                      <a:pt x="9" y="227"/>
                      <a:pt x="9" y="227"/>
                    </a:cubicBezTo>
                    <a:cubicBezTo>
                      <a:pt x="8" y="232"/>
                      <a:pt x="5" y="235"/>
                      <a:pt x="1" y="236"/>
                    </a:cubicBezTo>
                    <a:cubicBezTo>
                      <a:pt x="0" y="251"/>
                      <a:pt x="0" y="251"/>
                      <a:pt x="0" y="251"/>
                    </a:cubicBezTo>
                    <a:cubicBezTo>
                      <a:pt x="0" y="251"/>
                      <a:pt x="12" y="251"/>
                      <a:pt x="22" y="251"/>
                    </a:cubicBezTo>
                    <a:cubicBezTo>
                      <a:pt x="33" y="251"/>
                      <a:pt x="49" y="251"/>
                      <a:pt x="49" y="251"/>
                    </a:cubicBezTo>
                    <a:cubicBezTo>
                      <a:pt x="50" y="237"/>
                      <a:pt x="50" y="237"/>
                      <a:pt x="50" y="237"/>
                    </a:cubicBezTo>
                    <a:cubicBezTo>
                      <a:pt x="49" y="236"/>
                      <a:pt x="49" y="236"/>
                      <a:pt x="49" y="236"/>
                    </a:cubicBezTo>
                    <a:cubicBezTo>
                      <a:pt x="44" y="236"/>
                      <a:pt x="44" y="236"/>
                      <a:pt x="44" y="236"/>
                    </a:cubicBezTo>
                    <a:cubicBezTo>
                      <a:pt x="40" y="236"/>
                      <a:pt x="39" y="235"/>
                      <a:pt x="39" y="232"/>
                    </a:cubicBezTo>
                    <a:cubicBezTo>
                      <a:pt x="39" y="232"/>
                      <a:pt x="39" y="230"/>
                      <a:pt x="39" y="228"/>
                    </a:cubicBezTo>
                    <a:cubicBezTo>
                      <a:pt x="41" y="221"/>
                      <a:pt x="41" y="221"/>
                      <a:pt x="41" y="221"/>
                    </a:cubicBezTo>
                    <a:cubicBezTo>
                      <a:pt x="46" y="221"/>
                      <a:pt x="51" y="220"/>
                      <a:pt x="55" y="220"/>
                    </a:cubicBezTo>
                    <a:cubicBezTo>
                      <a:pt x="59" y="220"/>
                      <a:pt x="59" y="220"/>
                      <a:pt x="59" y="220"/>
                    </a:cubicBezTo>
                    <a:cubicBezTo>
                      <a:pt x="62" y="220"/>
                      <a:pt x="65" y="220"/>
                      <a:pt x="68" y="220"/>
                    </a:cubicBezTo>
                    <a:cubicBezTo>
                      <a:pt x="69" y="227"/>
                      <a:pt x="69" y="227"/>
                      <a:pt x="69" y="227"/>
                    </a:cubicBezTo>
                    <a:cubicBezTo>
                      <a:pt x="69" y="228"/>
                      <a:pt x="69" y="229"/>
                      <a:pt x="69" y="230"/>
                    </a:cubicBezTo>
                    <a:cubicBezTo>
                      <a:pt x="69" y="234"/>
                      <a:pt x="69" y="234"/>
                      <a:pt x="59" y="236"/>
                    </a:cubicBezTo>
                    <a:cubicBezTo>
                      <a:pt x="59" y="251"/>
                      <a:pt x="59" y="251"/>
                      <a:pt x="59" y="251"/>
                    </a:cubicBezTo>
                    <a:cubicBezTo>
                      <a:pt x="59" y="251"/>
                      <a:pt x="75" y="250"/>
                      <a:pt x="91" y="250"/>
                    </a:cubicBezTo>
                    <a:cubicBezTo>
                      <a:pt x="100" y="250"/>
                      <a:pt x="115" y="251"/>
                      <a:pt x="115" y="251"/>
                    </a:cubicBezTo>
                    <a:cubicBezTo>
                      <a:pt x="117" y="237"/>
                      <a:pt x="117" y="237"/>
                      <a:pt x="117" y="237"/>
                    </a:cubicBezTo>
                    <a:lnTo>
                      <a:pt x="116" y="236"/>
                    </a:lnTo>
                    <a:close/>
                    <a:moveTo>
                      <a:pt x="59" y="200"/>
                    </a:moveTo>
                    <a:cubicBezTo>
                      <a:pt x="47" y="200"/>
                      <a:pt x="47" y="200"/>
                      <a:pt x="47" y="200"/>
                    </a:cubicBezTo>
                    <a:cubicBezTo>
                      <a:pt x="55" y="169"/>
                      <a:pt x="55" y="169"/>
                      <a:pt x="55" y="169"/>
                    </a:cubicBezTo>
                    <a:cubicBezTo>
                      <a:pt x="59" y="169"/>
                      <a:pt x="59" y="169"/>
                      <a:pt x="59" y="169"/>
                    </a:cubicBezTo>
                    <a:cubicBezTo>
                      <a:pt x="59" y="171"/>
                      <a:pt x="59" y="171"/>
                      <a:pt x="59" y="171"/>
                    </a:cubicBezTo>
                    <a:cubicBezTo>
                      <a:pt x="65" y="199"/>
                      <a:pt x="65" y="199"/>
                      <a:pt x="65" y="199"/>
                    </a:cubicBezTo>
                    <a:cubicBezTo>
                      <a:pt x="62" y="199"/>
                      <a:pt x="61" y="199"/>
                      <a:pt x="59" y="200"/>
                    </a:cubicBezTo>
                    <a:close/>
                    <a:moveTo>
                      <a:pt x="60" y="517"/>
                    </a:moveTo>
                    <a:cubicBezTo>
                      <a:pt x="59" y="516"/>
                      <a:pt x="59" y="516"/>
                      <a:pt x="59" y="516"/>
                    </a:cubicBezTo>
                    <a:cubicBezTo>
                      <a:pt x="59" y="530"/>
                      <a:pt x="59" y="530"/>
                      <a:pt x="59" y="530"/>
                    </a:cubicBezTo>
                    <a:lnTo>
                      <a:pt x="60" y="517"/>
                    </a:lnTo>
                    <a:close/>
                    <a:moveTo>
                      <a:pt x="59" y="435"/>
                    </a:moveTo>
                    <a:cubicBezTo>
                      <a:pt x="61" y="420"/>
                      <a:pt x="61" y="420"/>
                      <a:pt x="61" y="420"/>
                    </a:cubicBezTo>
                    <a:cubicBezTo>
                      <a:pt x="59" y="420"/>
                      <a:pt x="59" y="420"/>
                      <a:pt x="59" y="420"/>
                    </a:cubicBezTo>
                    <a:cubicBezTo>
                      <a:pt x="59" y="436"/>
                      <a:pt x="59" y="436"/>
                      <a:pt x="59" y="436"/>
                    </a:cubicBezTo>
                    <a:cubicBezTo>
                      <a:pt x="59" y="435"/>
                      <a:pt x="59" y="435"/>
                      <a:pt x="59" y="435"/>
                    </a:cubicBezTo>
                    <a:close/>
                    <a:moveTo>
                      <a:pt x="48" y="504"/>
                    </a:moveTo>
                    <a:cubicBezTo>
                      <a:pt x="49" y="445"/>
                      <a:pt x="49" y="445"/>
                      <a:pt x="49" y="445"/>
                    </a:cubicBezTo>
                    <a:cubicBezTo>
                      <a:pt x="49" y="439"/>
                      <a:pt x="51" y="437"/>
                      <a:pt x="59" y="436"/>
                    </a:cubicBezTo>
                    <a:cubicBezTo>
                      <a:pt x="59" y="420"/>
                      <a:pt x="59" y="420"/>
                      <a:pt x="59" y="420"/>
                    </a:cubicBezTo>
                    <a:cubicBezTo>
                      <a:pt x="53" y="420"/>
                      <a:pt x="37" y="421"/>
                      <a:pt x="31" y="421"/>
                    </a:cubicBezTo>
                    <a:cubicBezTo>
                      <a:pt x="28" y="421"/>
                      <a:pt x="4" y="421"/>
                      <a:pt x="4" y="421"/>
                    </a:cubicBezTo>
                    <a:cubicBezTo>
                      <a:pt x="2" y="433"/>
                      <a:pt x="2" y="433"/>
                      <a:pt x="2" y="433"/>
                    </a:cubicBezTo>
                    <a:cubicBezTo>
                      <a:pt x="4" y="436"/>
                      <a:pt x="4" y="436"/>
                      <a:pt x="4" y="436"/>
                    </a:cubicBezTo>
                    <a:cubicBezTo>
                      <a:pt x="4" y="436"/>
                      <a:pt x="6" y="436"/>
                      <a:pt x="8" y="436"/>
                    </a:cubicBezTo>
                    <a:cubicBezTo>
                      <a:pt x="13" y="436"/>
                      <a:pt x="14" y="437"/>
                      <a:pt x="14" y="444"/>
                    </a:cubicBezTo>
                    <a:cubicBezTo>
                      <a:pt x="14" y="503"/>
                      <a:pt x="14" y="503"/>
                      <a:pt x="14" y="503"/>
                    </a:cubicBezTo>
                    <a:cubicBezTo>
                      <a:pt x="14" y="513"/>
                      <a:pt x="12" y="515"/>
                      <a:pt x="3" y="517"/>
                    </a:cubicBezTo>
                    <a:cubicBezTo>
                      <a:pt x="2" y="531"/>
                      <a:pt x="2" y="531"/>
                      <a:pt x="2" y="531"/>
                    </a:cubicBezTo>
                    <a:cubicBezTo>
                      <a:pt x="2" y="531"/>
                      <a:pt x="19" y="531"/>
                      <a:pt x="30" y="531"/>
                    </a:cubicBezTo>
                    <a:cubicBezTo>
                      <a:pt x="37" y="531"/>
                      <a:pt x="59" y="531"/>
                      <a:pt x="59" y="531"/>
                    </a:cubicBezTo>
                    <a:cubicBezTo>
                      <a:pt x="59" y="515"/>
                      <a:pt x="59" y="515"/>
                      <a:pt x="59" y="515"/>
                    </a:cubicBezTo>
                    <a:cubicBezTo>
                      <a:pt x="59" y="515"/>
                      <a:pt x="56" y="516"/>
                      <a:pt x="53" y="516"/>
                    </a:cubicBezTo>
                    <a:cubicBezTo>
                      <a:pt x="49" y="516"/>
                      <a:pt x="48" y="514"/>
                      <a:pt x="48" y="504"/>
                    </a:cubicBezTo>
                    <a:close/>
                    <a:moveTo>
                      <a:pt x="59" y="393"/>
                    </a:moveTo>
                    <a:cubicBezTo>
                      <a:pt x="60" y="393"/>
                      <a:pt x="60" y="393"/>
                      <a:pt x="60" y="393"/>
                    </a:cubicBezTo>
                    <a:cubicBezTo>
                      <a:pt x="82" y="393"/>
                      <a:pt x="100" y="386"/>
                      <a:pt x="100" y="386"/>
                    </a:cubicBezTo>
                    <a:cubicBezTo>
                      <a:pt x="102" y="383"/>
                      <a:pt x="102" y="383"/>
                      <a:pt x="102" y="383"/>
                    </a:cubicBezTo>
                    <a:cubicBezTo>
                      <a:pt x="102" y="367"/>
                      <a:pt x="105" y="347"/>
                      <a:pt x="105" y="347"/>
                    </a:cubicBezTo>
                    <a:cubicBezTo>
                      <a:pt x="78" y="349"/>
                      <a:pt x="78" y="349"/>
                      <a:pt x="78" y="349"/>
                    </a:cubicBezTo>
                    <a:cubicBezTo>
                      <a:pt x="77" y="363"/>
                      <a:pt x="73" y="369"/>
                      <a:pt x="65" y="369"/>
                    </a:cubicBezTo>
                    <a:cubicBezTo>
                      <a:pt x="62" y="369"/>
                      <a:pt x="60" y="368"/>
                      <a:pt x="59" y="367"/>
                    </a:cubicBezTo>
                    <a:cubicBezTo>
                      <a:pt x="51" y="363"/>
                      <a:pt x="48" y="352"/>
                      <a:pt x="48" y="332"/>
                    </a:cubicBezTo>
                    <a:cubicBezTo>
                      <a:pt x="48" y="313"/>
                      <a:pt x="51" y="305"/>
                      <a:pt x="59" y="303"/>
                    </a:cubicBezTo>
                    <a:cubicBezTo>
                      <a:pt x="60" y="302"/>
                      <a:pt x="62" y="302"/>
                      <a:pt x="64" y="302"/>
                    </a:cubicBezTo>
                    <a:cubicBezTo>
                      <a:pt x="73" y="302"/>
                      <a:pt x="76" y="305"/>
                      <a:pt x="76" y="315"/>
                    </a:cubicBezTo>
                    <a:cubicBezTo>
                      <a:pt x="76" y="318"/>
                      <a:pt x="75" y="321"/>
                      <a:pt x="75" y="324"/>
                    </a:cubicBezTo>
                    <a:cubicBezTo>
                      <a:pt x="102" y="323"/>
                      <a:pt x="102" y="323"/>
                      <a:pt x="102" y="323"/>
                    </a:cubicBezTo>
                    <a:cubicBezTo>
                      <a:pt x="103" y="302"/>
                      <a:pt x="106" y="286"/>
                      <a:pt x="106" y="286"/>
                    </a:cubicBezTo>
                    <a:cubicBezTo>
                      <a:pt x="105" y="283"/>
                      <a:pt x="105" y="283"/>
                      <a:pt x="105" y="283"/>
                    </a:cubicBezTo>
                    <a:cubicBezTo>
                      <a:pt x="105" y="283"/>
                      <a:pt x="84" y="279"/>
                      <a:pt x="69" y="279"/>
                    </a:cubicBezTo>
                    <a:cubicBezTo>
                      <a:pt x="65" y="279"/>
                      <a:pt x="62" y="279"/>
                      <a:pt x="59" y="279"/>
                    </a:cubicBezTo>
                    <a:cubicBezTo>
                      <a:pt x="27" y="283"/>
                      <a:pt x="9" y="303"/>
                      <a:pt x="9" y="338"/>
                    </a:cubicBezTo>
                    <a:cubicBezTo>
                      <a:pt x="9" y="372"/>
                      <a:pt x="28" y="392"/>
                      <a:pt x="59" y="393"/>
                    </a:cubicBezTo>
                    <a:close/>
                    <a:moveTo>
                      <a:pt x="116" y="517"/>
                    </a:moveTo>
                    <a:cubicBezTo>
                      <a:pt x="109" y="516"/>
                      <a:pt x="104" y="511"/>
                      <a:pt x="99" y="501"/>
                    </a:cubicBezTo>
                    <a:cubicBezTo>
                      <a:pt x="83" y="470"/>
                      <a:pt x="83" y="470"/>
                      <a:pt x="83" y="470"/>
                    </a:cubicBezTo>
                    <a:cubicBezTo>
                      <a:pt x="90" y="460"/>
                      <a:pt x="90" y="460"/>
                      <a:pt x="90" y="460"/>
                    </a:cubicBezTo>
                    <a:cubicBezTo>
                      <a:pt x="99" y="447"/>
                      <a:pt x="107" y="440"/>
                      <a:pt x="115" y="435"/>
                    </a:cubicBezTo>
                    <a:cubicBezTo>
                      <a:pt x="117" y="422"/>
                      <a:pt x="117" y="422"/>
                      <a:pt x="117" y="422"/>
                    </a:cubicBezTo>
                    <a:cubicBezTo>
                      <a:pt x="115" y="419"/>
                      <a:pt x="115" y="419"/>
                      <a:pt x="115" y="419"/>
                    </a:cubicBezTo>
                    <a:cubicBezTo>
                      <a:pt x="115" y="419"/>
                      <a:pt x="97" y="420"/>
                      <a:pt x="91" y="420"/>
                    </a:cubicBezTo>
                    <a:cubicBezTo>
                      <a:pt x="83" y="420"/>
                      <a:pt x="66" y="420"/>
                      <a:pt x="66" y="420"/>
                    </a:cubicBezTo>
                    <a:cubicBezTo>
                      <a:pt x="65" y="434"/>
                      <a:pt x="65" y="434"/>
                      <a:pt x="65" y="434"/>
                    </a:cubicBezTo>
                    <a:cubicBezTo>
                      <a:pt x="66" y="436"/>
                      <a:pt x="66" y="436"/>
                      <a:pt x="66" y="436"/>
                    </a:cubicBezTo>
                    <a:cubicBezTo>
                      <a:pt x="71" y="436"/>
                      <a:pt x="73" y="437"/>
                      <a:pt x="73" y="441"/>
                    </a:cubicBezTo>
                    <a:cubicBezTo>
                      <a:pt x="73" y="444"/>
                      <a:pt x="71" y="447"/>
                      <a:pt x="69" y="449"/>
                    </a:cubicBezTo>
                    <a:cubicBezTo>
                      <a:pt x="59" y="461"/>
                      <a:pt x="59" y="461"/>
                      <a:pt x="59" y="461"/>
                    </a:cubicBezTo>
                    <a:cubicBezTo>
                      <a:pt x="59" y="496"/>
                      <a:pt x="59" y="496"/>
                      <a:pt x="59" y="496"/>
                    </a:cubicBezTo>
                    <a:cubicBezTo>
                      <a:pt x="71" y="520"/>
                      <a:pt x="71" y="520"/>
                      <a:pt x="71" y="520"/>
                    </a:cubicBezTo>
                    <a:cubicBezTo>
                      <a:pt x="76" y="530"/>
                      <a:pt x="81" y="534"/>
                      <a:pt x="90" y="534"/>
                    </a:cubicBezTo>
                    <a:cubicBezTo>
                      <a:pt x="94" y="534"/>
                      <a:pt x="116" y="532"/>
                      <a:pt x="116" y="532"/>
                    </a:cubicBezTo>
                    <a:cubicBezTo>
                      <a:pt x="117" y="519"/>
                      <a:pt x="117" y="519"/>
                      <a:pt x="117" y="519"/>
                    </a:cubicBezTo>
                    <a:lnTo>
                      <a:pt x="116" y="517"/>
                    </a:lnTo>
                    <a:close/>
                    <a:moveTo>
                      <a:pt x="116" y="517"/>
                    </a:moveTo>
                    <a:cubicBezTo>
                      <a:pt x="116" y="517"/>
                      <a:pt x="116" y="517"/>
                      <a:pt x="116" y="517"/>
                    </a:cubicBezTo>
                  </a:path>
                </a:pathLst>
              </a:custGeom>
              <a:solidFill>
                <a:srgbClr val="8557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" name="Freeform 52"/>
              <p:cNvSpPr>
                <a:spLocks noEditPoints="1"/>
              </p:cNvSpPr>
              <p:nvPr userDrawn="1"/>
            </p:nvSpPr>
            <p:spPr bwMode="auto">
              <a:xfrm>
                <a:off x="1007" y="820"/>
                <a:ext cx="244" cy="1173"/>
              </a:xfrm>
              <a:custGeom>
                <a:avLst/>
                <a:gdLst>
                  <a:gd name="T0" fmla="*/ 122 w 244"/>
                  <a:gd name="T1" fmla="*/ 0 h 1173"/>
                  <a:gd name="T2" fmla="*/ 0 w 244"/>
                  <a:gd name="T3" fmla="*/ 0 h 1173"/>
                  <a:gd name="T4" fmla="*/ 0 w 244"/>
                  <a:gd name="T5" fmla="*/ 255 h 1173"/>
                  <a:gd name="T6" fmla="*/ 120 w 244"/>
                  <a:gd name="T7" fmla="*/ 200 h 1173"/>
                  <a:gd name="T8" fmla="*/ 122 w 244"/>
                  <a:gd name="T9" fmla="*/ 200 h 1173"/>
                  <a:gd name="T10" fmla="*/ 244 w 244"/>
                  <a:gd name="T11" fmla="*/ 255 h 1173"/>
                  <a:gd name="T12" fmla="*/ 244 w 244"/>
                  <a:gd name="T13" fmla="*/ 0 h 1173"/>
                  <a:gd name="T14" fmla="*/ 122 w 244"/>
                  <a:gd name="T15" fmla="*/ 0 h 1173"/>
                  <a:gd name="T16" fmla="*/ 124 w 244"/>
                  <a:gd name="T17" fmla="*/ 974 h 1173"/>
                  <a:gd name="T18" fmla="*/ 122 w 244"/>
                  <a:gd name="T19" fmla="*/ 973 h 1173"/>
                  <a:gd name="T20" fmla="*/ 0 w 244"/>
                  <a:gd name="T21" fmla="*/ 918 h 1173"/>
                  <a:gd name="T22" fmla="*/ 0 w 244"/>
                  <a:gd name="T23" fmla="*/ 1173 h 1173"/>
                  <a:gd name="T24" fmla="*/ 244 w 244"/>
                  <a:gd name="T25" fmla="*/ 1173 h 1173"/>
                  <a:gd name="T26" fmla="*/ 244 w 244"/>
                  <a:gd name="T27" fmla="*/ 918 h 1173"/>
                  <a:gd name="T28" fmla="*/ 124 w 244"/>
                  <a:gd name="T29" fmla="*/ 974 h 1173"/>
                  <a:gd name="T30" fmla="*/ 124 w 244"/>
                  <a:gd name="T31" fmla="*/ 974 h 1173"/>
                  <a:gd name="T32" fmla="*/ 124 w 244"/>
                  <a:gd name="T33" fmla="*/ 974 h 1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4" h="1173">
                    <a:moveTo>
                      <a:pt x="122" y="0"/>
                    </a:moveTo>
                    <a:lnTo>
                      <a:pt x="0" y="0"/>
                    </a:lnTo>
                    <a:lnTo>
                      <a:pt x="0" y="255"/>
                    </a:lnTo>
                    <a:lnTo>
                      <a:pt x="120" y="200"/>
                    </a:lnTo>
                    <a:lnTo>
                      <a:pt x="122" y="200"/>
                    </a:lnTo>
                    <a:lnTo>
                      <a:pt x="244" y="255"/>
                    </a:lnTo>
                    <a:lnTo>
                      <a:pt x="244" y="0"/>
                    </a:lnTo>
                    <a:lnTo>
                      <a:pt x="122" y="0"/>
                    </a:lnTo>
                    <a:close/>
                    <a:moveTo>
                      <a:pt x="124" y="974"/>
                    </a:moveTo>
                    <a:lnTo>
                      <a:pt x="122" y="973"/>
                    </a:lnTo>
                    <a:lnTo>
                      <a:pt x="0" y="918"/>
                    </a:lnTo>
                    <a:lnTo>
                      <a:pt x="0" y="1173"/>
                    </a:lnTo>
                    <a:lnTo>
                      <a:pt x="244" y="1173"/>
                    </a:lnTo>
                    <a:lnTo>
                      <a:pt x="244" y="918"/>
                    </a:lnTo>
                    <a:lnTo>
                      <a:pt x="124" y="974"/>
                    </a:lnTo>
                    <a:close/>
                    <a:moveTo>
                      <a:pt x="124" y="974"/>
                    </a:moveTo>
                    <a:lnTo>
                      <a:pt x="124" y="974"/>
                    </a:lnTo>
                    <a:close/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" name="Freeform 53"/>
              <p:cNvSpPr>
                <a:spLocks noEditPoints="1"/>
              </p:cNvSpPr>
              <p:nvPr userDrawn="1"/>
            </p:nvSpPr>
            <p:spPr bwMode="auto">
              <a:xfrm>
                <a:off x="1007" y="820"/>
                <a:ext cx="244" cy="1173"/>
              </a:xfrm>
              <a:custGeom>
                <a:avLst/>
                <a:gdLst>
                  <a:gd name="T0" fmla="*/ 122 w 244"/>
                  <a:gd name="T1" fmla="*/ 0 h 1173"/>
                  <a:gd name="T2" fmla="*/ 0 w 244"/>
                  <a:gd name="T3" fmla="*/ 0 h 1173"/>
                  <a:gd name="T4" fmla="*/ 0 w 244"/>
                  <a:gd name="T5" fmla="*/ 255 h 1173"/>
                  <a:gd name="T6" fmla="*/ 120 w 244"/>
                  <a:gd name="T7" fmla="*/ 200 h 1173"/>
                  <a:gd name="T8" fmla="*/ 122 w 244"/>
                  <a:gd name="T9" fmla="*/ 200 h 1173"/>
                  <a:gd name="T10" fmla="*/ 244 w 244"/>
                  <a:gd name="T11" fmla="*/ 255 h 1173"/>
                  <a:gd name="T12" fmla="*/ 244 w 244"/>
                  <a:gd name="T13" fmla="*/ 0 h 1173"/>
                  <a:gd name="T14" fmla="*/ 122 w 244"/>
                  <a:gd name="T15" fmla="*/ 0 h 1173"/>
                  <a:gd name="T16" fmla="*/ 124 w 244"/>
                  <a:gd name="T17" fmla="*/ 974 h 1173"/>
                  <a:gd name="T18" fmla="*/ 122 w 244"/>
                  <a:gd name="T19" fmla="*/ 973 h 1173"/>
                  <a:gd name="T20" fmla="*/ 0 w 244"/>
                  <a:gd name="T21" fmla="*/ 918 h 1173"/>
                  <a:gd name="T22" fmla="*/ 0 w 244"/>
                  <a:gd name="T23" fmla="*/ 1173 h 1173"/>
                  <a:gd name="T24" fmla="*/ 244 w 244"/>
                  <a:gd name="T25" fmla="*/ 1173 h 1173"/>
                  <a:gd name="T26" fmla="*/ 244 w 244"/>
                  <a:gd name="T27" fmla="*/ 918 h 1173"/>
                  <a:gd name="T28" fmla="*/ 124 w 244"/>
                  <a:gd name="T29" fmla="*/ 974 h 1173"/>
                  <a:gd name="T30" fmla="*/ 124 w 244"/>
                  <a:gd name="T31" fmla="*/ 974 h 1173"/>
                  <a:gd name="T32" fmla="*/ 124 w 244"/>
                  <a:gd name="T33" fmla="*/ 974 h 1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4" h="1173">
                    <a:moveTo>
                      <a:pt x="122" y="0"/>
                    </a:moveTo>
                    <a:lnTo>
                      <a:pt x="0" y="0"/>
                    </a:lnTo>
                    <a:lnTo>
                      <a:pt x="0" y="255"/>
                    </a:lnTo>
                    <a:lnTo>
                      <a:pt x="120" y="200"/>
                    </a:lnTo>
                    <a:lnTo>
                      <a:pt x="122" y="200"/>
                    </a:lnTo>
                    <a:lnTo>
                      <a:pt x="244" y="255"/>
                    </a:lnTo>
                    <a:lnTo>
                      <a:pt x="244" y="0"/>
                    </a:lnTo>
                    <a:lnTo>
                      <a:pt x="122" y="0"/>
                    </a:lnTo>
                    <a:moveTo>
                      <a:pt x="124" y="974"/>
                    </a:moveTo>
                    <a:lnTo>
                      <a:pt x="122" y="973"/>
                    </a:lnTo>
                    <a:lnTo>
                      <a:pt x="0" y="918"/>
                    </a:lnTo>
                    <a:lnTo>
                      <a:pt x="0" y="1173"/>
                    </a:lnTo>
                    <a:lnTo>
                      <a:pt x="244" y="1173"/>
                    </a:lnTo>
                    <a:lnTo>
                      <a:pt x="244" y="918"/>
                    </a:lnTo>
                    <a:lnTo>
                      <a:pt x="124" y="974"/>
                    </a:lnTo>
                    <a:moveTo>
                      <a:pt x="124" y="974"/>
                    </a:moveTo>
                    <a:lnTo>
                      <a:pt x="124" y="97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" name="Freeform 54"/>
              <p:cNvSpPr>
                <a:spLocks noEditPoints="1"/>
              </p:cNvSpPr>
              <p:nvPr userDrawn="1"/>
            </p:nvSpPr>
            <p:spPr bwMode="auto">
              <a:xfrm>
                <a:off x="1105" y="1055"/>
                <a:ext cx="41" cy="704"/>
              </a:xfrm>
              <a:custGeom>
                <a:avLst/>
                <a:gdLst>
                  <a:gd name="T0" fmla="*/ 41 w 41"/>
                  <a:gd name="T1" fmla="*/ 20 h 704"/>
                  <a:gd name="T2" fmla="*/ 24 w 41"/>
                  <a:gd name="T3" fmla="*/ 0 h 704"/>
                  <a:gd name="T4" fmla="*/ 24 w 41"/>
                  <a:gd name="T5" fmla="*/ 39 h 704"/>
                  <a:gd name="T6" fmla="*/ 41 w 41"/>
                  <a:gd name="T7" fmla="*/ 20 h 704"/>
                  <a:gd name="T8" fmla="*/ 24 w 41"/>
                  <a:gd name="T9" fmla="*/ 664 h 704"/>
                  <a:gd name="T10" fmla="*/ 21 w 41"/>
                  <a:gd name="T11" fmla="*/ 663 h 704"/>
                  <a:gd name="T12" fmla="*/ 0 w 41"/>
                  <a:gd name="T13" fmla="*/ 683 h 704"/>
                  <a:gd name="T14" fmla="*/ 21 w 41"/>
                  <a:gd name="T15" fmla="*/ 704 h 704"/>
                  <a:gd name="T16" fmla="*/ 24 w 41"/>
                  <a:gd name="T17" fmla="*/ 703 h 704"/>
                  <a:gd name="T18" fmla="*/ 41 w 41"/>
                  <a:gd name="T19" fmla="*/ 683 h 704"/>
                  <a:gd name="T20" fmla="*/ 24 w 41"/>
                  <a:gd name="T21" fmla="*/ 664 h 704"/>
                  <a:gd name="T22" fmla="*/ 24 w 41"/>
                  <a:gd name="T23" fmla="*/ 664 h 704"/>
                  <a:gd name="T24" fmla="*/ 24 w 41"/>
                  <a:gd name="T25" fmla="*/ 664 h 7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1" h="704">
                    <a:moveTo>
                      <a:pt x="41" y="20"/>
                    </a:moveTo>
                    <a:cubicBezTo>
                      <a:pt x="41" y="10"/>
                      <a:pt x="33" y="1"/>
                      <a:pt x="24" y="0"/>
                    </a:cubicBezTo>
                    <a:cubicBezTo>
                      <a:pt x="24" y="39"/>
                      <a:pt x="24" y="39"/>
                      <a:pt x="24" y="39"/>
                    </a:cubicBezTo>
                    <a:cubicBezTo>
                      <a:pt x="33" y="38"/>
                      <a:pt x="41" y="29"/>
                      <a:pt x="41" y="20"/>
                    </a:cubicBezTo>
                    <a:close/>
                    <a:moveTo>
                      <a:pt x="24" y="664"/>
                    </a:moveTo>
                    <a:cubicBezTo>
                      <a:pt x="23" y="663"/>
                      <a:pt x="22" y="663"/>
                      <a:pt x="21" y="663"/>
                    </a:cubicBezTo>
                    <a:cubicBezTo>
                      <a:pt x="9" y="663"/>
                      <a:pt x="0" y="672"/>
                      <a:pt x="0" y="683"/>
                    </a:cubicBezTo>
                    <a:cubicBezTo>
                      <a:pt x="0" y="695"/>
                      <a:pt x="9" y="704"/>
                      <a:pt x="21" y="704"/>
                    </a:cubicBezTo>
                    <a:cubicBezTo>
                      <a:pt x="22" y="704"/>
                      <a:pt x="23" y="703"/>
                      <a:pt x="24" y="703"/>
                    </a:cubicBezTo>
                    <a:cubicBezTo>
                      <a:pt x="33" y="702"/>
                      <a:pt x="41" y="693"/>
                      <a:pt x="41" y="683"/>
                    </a:cubicBezTo>
                    <a:cubicBezTo>
                      <a:pt x="41" y="674"/>
                      <a:pt x="33" y="665"/>
                      <a:pt x="24" y="664"/>
                    </a:cubicBezTo>
                    <a:close/>
                    <a:moveTo>
                      <a:pt x="24" y="664"/>
                    </a:moveTo>
                    <a:cubicBezTo>
                      <a:pt x="24" y="664"/>
                      <a:pt x="24" y="664"/>
                      <a:pt x="24" y="664"/>
                    </a:cubicBezTo>
                  </a:path>
                </a:pathLst>
              </a:custGeom>
              <a:solidFill>
                <a:srgbClr val="8557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" name="Freeform 55"/>
              <p:cNvSpPr>
                <a:spLocks noEditPoints="1"/>
              </p:cNvSpPr>
              <p:nvPr userDrawn="1"/>
            </p:nvSpPr>
            <p:spPr bwMode="auto">
              <a:xfrm>
                <a:off x="1298" y="676"/>
                <a:ext cx="389" cy="1363"/>
              </a:xfrm>
              <a:custGeom>
                <a:avLst/>
                <a:gdLst>
                  <a:gd name="T0" fmla="*/ 195 w 389"/>
                  <a:gd name="T1" fmla="*/ 1295 h 1363"/>
                  <a:gd name="T2" fmla="*/ 0 w 389"/>
                  <a:gd name="T3" fmla="*/ 1295 h 1363"/>
                  <a:gd name="T4" fmla="*/ 0 w 389"/>
                  <a:gd name="T5" fmla="*/ 1363 h 1363"/>
                  <a:gd name="T6" fmla="*/ 389 w 389"/>
                  <a:gd name="T7" fmla="*/ 1363 h 1363"/>
                  <a:gd name="T8" fmla="*/ 389 w 389"/>
                  <a:gd name="T9" fmla="*/ 1295 h 1363"/>
                  <a:gd name="T10" fmla="*/ 195 w 389"/>
                  <a:gd name="T11" fmla="*/ 1295 h 1363"/>
                  <a:gd name="T12" fmla="*/ 195 w 389"/>
                  <a:gd name="T13" fmla="*/ 0 h 1363"/>
                  <a:gd name="T14" fmla="*/ 0 w 389"/>
                  <a:gd name="T15" fmla="*/ 0 h 1363"/>
                  <a:gd name="T16" fmla="*/ 0 w 389"/>
                  <a:gd name="T17" fmla="*/ 72 h 1363"/>
                  <a:gd name="T18" fmla="*/ 389 w 389"/>
                  <a:gd name="T19" fmla="*/ 72 h 1363"/>
                  <a:gd name="T20" fmla="*/ 389 w 389"/>
                  <a:gd name="T21" fmla="*/ 0 h 1363"/>
                  <a:gd name="T22" fmla="*/ 195 w 389"/>
                  <a:gd name="T23" fmla="*/ 0 h 1363"/>
                  <a:gd name="T24" fmla="*/ 195 w 389"/>
                  <a:gd name="T25" fmla="*/ 119 h 1363"/>
                  <a:gd name="T26" fmla="*/ 0 w 389"/>
                  <a:gd name="T27" fmla="*/ 119 h 1363"/>
                  <a:gd name="T28" fmla="*/ 0 w 389"/>
                  <a:gd name="T29" fmla="*/ 1248 h 1363"/>
                  <a:gd name="T30" fmla="*/ 389 w 389"/>
                  <a:gd name="T31" fmla="*/ 1248 h 1363"/>
                  <a:gd name="T32" fmla="*/ 389 w 389"/>
                  <a:gd name="T33" fmla="*/ 119 h 1363"/>
                  <a:gd name="T34" fmla="*/ 195 w 389"/>
                  <a:gd name="T35" fmla="*/ 119 h 1363"/>
                  <a:gd name="T36" fmla="*/ 319 w 389"/>
                  <a:gd name="T37" fmla="*/ 1199 h 1363"/>
                  <a:gd name="T38" fmla="*/ 76 w 389"/>
                  <a:gd name="T39" fmla="*/ 1199 h 1363"/>
                  <a:gd name="T40" fmla="*/ 69 w 389"/>
                  <a:gd name="T41" fmla="*/ 1192 h 1363"/>
                  <a:gd name="T42" fmla="*/ 76 w 389"/>
                  <a:gd name="T43" fmla="*/ 1184 h 1363"/>
                  <a:gd name="T44" fmla="*/ 319 w 389"/>
                  <a:gd name="T45" fmla="*/ 1184 h 1363"/>
                  <a:gd name="T46" fmla="*/ 327 w 389"/>
                  <a:gd name="T47" fmla="*/ 1192 h 1363"/>
                  <a:gd name="T48" fmla="*/ 319 w 389"/>
                  <a:gd name="T49" fmla="*/ 1199 h 1363"/>
                  <a:gd name="T50" fmla="*/ 319 w 389"/>
                  <a:gd name="T51" fmla="*/ 1148 h 1363"/>
                  <a:gd name="T52" fmla="*/ 76 w 389"/>
                  <a:gd name="T53" fmla="*/ 1148 h 1363"/>
                  <a:gd name="T54" fmla="*/ 69 w 389"/>
                  <a:gd name="T55" fmla="*/ 1140 h 1363"/>
                  <a:gd name="T56" fmla="*/ 76 w 389"/>
                  <a:gd name="T57" fmla="*/ 1133 h 1363"/>
                  <a:gd name="T58" fmla="*/ 319 w 389"/>
                  <a:gd name="T59" fmla="*/ 1133 h 1363"/>
                  <a:gd name="T60" fmla="*/ 327 w 389"/>
                  <a:gd name="T61" fmla="*/ 1140 h 1363"/>
                  <a:gd name="T62" fmla="*/ 319 w 389"/>
                  <a:gd name="T63" fmla="*/ 1148 h 1363"/>
                  <a:gd name="T64" fmla="*/ 73 w 389"/>
                  <a:gd name="T65" fmla="*/ 1078 h 1363"/>
                  <a:gd name="T66" fmla="*/ 73 w 389"/>
                  <a:gd name="T67" fmla="*/ 281 h 1363"/>
                  <a:gd name="T68" fmla="*/ 316 w 389"/>
                  <a:gd name="T69" fmla="*/ 281 h 1363"/>
                  <a:gd name="T70" fmla="*/ 316 w 389"/>
                  <a:gd name="T71" fmla="*/ 1078 h 1363"/>
                  <a:gd name="T72" fmla="*/ 73 w 389"/>
                  <a:gd name="T73" fmla="*/ 1078 h 1363"/>
                  <a:gd name="T74" fmla="*/ 319 w 389"/>
                  <a:gd name="T75" fmla="*/ 237 h 1363"/>
                  <a:gd name="T76" fmla="*/ 76 w 389"/>
                  <a:gd name="T77" fmla="*/ 237 h 1363"/>
                  <a:gd name="T78" fmla="*/ 69 w 389"/>
                  <a:gd name="T79" fmla="*/ 230 h 1363"/>
                  <a:gd name="T80" fmla="*/ 76 w 389"/>
                  <a:gd name="T81" fmla="*/ 222 h 1363"/>
                  <a:gd name="T82" fmla="*/ 319 w 389"/>
                  <a:gd name="T83" fmla="*/ 222 h 1363"/>
                  <a:gd name="T84" fmla="*/ 327 w 389"/>
                  <a:gd name="T85" fmla="*/ 230 h 1363"/>
                  <a:gd name="T86" fmla="*/ 319 w 389"/>
                  <a:gd name="T87" fmla="*/ 237 h 1363"/>
                  <a:gd name="T88" fmla="*/ 319 w 389"/>
                  <a:gd name="T89" fmla="*/ 185 h 1363"/>
                  <a:gd name="T90" fmla="*/ 76 w 389"/>
                  <a:gd name="T91" fmla="*/ 185 h 1363"/>
                  <a:gd name="T92" fmla="*/ 69 w 389"/>
                  <a:gd name="T93" fmla="*/ 178 h 1363"/>
                  <a:gd name="T94" fmla="*/ 76 w 389"/>
                  <a:gd name="T95" fmla="*/ 170 h 1363"/>
                  <a:gd name="T96" fmla="*/ 319 w 389"/>
                  <a:gd name="T97" fmla="*/ 170 h 1363"/>
                  <a:gd name="T98" fmla="*/ 327 w 389"/>
                  <a:gd name="T99" fmla="*/ 178 h 1363"/>
                  <a:gd name="T100" fmla="*/ 319 w 389"/>
                  <a:gd name="T101" fmla="*/ 185 h 1363"/>
                  <a:gd name="T102" fmla="*/ 319 w 389"/>
                  <a:gd name="T103" fmla="*/ 185 h 1363"/>
                  <a:gd name="T104" fmla="*/ 319 w 389"/>
                  <a:gd name="T105" fmla="*/ 185 h 1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389" h="1363">
                    <a:moveTo>
                      <a:pt x="195" y="1295"/>
                    </a:moveTo>
                    <a:cubicBezTo>
                      <a:pt x="0" y="1295"/>
                      <a:pt x="0" y="1295"/>
                      <a:pt x="0" y="1295"/>
                    </a:cubicBezTo>
                    <a:cubicBezTo>
                      <a:pt x="0" y="1363"/>
                      <a:pt x="0" y="1363"/>
                      <a:pt x="0" y="1363"/>
                    </a:cubicBezTo>
                    <a:cubicBezTo>
                      <a:pt x="389" y="1363"/>
                      <a:pt x="389" y="1363"/>
                      <a:pt x="389" y="1363"/>
                    </a:cubicBezTo>
                    <a:cubicBezTo>
                      <a:pt x="389" y="1295"/>
                      <a:pt x="389" y="1295"/>
                      <a:pt x="389" y="1295"/>
                    </a:cubicBezTo>
                    <a:lnTo>
                      <a:pt x="195" y="1295"/>
                    </a:lnTo>
                    <a:close/>
                    <a:moveTo>
                      <a:pt x="19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389" y="72"/>
                      <a:pt x="389" y="72"/>
                      <a:pt x="389" y="72"/>
                    </a:cubicBezTo>
                    <a:cubicBezTo>
                      <a:pt x="389" y="0"/>
                      <a:pt x="389" y="0"/>
                      <a:pt x="389" y="0"/>
                    </a:cubicBezTo>
                    <a:lnTo>
                      <a:pt x="195" y="0"/>
                    </a:lnTo>
                    <a:close/>
                    <a:moveTo>
                      <a:pt x="195" y="119"/>
                    </a:moveTo>
                    <a:cubicBezTo>
                      <a:pt x="0" y="119"/>
                      <a:pt x="0" y="119"/>
                      <a:pt x="0" y="119"/>
                    </a:cubicBezTo>
                    <a:cubicBezTo>
                      <a:pt x="0" y="1248"/>
                      <a:pt x="0" y="1248"/>
                      <a:pt x="0" y="1248"/>
                    </a:cubicBezTo>
                    <a:cubicBezTo>
                      <a:pt x="389" y="1248"/>
                      <a:pt x="389" y="1248"/>
                      <a:pt x="389" y="1248"/>
                    </a:cubicBezTo>
                    <a:cubicBezTo>
                      <a:pt x="389" y="119"/>
                      <a:pt x="389" y="119"/>
                      <a:pt x="389" y="119"/>
                    </a:cubicBezTo>
                    <a:lnTo>
                      <a:pt x="195" y="119"/>
                    </a:lnTo>
                    <a:close/>
                    <a:moveTo>
                      <a:pt x="319" y="1199"/>
                    </a:moveTo>
                    <a:cubicBezTo>
                      <a:pt x="76" y="1199"/>
                      <a:pt x="76" y="1199"/>
                      <a:pt x="76" y="1199"/>
                    </a:cubicBezTo>
                    <a:cubicBezTo>
                      <a:pt x="72" y="1199"/>
                      <a:pt x="69" y="1196"/>
                      <a:pt x="69" y="1192"/>
                    </a:cubicBezTo>
                    <a:cubicBezTo>
                      <a:pt x="69" y="1188"/>
                      <a:pt x="72" y="1184"/>
                      <a:pt x="76" y="1184"/>
                    </a:cubicBezTo>
                    <a:cubicBezTo>
                      <a:pt x="319" y="1184"/>
                      <a:pt x="319" y="1184"/>
                      <a:pt x="319" y="1184"/>
                    </a:cubicBezTo>
                    <a:cubicBezTo>
                      <a:pt x="323" y="1184"/>
                      <a:pt x="327" y="1188"/>
                      <a:pt x="327" y="1192"/>
                    </a:cubicBezTo>
                    <a:cubicBezTo>
                      <a:pt x="327" y="1196"/>
                      <a:pt x="323" y="1199"/>
                      <a:pt x="319" y="1199"/>
                    </a:cubicBezTo>
                    <a:close/>
                    <a:moveTo>
                      <a:pt x="319" y="1148"/>
                    </a:moveTo>
                    <a:cubicBezTo>
                      <a:pt x="76" y="1148"/>
                      <a:pt x="76" y="1148"/>
                      <a:pt x="76" y="1148"/>
                    </a:cubicBezTo>
                    <a:cubicBezTo>
                      <a:pt x="72" y="1148"/>
                      <a:pt x="69" y="1144"/>
                      <a:pt x="69" y="1140"/>
                    </a:cubicBezTo>
                    <a:cubicBezTo>
                      <a:pt x="69" y="1136"/>
                      <a:pt x="72" y="1133"/>
                      <a:pt x="76" y="1133"/>
                    </a:cubicBezTo>
                    <a:cubicBezTo>
                      <a:pt x="319" y="1133"/>
                      <a:pt x="319" y="1133"/>
                      <a:pt x="319" y="1133"/>
                    </a:cubicBezTo>
                    <a:cubicBezTo>
                      <a:pt x="323" y="1133"/>
                      <a:pt x="327" y="1136"/>
                      <a:pt x="327" y="1140"/>
                    </a:cubicBezTo>
                    <a:cubicBezTo>
                      <a:pt x="327" y="1144"/>
                      <a:pt x="323" y="1148"/>
                      <a:pt x="319" y="1148"/>
                    </a:cubicBezTo>
                    <a:close/>
                    <a:moveTo>
                      <a:pt x="73" y="1078"/>
                    </a:moveTo>
                    <a:cubicBezTo>
                      <a:pt x="73" y="281"/>
                      <a:pt x="73" y="281"/>
                      <a:pt x="73" y="281"/>
                    </a:cubicBezTo>
                    <a:cubicBezTo>
                      <a:pt x="316" y="281"/>
                      <a:pt x="316" y="281"/>
                      <a:pt x="316" y="281"/>
                    </a:cubicBezTo>
                    <a:cubicBezTo>
                      <a:pt x="316" y="1078"/>
                      <a:pt x="316" y="1078"/>
                      <a:pt x="316" y="1078"/>
                    </a:cubicBezTo>
                    <a:lnTo>
                      <a:pt x="73" y="1078"/>
                    </a:lnTo>
                    <a:close/>
                    <a:moveTo>
                      <a:pt x="319" y="237"/>
                    </a:moveTo>
                    <a:cubicBezTo>
                      <a:pt x="76" y="237"/>
                      <a:pt x="76" y="237"/>
                      <a:pt x="76" y="237"/>
                    </a:cubicBezTo>
                    <a:cubicBezTo>
                      <a:pt x="72" y="237"/>
                      <a:pt x="69" y="234"/>
                      <a:pt x="69" y="230"/>
                    </a:cubicBezTo>
                    <a:cubicBezTo>
                      <a:pt x="69" y="226"/>
                      <a:pt x="72" y="222"/>
                      <a:pt x="76" y="222"/>
                    </a:cubicBezTo>
                    <a:cubicBezTo>
                      <a:pt x="319" y="222"/>
                      <a:pt x="319" y="222"/>
                      <a:pt x="319" y="222"/>
                    </a:cubicBezTo>
                    <a:cubicBezTo>
                      <a:pt x="323" y="222"/>
                      <a:pt x="327" y="226"/>
                      <a:pt x="327" y="230"/>
                    </a:cubicBezTo>
                    <a:cubicBezTo>
                      <a:pt x="327" y="234"/>
                      <a:pt x="323" y="237"/>
                      <a:pt x="319" y="237"/>
                    </a:cubicBezTo>
                    <a:close/>
                    <a:moveTo>
                      <a:pt x="319" y="185"/>
                    </a:moveTo>
                    <a:cubicBezTo>
                      <a:pt x="76" y="185"/>
                      <a:pt x="76" y="185"/>
                      <a:pt x="76" y="185"/>
                    </a:cubicBezTo>
                    <a:cubicBezTo>
                      <a:pt x="72" y="185"/>
                      <a:pt x="69" y="182"/>
                      <a:pt x="69" y="178"/>
                    </a:cubicBezTo>
                    <a:cubicBezTo>
                      <a:pt x="69" y="174"/>
                      <a:pt x="72" y="170"/>
                      <a:pt x="76" y="170"/>
                    </a:cubicBezTo>
                    <a:cubicBezTo>
                      <a:pt x="319" y="170"/>
                      <a:pt x="319" y="170"/>
                      <a:pt x="319" y="170"/>
                    </a:cubicBezTo>
                    <a:cubicBezTo>
                      <a:pt x="323" y="170"/>
                      <a:pt x="327" y="174"/>
                      <a:pt x="327" y="178"/>
                    </a:cubicBezTo>
                    <a:cubicBezTo>
                      <a:pt x="327" y="182"/>
                      <a:pt x="323" y="185"/>
                      <a:pt x="319" y="185"/>
                    </a:cubicBezTo>
                    <a:close/>
                    <a:moveTo>
                      <a:pt x="319" y="185"/>
                    </a:moveTo>
                    <a:cubicBezTo>
                      <a:pt x="319" y="185"/>
                      <a:pt x="319" y="185"/>
                      <a:pt x="319" y="185"/>
                    </a:cubicBezTo>
                  </a:path>
                </a:pathLst>
              </a:custGeom>
              <a:solidFill>
                <a:srgbClr val="FCA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" name="Freeform 56"/>
              <p:cNvSpPr>
                <a:spLocks noEditPoints="1"/>
              </p:cNvSpPr>
              <p:nvPr userDrawn="1"/>
            </p:nvSpPr>
            <p:spPr bwMode="auto">
              <a:xfrm>
                <a:off x="1523" y="1340"/>
                <a:ext cx="24" cy="71"/>
              </a:xfrm>
              <a:custGeom>
                <a:avLst/>
                <a:gdLst>
                  <a:gd name="T0" fmla="*/ 10 w 24"/>
                  <a:gd name="T1" fmla="*/ 71 h 71"/>
                  <a:gd name="T2" fmla="*/ 24 w 24"/>
                  <a:gd name="T3" fmla="*/ 26 h 71"/>
                  <a:gd name="T4" fmla="*/ 14 w 24"/>
                  <a:gd name="T5" fmla="*/ 0 h 71"/>
                  <a:gd name="T6" fmla="*/ 0 w 24"/>
                  <a:gd name="T7" fmla="*/ 45 h 71"/>
                  <a:gd name="T8" fmla="*/ 10 w 24"/>
                  <a:gd name="T9" fmla="*/ 71 h 71"/>
                  <a:gd name="T10" fmla="*/ 10 w 24"/>
                  <a:gd name="T11" fmla="*/ 71 h 71"/>
                  <a:gd name="T12" fmla="*/ 10 w 24"/>
                  <a:gd name="T13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71">
                    <a:moveTo>
                      <a:pt x="10" y="71"/>
                    </a:moveTo>
                    <a:cubicBezTo>
                      <a:pt x="20" y="71"/>
                      <a:pt x="24" y="57"/>
                      <a:pt x="24" y="26"/>
                    </a:cubicBezTo>
                    <a:cubicBezTo>
                      <a:pt x="24" y="7"/>
                      <a:pt x="21" y="0"/>
                      <a:pt x="14" y="0"/>
                    </a:cubicBezTo>
                    <a:cubicBezTo>
                      <a:pt x="5" y="0"/>
                      <a:pt x="0" y="17"/>
                      <a:pt x="0" y="45"/>
                    </a:cubicBezTo>
                    <a:cubicBezTo>
                      <a:pt x="0" y="62"/>
                      <a:pt x="3" y="71"/>
                      <a:pt x="10" y="71"/>
                    </a:cubicBezTo>
                    <a:close/>
                    <a:moveTo>
                      <a:pt x="10" y="71"/>
                    </a:moveTo>
                    <a:cubicBezTo>
                      <a:pt x="10" y="71"/>
                      <a:pt x="10" y="71"/>
                      <a:pt x="10" y="71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" name="Freeform 57"/>
              <p:cNvSpPr>
                <a:spLocks noEditPoints="1"/>
              </p:cNvSpPr>
              <p:nvPr userDrawn="1"/>
            </p:nvSpPr>
            <p:spPr bwMode="auto">
              <a:xfrm>
                <a:off x="1371" y="957"/>
                <a:ext cx="243" cy="797"/>
              </a:xfrm>
              <a:custGeom>
                <a:avLst/>
                <a:gdLst>
                  <a:gd name="T0" fmla="*/ 122 w 243"/>
                  <a:gd name="T1" fmla="*/ 0 h 797"/>
                  <a:gd name="T2" fmla="*/ 0 w 243"/>
                  <a:gd name="T3" fmla="*/ 0 h 797"/>
                  <a:gd name="T4" fmla="*/ 0 w 243"/>
                  <a:gd name="T5" fmla="*/ 797 h 797"/>
                  <a:gd name="T6" fmla="*/ 243 w 243"/>
                  <a:gd name="T7" fmla="*/ 797 h 797"/>
                  <a:gd name="T8" fmla="*/ 243 w 243"/>
                  <a:gd name="T9" fmla="*/ 0 h 797"/>
                  <a:gd name="T10" fmla="*/ 122 w 243"/>
                  <a:gd name="T11" fmla="*/ 0 h 797"/>
                  <a:gd name="T12" fmla="*/ 61 w 243"/>
                  <a:gd name="T13" fmla="*/ 481 h 797"/>
                  <a:gd name="T14" fmla="*/ 26 w 243"/>
                  <a:gd name="T15" fmla="*/ 446 h 797"/>
                  <a:gd name="T16" fmla="*/ 38 w 243"/>
                  <a:gd name="T17" fmla="*/ 382 h 797"/>
                  <a:gd name="T18" fmla="*/ 35 w 243"/>
                  <a:gd name="T19" fmla="*/ 379 h 797"/>
                  <a:gd name="T20" fmla="*/ 21 w 243"/>
                  <a:gd name="T21" fmla="*/ 379 h 797"/>
                  <a:gd name="T22" fmla="*/ 20 w 243"/>
                  <a:gd name="T23" fmla="*/ 378 h 797"/>
                  <a:gd name="T24" fmla="*/ 22 w 243"/>
                  <a:gd name="T25" fmla="*/ 361 h 797"/>
                  <a:gd name="T26" fmla="*/ 41 w 243"/>
                  <a:gd name="T27" fmla="*/ 358 h 797"/>
                  <a:gd name="T28" fmla="*/ 45 w 243"/>
                  <a:gd name="T29" fmla="*/ 329 h 797"/>
                  <a:gd name="T30" fmla="*/ 89 w 243"/>
                  <a:gd name="T31" fmla="*/ 320 h 797"/>
                  <a:gd name="T32" fmla="*/ 92 w 243"/>
                  <a:gd name="T33" fmla="*/ 323 h 797"/>
                  <a:gd name="T34" fmla="*/ 84 w 243"/>
                  <a:gd name="T35" fmla="*/ 358 h 797"/>
                  <a:gd name="T36" fmla="*/ 109 w 243"/>
                  <a:gd name="T37" fmla="*/ 358 h 797"/>
                  <a:gd name="T38" fmla="*/ 111 w 243"/>
                  <a:gd name="T39" fmla="*/ 359 h 797"/>
                  <a:gd name="T40" fmla="*/ 108 w 243"/>
                  <a:gd name="T41" fmla="*/ 379 h 797"/>
                  <a:gd name="T42" fmla="*/ 83 w 243"/>
                  <a:gd name="T43" fmla="*/ 379 h 797"/>
                  <a:gd name="T44" fmla="*/ 80 w 243"/>
                  <a:gd name="T45" fmla="*/ 381 h 797"/>
                  <a:gd name="T46" fmla="*/ 71 w 243"/>
                  <a:gd name="T47" fmla="*/ 431 h 797"/>
                  <a:gd name="T48" fmla="*/ 76 w 243"/>
                  <a:gd name="T49" fmla="*/ 439 h 797"/>
                  <a:gd name="T50" fmla="*/ 91 w 243"/>
                  <a:gd name="T51" fmla="*/ 427 h 797"/>
                  <a:gd name="T52" fmla="*/ 97 w 243"/>
                  <a:gd name="T53" fmla="*/ 428 h 797"/>
                  <a:gd name="T54" fmla="*/ 102 w 243"/>
                  <a:gd name="T55" fmla="*/ 441 h 797"/>
                  <a:gd name="T56" fmla="*/ 61 w 243"/>
                  <a:gd name="T57" fmla="*/ 481 h 797"/>
                  <a:gd name="T58" fmla="*/ 152 w 243"/>
                  <a:gd name="T59" fmla="*/ 481 h 797"/>
                  <a:gd name="T60" fmla="*/ 122 w 243"/>
                  <a:gd name="T61" fmla="*/ 471 h 797"/>
                  <a:gd name="T62" fmla="*/ 105 w 243"/>
                  <a:gd name="T63" fmla="*/ 430 h 797"/>
                  <a:gd name="T64" fmla="*/ 122 w 243"/>
                  <a:gd name="T65" fmla="*/ 377 h 797"/>
                  <a:gd name="T66" fmla="*/ 176 w 243"/>
                  <a:gd name="T67" fmla="*/ 352 h 797"/>
                  <a:gd name="T68" fmla="*/ 223 w 243"/>
                  <a:gd name="T69" fmla="*/ 401 h 797"/>
                  <a:gd name="T70" fmla="*/ 152 w 243"/>
                  <a:gd name="T71" fmla="*/ 481 h 797"/>
                  <a:gd name="T72" fmla="*/ 152 w 243"/>
                  <a:gd name="T73" fmla="*/ 481 h 797"/>
                  <a:gd name="T74" fmla="*/ 152 w 243"/>
                  <a:gd name="T75" fmla="*/ 481 h 7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43" h="797">
                    <a:moveTo>
                      <a:pt x="12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97"/>
                      <a:pt x="0" y="797"/>
                      <a:pt x="0" y="797"/>
                    </a:cubicBezTo>
                    <a:cubicBezTo>
                      <a:pt x="243" y="797"/>
                      <a:pt x="243" y="797"/>
                      <a:pt x="243" y="797"/>
                    </a:cubicBezTo>
                    <a:cubicBezTo>
                      <a:pt x="243" y="0"/>
                      <a:pt x="243" y="0"/>
                      <a:pt x="243" y="0"/>
                    </a:cubicBezTo>
                    <a:lnTo>
                      <a:pt x="122" y="0"/>
                    </a:lnTo>
                    <a:close/>
                    <a:moveTo>
                      <a:pt x="61" y="481"/>
                    </a:moveTo>
                    <a:cubicBezTo>
                      <a:pt x="36" y="481"/>
                      <a:pt x="24" y="468"/>
                      <a:pt x="26" y="446"/>
                    </a:cubicBezTo>
                    <a:cubicBezTo>
                      <a:pt x="38" y="382"/>
                      <a:pt x="38" y="382"/>
                      <a:pt x="38" y="382"/>
                    </a:cubicBezTo>
                    <a:cubicBezTo>
                      <a:pt x="35" y="379"/>
                      <a:pt x="35" y="379"/>
                      <a:pt x="35" y="379"/>
                    </a:cubicBezTo>
                    <a:cubicBezTo>
                      <a:pt x="21" y="379"/>
                      <a:pt x="21" y="379"/>
                      <a:pt x="21" y="379"/>
                    </a:cubicBezTo>
                    <a:cubicBezTo>
                      <a:pt x="20" y="378"/>
                      <a:pt x="20" y="378"/>
                      <a:pt x="20" y="378"/>
                    </a:cubicBezTo>
                    <a:cubicBezTo>
                      <a:pt x="22" y="361"/>
                      <a:pt x="22" y="361"/>
                      <a:pt x="22" y="361"/>
                    </a:cubicBezTo>
                    <a:cubicBezTo>
                      <a:pt x="41" y="358"/>
                      <a:pt x="41" y="358"/>
                      <a:pt x="41" y="358"/>
                    </a:cubicBezTo>
                    <a:cubicBezTo>
                      <a:pt x="43" y="344"/>
                      <a:pt x="45" y="329"/>
                      <a:pt x="45" y="329"/>
                    </a:cubicBezTo>
                    <a:cubicBezTo>
                      <a:pt x="89" y="320"/>
                      <a:pt x="89" y="320"/>
                      <a:pt x="89" y="320"/>
                    </a:cubicBezTo>
                    <a:cubicBezTo>
                      <a:pt x="92" y="323"/>
                      <a:pt x="92" y="323"/>
                      <a:pt x="92" y="323"/>
                    </a:cubicBezTo>
                    <a:cubicBezTo>
                      <a:pt x="92" y="323"/>
                      <a:pt x="88" y="340"/>
                      <a:pt x="84" y="358"/>
                    </a:cubicBezTo>
                    <a:cubicBezTo>
                      <a:pt x="109" y="358"/>
                      <a:pt x="109" y="358"/>
                      <a:pt x="109" y="358"/>
                    </a:cubicBezTo>
                    <a:cubicBezTo>
                      <a:pt x="111" y="359"/>
                      <a:pt x="111" y="359"/>
                      <a:pt x="111" y="359"/>
                    </a:cubicBezTo>
                    <a:cubicBezTo>
                      <a:pt x="108" y="379"/>
                      <a:pt x="108" y="379"/>
                      <a:pt x="108" y="379"/>
                    </a:cubicBezTo>
                    <a:cubicBezTo>
                      <a:pt x="83" y="379"/>
                      <a:pt x="83" y="379"/>
                      <a:pt x="83" y="379"/>
                    </a:cubicBezTo>
                    <a:cubicBezTo>
                      <a:pt x="80" y="381"/>
                      <a:pt x="80" y="381"/>
                      <a:pt x="80" y="381"/>
                    </a:cubicBezTo>
                    <a:cubicBezTo>
                      <a:pt x="71" y="431"/>
                      <a:pt x="71" y="431"/>
                      <a:pt x="71" y="431"/>
                    </a:cubicBezTo>
                    <a:cubicBezTo>
                      <a:pt x="70" y="436"/>
                      <a:pt x="72" y="439"/>
                      <a:pt x="76" y="439"/>
                    </a:cubicBezTo>
                    <a:cubicBezTo>
                      <a:pt x="79" y="439"/>
                      <a:pt x="83" y="436"/>
                      <a:pt x="91" y="427"/>
                    </a:cubicBezTo>
                    <a:cubicBezTo>
                      <a:pt x="97" y="428"/>
                      <a:pt x="97" y="428"/>
                      <a:pt x="97" y="428"/>
                    </a:cubicBezTo>
                    <a:cubicBezTo>
                      <a:pt x="102" y="441"/>
                      <a:pt x="102" y="441"/>
                      <a:pt x="102" y="441"/>
                    </a:cubicBezTo>
                    <a:cubicBezTo>
                      <a:pt x="85" y="466"/>
                      <a:pt x="68" y="481"/>
                      <a:pt x="61" y="481"/>
                    </a:cubicBezTo>
                    <a:close/>
                    <a:moveTo>
                      <a:pt x="152" y="481"/>
                    </a:moveTo>
                    <a:cubicBezTo>
                      <a:pt x="140" y="481"/>
                      <a:pt x="129" y="478"/>
                      <a:pt x="122" y="471"/>
                    </a:cubicBezTo>
                    <a:cubicBezTo>
                      <a:pt x="111" y="463"/>
                      <a:pt x="105" y="449"/>
                      <a:pt x="105" y="430"/>
                    </a:cubicBezTo>
                    <a:cubicBezTo>
                      <a:pt x="105" y="409"/>
                      <a:pt x="111" y="391"/>
                      <a:pt x="122" y="377"/>
                    </a:cubicBezTo>
                    <a:cubicBezTo>
                      <a:pt x="134" y="361"/>
                      <a:pt x="153" y="352"/>
                      <a:pt x="176" y="352"/>
                    </a:cubicBezTo>
                    <a:cubicBezTo>
                      <a:pt x="206" y="352"/>
                      <a:pt x="223" y="369"/>
                      <a:pt x="223" y="401"/>
                    </a:cubicBezTo>
                    <a:cubicBezTo>
                      <a:pt x="223" y="450"/>
                      <a:pt x="195" y="481"/>
                      <a:pt x="152" y="481"/>
                    </a:cubicBezTo>
                    <a:close/>
                    <a:moveTo>
                      <a:pt x="152" y="481"/>
                    </a:moveTo>
                    <a:cubicBezTo>
                      <a:pt x="152" y="481"/>
                      <a:pt x="152" y="481"/>
                      <a:pt x="152" y="481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" name="Freeform 58"/>
              <p:cNvSpPr>
                <a:spLocks noEditPoints="1"/>
              </p:cNvSpPr>
              <p:nvPr userDrawn="1"/>
            </p:nvSpPr>
            <p:spPr bwMode="auto">
              <a:xfrm>
                <a:off x="1298" y="748"/>
                <a:ext cx="389" cy="1223"/>
              </a:xfrm>
              <a:custGeom>
                <a:avLst/>
                <a:gdLst>
                  <a:gd name="T0" fmla="*/ 149 w 389"/>
                  <a:gd name="T1" fmla="*/ 648 h 1223"/>
                  <a:gd name="T2" fmla="*/ 153 w 389"/>
                  <a:gd name="T3" fmla="*/ 590 h 1223"/>
                  <a:gd name="T4" fmla="*/ 181 w 389"/>
                  <a:gd name="T5" fmla="*/ 588 h 1223"/>
                  <a:gd name="T6" fmla="*/ 182 w 389"/>
                  <a:gd name="T7" fmla="*/ 567 h 1223"/>
                  <a:gd name="T8" fmla="*/ 165 w 389"/>
                  <a:gd name="T9" fmla="*/ 532 h 1223"/>
                  <a:gd name="T10" fmla="*/ 118 w 389"/>
                  <a:gd name="T11" fmla="*/ 538 h 1223"/>
                  <a:gd name="T12" fmla="*/ 95 w 389"/>
                  <a:gd name="T13" fmla="*/ 570 h 1223"/>
                  <a:gd name="T14" fmla="*/ 94 w 389"/>
                  <a:gd name="T15" fmla="*/ 589 h 1223"/>
                  <a:gd name="T16" fmla="*/ 111 w 389"/>
                  <a:gd name="T17" fmla="*/ 591 h 1223"/>
                  <a:gd name="T18" fmla="*/ 134 w 389"/>
                  <a:gd name="T19" fmla="*/ 691 h 1223"/>
                  <a:gd name="T20" fmla="*/ 170 w 389"/>
                  <a:gd name="T21" fmla="*/ 638 h 1223"/>
                  <a:gd name="T22" fmla="*/ 249 w 389"/>
                  <a:gd name="T23" fmla="*/ 561 h 1223"/>
                  <a:gd name="T24" fmla="*/ 178 w 389"/>
                  <a:gd name="T25" fmla="*/ 639 h 1223"/>
                  <a:gd name="T26" fmla="*/ 225 w 389"/>
                  <a:gd name="T27" fmla="*/ 690 h 1223"/>
                  <a:gd name="T28" fmla="*/ 249 w 389"/>
                  <a:gd name="T29" fmla="*/ 561 h 1223"/>
                  <a:gd name="T30" fmla="*/ 225 w 389"/>
                  <a:gd name="T31" fmla="*/ 637 h 1223"/>
                  <a:gd name="T32" fmla="*/ 248 w 389"/>
                  <a:gd name="T33" fmla="*/ 618 h 1223"/>
                  <a:gd name="T34" fmla="*/ 195 w 389"/>
                  <a:gd name="T35" fmla="*/ 0 h 1223"/>
                  <a:gd name="T36" fmla="*/ 0 w 389"/>
                  <a:gd name="T37" fmla="*/ 47 h 1223"/>
                  <a:gd name="T38" fmla="*/ 389 w 389"/>
                  <a:gd name="T39" fmla="*/ 0 h 1223"/>
                  <a:gd name="T40" fmla="*/ 195 w 389"/>
                  <a:gd name="T41" fmla="*/ 1176 h 1223"/>
                  <a:gd name="T42" fmla="*/ 0 w 389"/>
                  <a:gd name="T43" fmla="*/ 1223 h 1223"/>
                  <a:gd name="T44" fmla="*/ 389 w 389"/>
                  <a:gd name="T45" fmla="*/ 1176 h 1223"/>
                  <a:gd name="T46" fmla="*/ 319 w 389"/>
                  <a:gd name="T47" fmla="*/ 98 h 1223"/>
                  <a:gd name="T48" fmla="*/ 69 w 389"/>
                  <a:gd name="T49" fmla="*/ 106 h 1223"/>
                  <a:gd name="T50" fmla="*/ 319 w 389"/>
                  <a:gd name="T51" fmla="*/ 113 h 1223"/>
                  <a:gd name="T52" fmla="*/ 319 w 389"/>
                  <a:gd name="T53" fmla="*/ 98 h 1223"/>
                  <a:gd name="T54" fmla="*/ 76 w 389"/>
                  <a:gd name="T55" fmla="*/ 150 h 1223"/>
                  <a:gd name="T56" fmla="*/ 76 w 389"/>
                  <a:gd name="T57" fmla="*/ 165 h 1223"/>
                  <a:gd name="T58" fmla="*/ 327 w 389"/>
                  <a:gd name="T59" fmla="*/ 158 h 1223"/>
                  <a:gd name="T60" fmla="*/ 319 w 389"/>
                  <a:gd name="T61" fmla="*/ 1061 h 1223"/>
                  <a:gd name="T62" fmla="*/ 69 w 389"/>
                  <a:gd name="T63" fmla="*/ 1068 h 1223"/>
                  <a:gd name="T64" fmla="*/ 319 w 389"/>
                  <a:gd name="T65" fmla="*/ 1076 h 1223"/>
                  <a:gd name="T66" fmla="*/ 319 w 389"/>
                  <a:gd name="T67" fmla="*/ 1061 h 1223"/>
                  <a:gd name="T68" fmla="*/ 76 w 389"/>
                  <a:gd name="T69" fmla="*/ 1112 h 1223"/>
                  <a:gd name="T70" fmla="*/ 76 w 389"/>
                  <a:gd name="T71" fmla="*/ 1127 h 1223"/>
                  <a:gd name="T72" fmla="*/ 327 w 389"/>
                  <a:gd name="T73" fmla="*/ 1120 h 1223"/>
                  <a:gd name="T74" fmla="*/ 319 w 389"/>
                  <a:gd name="T75" fmla="*/ 1112 h 1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89" h="1223">
                    <a:moveTo>
                      <a:pt x="164" y="637"/>
                    </a:moveTo>
                    <a:cubicBezTo>
                      <a:pt x="156" y="646"/>
                      <a:pt x="152" y="648"/>
                      <a:pt x="149" y="648"/>
                    </a:cubicBezTo>
                    <a:cubicBezTo>
                      <a:pt x="145" y="648"/>
                      <a:pt x="143" y="646"/>
                      <a:pt x="144" y="640"/>
                    </a:cubicBezTo>
                    <a:cubicBezTo>
                      <a:pt x="153" y="590"/>
                      <a:pt x="153" y="590"/>
                      <a:pt x="153" y="590"/>
                    </a:cubicBezTo>
                    <a:cubicBezTo>
                      <a:pt x="156" y="588"/>
                      <a:pt x="156" y="588"/>
                      <a:pt x="156" y="588"/>
                    </a:cubicBezTo>
                    <a:cubicBezTo>
                      <a:pt x="181" y="588"/>
                      <a:pt x="181" y="588"/>
                      <a:pt x="181" y="588"/>
                    </a:cubicBezTo>
                    <a:cubicBezTo>
                      <a:pt x="184" y="569"/>
                      <a:pt x="184" y="569"/>
                      <a:pt x="184" y="569"/>
                    </a:cubicBezTo>
                    <a:cubicBezTo>
                      <a:pt x="182" y="567"/>
                      <a:pt x="182" y="567"/>
                      <a:pt x="182" y="567"/>
                    </a:cubicBezTo>
                    <a:cubicBezTo>
                      <a:pt x="157" y="567"/>
                      <a:pt x="157" y="567"/>
                      <a:pt x="157" y="567"/>
                    </a:cubicBezTo>
                    <a:cubicBezTo>
                      <a:pt x="161" y="550"/>
                      <a:pt x="165" y="532"/>
                      <a:pt x="165" y="532"/>
                    </a:cubicBezTo>
                    <a:cubicBezTo>
                      <a:pt x="162" y="529"/>
                      <a:pt x="162" y="529"/>
                      <a:pt x="162" y="529"/>
                    </a:cubicBezTo>
                    <a:cubicBezTo>
                      <a:pt x="118" y="538"/>
                      <a:pt x="118" y="538"/>
                      <a:pt x="118" y="538"/>
                    </a:cubicBezTo>
                    <a:cubicBezTo>
                      <a:pt x="118" y="538"/>
                      <a:pt x="116" y="554"/>
                      <a:pt x="114" y="567"/>
                    </a:cubicBezTo>
                    <a:cubicBezTo>
                      <a:pt x="95" y="570"/>
                      <a:pt x="95" y="570"/>
                      <a:pt x="95" y="570"/>
                    </a:cubicBezTo>
                    <a:cubicBezTo>
                      <a:pt x="93" y="588"/>
                      <a:pt x="93" y="588"/>
                      <a:pt x="93" y="588"/>
                    </a:cubicBezTo>
                    <a:cubicBezTo>
                      <a:pt x="94" y="589"/>
                      <a:pt x="94" y="589"/>
                      <a:pt x="94" y="589"/>
                    </a:cubicBezTo>
                    <a:cubicBezTo>
                      <a:pt x="108" y="589"/>
                      <a:pt x="108" y="589"/>
                      <a:pt x="108" y="589"/>
                    </a:cubicBezTo>
                    <a:cubicBezTo>
                      <a:pt x="111" y="591"/>
                      <a:pt x="111" y="591"/>
                      <a:pt x="111" y="591"/>
                    </a:cubicBezTo>
                    <a:cubicBezTo>
                      <a:pt x="99" y="656"/>
                      <a:pt x="99" y="656"/>
                      <a:pt x="99" y="656"/>
                    </a:cubicBezTo>
                    <a:cubicBezTo>
                      <a:pt x="97" y="678"/>
                      <a:pt x="109" y="691"/>
                      <a:pt x="134" y="691"/>
                    </a:cubicBezTo>
                    <a:cubicBezTo>
                      <a:pt x="141" y="691"/>
                      <a:pt x="158" y="675"/>
                      <a:pt x="175" y="651"/>
                    </a:cubicBezTo>
                    <a:cubicBezTo>
                      <a:pt x="170" y="638"/>
                      <a:pt x="170" y="638"/>
                      <a:pt x="170" y="638"/>
                    </a:cubicBezTo>
                    <a:lnTo>
                      <a:pt x="164" y="637"/>
                    </a:lnTo>
                    <a:close/>
                    <a:moveTo>
                      <a:pt x="249" y="561"/>
                    </a:moveTo>
                    <a:cubicBezTo>
                      <a:pt x="226" y="561"/>
                      <a:pt x="207" y="570"/>
                      <a:pt x="195" y="586"/>
                    </a:cubicBezTo>
                    <a:cubicBezTo>
                      <a:pt x="184" y="600"/>
                      <a:pt x="178" y="618"/>
                      <a:pt x="178" y="639"/>
                    </a:cubicBezTo>
                    <a:cubicBezTo>
                      <a:pt x="178" y="658"/>
                      <a:pt x="184" y="672"/>
                      <a:pt x="195" y="680"/>
                    </a:cubicBezTo>
                    <a:cubicBezTo>
                      <a:pt x="202" y="687"/>
                      <a:pt x="213" y="690"/>
                      <a:pt x="225" y="690"/>
                    </a:cubicBezTo>
                    <a:cubicBezTo>
                      <a:pt x="268" y="690"/>
                      <a:pt x="296" y="659"/>
                      <a:pt x="296" y="610"/>
                    </a:cubicBezTo>
                    <a:cubicBezTo>
                      <a:pt x="296" y="579"/>
                      <a:pt x="279" y="561"/>
                      <a:pt x="249" y="561"/>
                    </a:cubicBezTo>
                    <a:close/>
                    <a:moveTo>
                      <a:pt x="235" y="663"/>
                    </a:moveTo>
                    <a:cubicBezTo>
                      <a:pt x="228" y="663"/>
                      <a:pt x="225" y="654"/>
                      <a:pt x="225" y="637"/>
                    </a:cubicBezTo>
                    <a:cubicBezTo>
                      <a:pt x="225" y="609"/>
                      <a:pt x="230" y="592"/>
                      <a:pt x="239" y="592"/>
                    </a:cubicBezTo>
                    <a:cubicBezTo>
                      <a:pt x="246" y="592"/>
                      <a:pt x="248" y="599"/>
                      <a:pt x="248" y="618"/>
                    </a:cubicBezTo>
                    <a:cubicBezTo>
                      <a:pt x="248" y="649"/>
                      <a:pt x="245" y="663"/>
                      <a:pt x="235" y="663"/>
                    </a:cubicBezTo>
                    <a:close/>
                    <a:moveTo>
                      <a:pt x="19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389" y="47"/>
                      <a:pt x="389" y="47"/>
                      <a:pt x="389" y="47"/>
                    </a:cubicBezTo>
                    <a:cubicBezTo>
                      <a:pt x="389" y="0"/>
                      <a:pt x="389" y="0"/>
                      <a:pt x="389" y="0"/>
                    </a:cubicBezTo>
                    <a:lnTo>
                      <a:pt x="195" y="0"/>
                    </a:lnTo>
                    <a:close/>
                    <a:moveTo>
                      <a:pt x="195" y="1176"/>
                    </a:moveTo>
                    <a:cubicBezTo>
                      <a:pt x="0" y="1176"/>
                      <a:pt x="0" y="1176"/>
                      <a:pt x="0" y="1176"/>
                    </a:cubicBezTo>
                    <a:cubicBezTo>
                      <a:pt x="0" y="1223"/>
                      <a:pt x="0" y="1223"/>
                      <a:pt x="0" y="1223"/>
                    </a:cubicBezTo>
                    <a:cubicBezTo>
                      <a:pt x="389" y="1223"/>
                      <a:pt x="389" y="1223"/>
                      <a:pt x="389" y="1223"/>
                    </a:cubicBezTo>
                    <a:cubicBezTo>
                      <a:pt x="389" y="1176"/>
                      <a:pt x="389" y="1176"/>
                      <a:pt x="389" y="1176"/>
                    </a:cubicBezTo>
                    <a:lnTo>
                      <a:pt x="195" y="1176"/>
                    </a:lnTo>
                    <a:close/>
                    <a:moveTo>
                      <a:pt x="319" y="98"/>
                    </a:moveTo>
                    <a:cubicBezTo>
                      <a:pt x="76" y="98"/>
                      <a:pt x="76" y="98"/>
                      <a:pt x="76" y="98"/>
                    </a:cubicBezTo>
                    <a:cubicBezTo>
                      <a:pt x="72" y="98"/>
                      <a:pt x="69" y="102"/>
                      <a:pt x="69" y="106"/>
                    </a:cubicBezTo>
                    <a:cubicBezTo>
                      <a:pt x="69" y="110"/>
                      <a:pt x="72" y="113"/>
                      <a:pt x="76" y="113"/>
                    </a:cubicBezTo>
                    <a:cubicBezTo>
                      <a:pt x="319" y="113"/>
                      <a:pt x="319" y="113"/>
                      <a:pt x="319" y="113"/>
                    </a:cubicBezTo>
                    <a:cubicBezTo>
                      <a:pt x="323" y="113"/>
                      <a:pt x="327" y="110"/>
                      <a:pt x="327" y="106"/>
                    </a:cubicBezTo>
                    <a:cubicBezTo>
                      <a:pt x="327" y="102"/>
                      <a:pt x="323" y="98"/>
                      <a:pt x="319" y="98"/>
                    </a:cubicBezTo>
                    <a:close/>
                    <a:moveTo>
                      <a:pt x="319" y="150"/>
                    </a:moveTo>
                    <a:cubicBezTo>
                      <a:pt x="76" y="150"/>
                      <a:pt x="76" y="150"/>
                      <a:pt x="76" y="150"/>
                    </a:cubicBezTo>
                    <a:cubicBezTo>
                      <a:pt x="72" y="150"/>
                      <a:pt x="69" y="153"/>
                      <a:pt x="69" y="158"/>
                    </a:cubicBezTo>
                    <a:cubicBezTo>
                      <a:pt x="69" y="162"/>
                      <a:pt x="72" y="165"/>
                      <a:pt x="76" y="165"/>
                    </a:cubicBezTo>
                    <a:cubicBezTo>
                      <a:pt x="319" y="165"/>
                      <a:pt x="319" y="165"/>
                      <a:pt x="319" y="165"/>
                    </a:cubicBezTo>
                    <a:cubicBezTo>
                      <a:pt x="323" y="165"/>
                      <a:pt x="327" y="162"/>
                      <a:pt x="327" y="158"/>
                    </a:cubicBezTo>
                    <a:cubicBezTo>
                      <a:pt x="327" y="153"/>
                      <a:pt x="323" y="150"/>
                      <a:pt x="319" y="150"/>
                    </a:cubicBezTo>
                    <a:close/>
                    <a:moveTo>
                      <a:pt x="319" y="1061"/>
                    </a:moveTo>
                    <a:cubicBezTo>
                      <a:pt x="76" y="1061"/>
                      <a:pt x="76" y="1061"/>
                      <a:pt x="76" y="1061"/>
                    </a:cubicBezTo>
                    <a:cubicBezTo>
                      <a:pt x="72" y="1061"/>
                      <a:pt x="69" y="1064"/>
                      <a:pt x="69" y="1068"/>
                    </a:cubicBezTo>
                    <a:cubicBezTo>
                      <a:pt x="69" y="1072"/>
                      <a:pt x="72" y="1076"/>
                      <a:pt x="76" y="1076"/>
                    </a:cubicBezTo>
                    <a:cubicBezTo>
                      <a:pt x="319" y="1076"/>
                      <a:pt x="319" y="1076"/>
                      <a:pt x="319" y="1076"/>
                    </a:cubicBezTo>
                    <a:cubicBezTo>
                      <a:pt x="323" y="1076"/>
                      <a:pt x="327" y="1072"/>
                      <a:pt x="327" y="1068"/>
                    </a:cubicBezTo>
                    <a:cubicBezTo>
                      <a:pt x="327" y="1064"/>
                      <a:pt x="323" y="1061"/>
                      <a:pt x="319" y="1061"/>
                    </a:cubicBezTo>
                    <a:close/>
                    <a:moveTo>
                      <a:pt x="319" y="1112"/>
                    </a:moveTo>
                    <a:cubicBezTo>
                      <a:pt x="76" y="1112"/>
                      <a:pt x="76" y="1112"/>
                      <a:pt x="76" y="1112"/>
                    </a:cubicBezTo>
                    <a:cubicBezTo>
                      <a:pt x="72" y="1112"/>
                      <a:pt x="69" y="1116"/>
                      <a:pt x="69" y="1120"/>
                    </a:cubicBezTo>
                    <a:cubicBezTo>
                      <a:pt x="69" y="1124"/>
                      <a:pt x="72" y="1127"/>
                      <a:pt x="76" y="1127"/>
                    </a:cubicBezTo>
                    <a:cubicBezTo>
                      <a:pt x="319" y="1127"/>
                      <a:pt x="319" y="1127"/>
                      <a:pt x="319" y="1127"/>
                    </a:cubicBezTo>
                    <a:cubicBezTo>
                      <a:pt x="323" y="1127"/>
                      <a:pt x="327" y="1124"/>
                      <a:pt x="327" y="1120"/>
                    </a:cubicBezTo>
                    <a:cubicBezTo>
                      <a:pt x="327" y="1116"/>
                      <a:pt x="323" y="1112"/>
                      <a:pt x="319" y="1112"/>
                    </a:cubicBezTo>
                    <a:close/>
                    <a:moveTo>
                      <a:pt x="319" y="1112"/>
                    </a:moveTo>
                    <a:cubicBezTo>
                      <a:pt x="319" y="1112"/>
                      <a:pt x="319" y="1112"/>
                      <a:pt x="319" y="1112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" name="Freeform 59"/>
              <p:cNvSpPr>
                <a:spLocks noEditPoints="1"/>
              </p:cNvSpPr>
              <p:nvPr userDrawn="1"/>
            </p:nvSpPr>
            <p:spPr bwMode="auto">
              <a:xfrm>
                <a:off x="1915" y="892"/>
                <a:ext cx="418" cy="962"/>
              </a:xfrm>
              <a:custGeom>
                <a:avLst/>
                <a:gdLst>
                  <a:gd name="T0" fmla="*/ 165 w 419"/>
                  <a:gd name="T1" fmla="*/ 71 h 962"/>
                  <a:gd name="T2" fmla="*/ 172 w 419"/>
                  <a:gd name="T3" fmla="*/ 96 h 962"/>
                  <a:gd name="T4" fmla="*/ 419 w 419"/>
                  <a:gd name="T5" fmla="*/ 962 h 962"/>
                  <a:gd name="T6" fmla="*/ 145 w 419"/>
                  <a:gd name="T7" fmla="*/ 0 h 962"/>
                  <a:gd name="T8" fmla="*/ 144 w 419"/>
                  <a:gd name="T9" fmla="*/ 0 h 962"/>
                  <a:gd name="T10" fmla="*/ 165 w 419"/>
                  <a:gd name="T11" fmla="*/ 71 h 962"/>
                  <a:gd name="T12" fmla="*/ 1 w 419"/>
                  <a:gd name="T13" fmla="*/ 232 h 962"/>
                  <a:gd name="T14" fmla="*/ 11 w 419"/>
                  <a:gd name="T15" fmla="*/ 238 h 962"/>
                  <a:gd name="T16" fmla="*/ 6 w 419"/>
                  <a:gd name="T17" fmla="*/ 223 h 962"/>
                  <a:gd name="T18" fmla="*/ 1 w 419"/>
                  <a:gd name="T19" fmla="*/ 232 h 962"/>
                  <a:gd name="T20" fmla="*/ 1 w 419"/>
                  <a:gd name="T21" fmla="*/ 232 h 962"/>
                  <a:gd name="T22" fmla="*/ 1 w 419"/>
                  <a:gd name="T23" fmla="*/ 232 h 9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19" h="962">
                    <a:moveTo>
                      <a:pt x="165" y="71"/>
                    </a:moveTo>
                    <a:cubicBezTo>
                      <a:pt x="172" y="96"/>
                      <a:pt x="172" y="96"/>
                      <a:pt x="172" y="96"/>
                    </a:cubicBezTo>
                    <a:cubicBezTo>
                      <a:pt x="419" y="962"/>
                      <a:pt x="419" y="962"/>
                      <a:pt x="419" y="962"/>
                    </a:cubicBezTo>
                    <a:cubicBezTo>
                      <a:pt x="145" y="0"/>
                      <a:pt x="145" y="0"/>
                      <a:pt x="145" y="0"/>
                    </a:cubicBezTo>
                    <a:cubicBezTo>
                      <a:pt x="144" y="0"/>
                      <a:pt x="144" y="0"/>
                      <a:pt x="144" y="0"/>
                    </a:cubicBezTo>
                    <a:cubicBezTo>
                      <a:pt x="165" y="71"/>
                      <a:pt x="165" y="71"/>
                      <a:pt x="165" y="71"/>
                    </a:cubicBezTo>
                    <a:close/>
                    <a:moveTo>
                      <a:pt x="1" y="232"/>
                    </a:moveTo>
                    <a:cubicBezTo>
                      <a:pt x="2" y="235"/>
                      <a:pt x="6" y="237"/>
                      <a:pt x="11" y="238"/>
                    </a:cubicBezTo>
                    <a:cubicBezTo>
                      <a:pt x="6" y="223"/>
                      <a:pt x="6" y="223"/>
                      <a:pt x="6" y="223"/>
                    </a:cubicBezTo>
                    <a:cubicBezTo>
                      <a:pt x="2" y="225"/>
                      <a:pt x="0" y="228"/>
                      <a:pt x="1" y="232"/>
                    </a:cubicBezTo>
                    <a:close/>
                    <a:moveTo>
                      <a:pt x="1" y="232"/>
                    </a:moveTo>
                    <a:cubicBezTo>
                      <a:pt x="1" y="232"/>
                      <a:pt x="1" y="232"/>
                      <a:pt x="1" y="232"/>
                    </a:cubicBezTo>
                  </a:path>
                </a:pathLst>
              </a:custGeom>
              <a:solidFill>
                <a:srgbClr val="FF78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7" name="Freeform 60"/>
              <p:cNvSpPr>
                <a:spLocks noEditPoints="1"/>
              </p:cNvSpPr>
              <p:nvPr userDrawn="1"/>
            </p:nvSpPr>
            <p:spPr bwMode="auto">
              <a:xfrm>
                <a:off x="1950" y="1245"/>
                <a:ext cx="3" cy="62"/>
              </a:xfrm>
              <a:custGeom>
                <a:avLst/>
                <a:gdLst>
                  <a:gd name="T0" fmla="*/ 0 w 3"/>
                  <a:gd name="T1" fmla="*/ 0 h 62"/>
                  <a:gd name="T2" fmla="*/ 2 w 3"/>
                  <a:gd name="T3" fmla="*/ 0 h 62"/>
                  <a:gd name="T4" fmla="*/ 2 w 3"/>
                  <a:gd name="T5" fmla="*/ 62 h 62"/>
                  <a:gd name="T6" fmla="*/ 0 w 3"/>
                  <a:gd name="T7" fmla="*/ 62 h 62"/>
                  <a:gd name="T8" fmla="*/ 0 w 3"/>
                  <a:gd name="T9" fmla="*/ 0 h 62"/>
                  <a:gd name="T10" fmla="*/ 2 w 3"/>
                  <a:gd name="T11" fmla="*/ 0 h 62"/>
                  <a:gd name="T12" fmla="*/ 3 w 3"/>
                  <a:gd name="T13" fmla="*/ 0 h 62"/>
                  <a:gd name="T14" fmla="*/ 3 w 3"/>
                  <a:gd name="T15" fmla="*/ 62 h 62"/>
                  <a:gd name="T16" fmla="*/ 2 w 3"/>
                  <a:gd name="T17" fmla="*/ 62 h 62"/>
                  <a:gd name="T18" fmla="*/ 2 w 3"/>
                  <a:gd name="T19" fmla="*/ 0 h 62"/>
                  <a:gd name="T20" fmla="*/ 2 w 3"/>
                  <a:gd name="T21" fmla="*/ 0 h 62"/>
                  <a:gd name="T22" fmla="*/ 2 w 3"/>
                  <a:gd name="T2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62">
                    <a:moveTo>
                      <a:pt x="0" y="0"/>
                    </a:moveTo>
                    <a:lnTo>
                      <a:pt x="2" y="0"/>
                    </a:lnTo>
                    <a:lnTo>
                      <a:pt x="2" y="62"/>
                    </a:lnTo>
                    <a:lnTo>
                      <a:pt x="0" y="62"/>
                    </a:lnTo>
                    <a:lnTo>
                      <a:pt x="0" y="0"/>
                    </a:lnTo>
                    <a:close/>
                    <a:moveTo>
                      <a:pt x="2" y="0"/>
                    </a:moveTo>
                    <a:lnTo>
                      <a:pt x="3" y="0"/>
                    </a:lnTo>
                    <a:lnTo>
                      <a:pt x="3" y="62"/>
                    </a:lnTo>
                    <a:lnTo>
                      <a:pt x="2" y="62"/>
                    </a:lnTo>
                    <a:lnTo>
                      <a:pt x="2" y="0"/>
                    </a:lnTo>
                    <a:close/>
                    <a:moveTo>
                      <a:pt x="2" y="0"/>
                    </a:move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" name="Freeform 61"/>
              <p:cNvSpPr>
                <a:spLocks noEditPoints="1"/>
              </p:cNvSpPr>
              <p:nvPr userDrawn="1"/>
            </p:nvSpPr>
            <p:spPr bwMode="auto">
              <a:xfrm>
                <a:off x="1950" y="1245"/>
                <a:ext cx="3" cy="62"/>
              </a:xfrm>
              <a:custGeom>
                <a:avLst/>
                <a:gdLst>
                  <a:gd name="T0" fmla="*/ 0 w 3"/>
                  <a:gd name="T1" fmla="*/ 0 h 62"/>
                  <a:gd name="T2" fmla="*/ 2 w 3"/>
                  <a:gd name="T3" fmla="*/ 0 h 62"/>
                  <a:gd name="T4" fmla="*/ 2 w 3"/>
                  <a:gd name="T5" fmla="*/ 62 h 62"/>
                  <a:gd name="T6" fmla="*/ 0 w 3"/>
                  <a:gd name="T7" fmla="*/ 62 h 62"/>
                  <a:gd name="T8" fmla="*/ 0 w 3"/>
                  <a:gd name="T9" fmla="*/ 0 h 62"/>
                  <a:gd name="T10" fmla="*/ 2 w 3"/>
                  <a:gd name="T11" fmla="*/ 0 h 62"/>
                  <a:gd name="T12" fmla="*/ 3 w 3"/>
                  <a:gd name="T13" fmla="*/ 0 h 62"/>
                  <a:gd name="T14" fmla="*/ 3 w 3"/>
                  <a:gd name="T15" fmla="*/ 62 h 62"/>
                  <a:gd name="T16" fmla="*/ 2 w 3"/>
                  <a:gd name="T17" fmla="*/ 62 h 62"/>
                  <a:gd name="T18" fmla="*/ 2 w 3"/>
                  <a:gd name="T19" fmla="*/ 0 h 62"/>
                  <a:gd name="T20" fmla="*/ 2 w 3"/>
                  <a:gd name="T21" fmla="*/ 0 h 62"/>
                  <a:gd name="T22" fmla="*/ 2 w 3"/>
                  <a:gd name="T2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62">
                    <a:moveTo>
                      <a:pt x="0" y="0"/>
                    </a:moveTo>
                    <a:lnTo>
                      <a:pt x="2" y="0"/>
                    </a:lnTo>
                    <a:lnTo>
                      <a:pt x="2" y="62"/>
                    </a:lnTo>
                    <a:lnTo>
                      <a:pt x="0" y="62"/>
                    </a:lnTo>
                    <a:lnTo>
                      <a:pt x="0" y="0"/>
                    </a:lnTo>
                    <a:moveTo>
                      <a:pt x="2" y="0"/>
                    </a:moveTo>
                    <a:lnTo>
                      <a:pt x="3" y="0"/>
                    </a:lnTo>
                    <a:lnTo>
                      <a:pt x="3" y="62"/>
                    </a:lnTo>
                    <a:lnTo>
                      <a:pt x="2" y="62"/>
                    </a:lnTo>
                    <a:lnTo>
                      <a:pt x="2" y="0"/>
                    </a:lnTo>
                    <a:moveTo>
                      <a:pt x="2" y="0"/>
                    </a:moveTo>
                    <a:lnTo>
                      <a:pt x="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9" name="Rectangle 62"/>
              <p:cNvSpPr>
                <a:spLocks noChangeArrowheads="1"/>
              </p:cNvSpPr>
              <p:nvPr userDrawn="1"/>
            </p:nvSpPr>
            <p:spPr bwMode="auto">
              <a:xfrm>
                <a:off x="1953" y="1245"/>
                <a:ext cx="1" cy="62"/>
              </a:xfrm>
              <a:prstGeom prst="rect">
                <a:avLst/>
              </a:prstGeom>
              <a:solidFill>
                <a:srgbClr val="3E3E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Rectangle 63"/>
              <p:cNvSpPr>
                <a:spLocks noChangeArrowheads="1"/>
              </p:cNvSpPr>
              <p:nvPr userDrawn="1"/>
            </p:nvSpPr>
            <p:spPr bwMode="auto">
              <a:xfrm>
                <a:off x="1953" y="1245"/>
                <a:ext cx="1" cy="62"/>
              </a:xfrm>
              <a:prstGeom prst="rect">
                <a:avLst/>
              </a:prstGeom>
              <a:solidFill>
                <a:srgbClr val="3E3E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1" name="Rectangle 64"/>
              <p:cNvSpPr>
                <a:spLocks noChangeArrowheads="1"/>
              </p:cNvSpPr>
              <p:nvPr userDrawn="1"/>
            </p:nvSpPr>
            <p:spPr bwMode="auto">
              <a:xfrm>
                <a:off x="1954" y="1245"/>
                <a:ext cx="1" cy="62"/>
              </a:xfrm>
              <a:prstGeom prst="rect">
                <a:avLst/>
              </a:prstGeom>
              <a:solidFill>
                <a:srgbClr val="3D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2" name="Rectangle 65"/>
              <p:cNvSpPr>
                <a:spLocks noChangeArrowheads="1"/>
              </p:cNvSpPr>
              <p:nvPr userDrawn="1"/>
            </p:nvSpPr>
            <p:spPr bwMode="auto">
              <a:xfrm>
                <a:off x="1954" y="1245"/>
                <a:ext cx="1" cy="62"/>
              </a:xfrm>
              <a:prstGeom prst="rect">
                <a:avLst/>
              </a:prstGeom>
              <a:solidFill>
                <a:srgbClr val="3C3C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" name="Rectangle 66"/>
              <p:cNvSpPr>
                <a:spLocks noChangeArrowheads="1"/>
              </p:cNvSpPr>
              <p:nvPr userDrawn="1"/>
            </p:nvSpPr>
            <p:spPr bwMode="auto">
              <a:xfrm>
                <a:off x="1954" y="1245"/>
                <a:ext cx="1" cy="62"/>
              </a:xfrm>
              <a:prstGeom prst="rect">
                <a:avLst/>
              </a:prstGeom>
              <a:solidFill>
                <a:srgbClr val="3B3B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" name="Rectangle 67"/>
              <p:cNvSpPr>
                <a:spLocks noChangeArrowheads="1"/>
              </p:cNvSpPr>
              <p:nvPr userDrawn="1"/>
            </p:nvSpPr>
            <p:spPr bwMode="auto">
              <a:xfrm>
                <a:off x="1955" y="1245"/>
                <a:ext cx="1" cy="62"/>
              </a:xfrm>
              <a:prstGeom prst="rect">
                <a:avLst/>
              </a:prstGeom>
              <a:solidFill>
                <a:srgbClr val="3B3B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Rectangle 68"/>
              <p:cNvSpPr>
                <a:spLocks noChangeArrowheads="1"/>
              </p:cNvSpPr>
              <p:nvPr userDrawn="1"/>
            </p:nvSpPr>
            <p:spPr bwMode="auto">
              <a:xfrm>
                <a:off x="1956" y="1245"/>
                <a:ext cx="1" cy="62"/>
              </a:xfrm>
              <a:prstGeom prst="rect">
                <a:avLst/>
              </a:prstGeom>
              <a:solidFill>
                <a:srgbClr val="3A3A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Rectangle 69"/>
              <p:cNvSpPr>
                <a:spLocks noChangeArrowheads="1"/>
              </p:cNvSpPr>
              <p:nvPr userDrawn="1"/>
            </p:nvSpPr>
            <p:spPr bwMode="auto">
              <a:xfrm>
                <a:off x="1956" y="1245"/>
                <a:ext cx="1" cy="62"/>
              </a:xfrm>
              <a:prstGeom prst="rect">
                <a:avLst/>
              </a:prstGeom>
              <a:solidFill>
                <a:srgbClr val="3939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" name="Rectangle 70"/>
              <p:cNvSpPr>
                <a:spLocks noChangeArrowheads="1"/>
              </p:cNvSpPr>
              <p:nvPr userDrawn="1"/>
            </p:nvSpPr>
            <p:spPr bwMode="auto">
              <a:xfrm>
                <a:off x="1957" y="1245"/>
                <a:ext cx="1" cy="62"/>
              </a:xfrm>
              <a:prstGeom prst="rect">
                <a:avLst/>
              </a:prstGeom>
              <a:solidFill>
                <a:srgbClr val="383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" name="Rectangle 71"/>
              <p:cNvSpPr>
                <a:spLocks noChangeArrowheads="1"/>
              </p:cNvSpPr>
              <p:nvPr userDrawn="1"/>
            </p:nvSpPr>
            <p:spPr bwMode="auto">
              <a:xfrm>
                <a:off x="1957" y="1245"/>
                <a:ext cx="1" cy="62"/>
              </a:xfrm>
              <a:prstGeom prst="rect">
                <a:avLst/>
              </a:prstGeom>
              <a:solidFill>
                <a:srgbClr val="3838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" name="Rectangle 72"/>
              <p:cNvSpPr>
                <a:spLocks noChangeArrowheads="1"/>
              </p:cNvSpPr>
              <p:nvPr userDrawn="1"/>
            </p:nvSpPr>
            <p:spPr bwMode="auto">
              <a:xfrm>
                <a:off x="1957" y="1245"/>
                <a:ext cx="1" cy="62"/>
              </a:xfrm>
              <a:prstGeom prst="rect">
                <a:avLst/>
              </a:prstGeom>
              <a:solidFill>
                <a:srgbClr val="3737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0" name="Rectangle 73"/>
              <p:cNvSpPr>
                <a:spLocks noChangeArrowheads="1"/>
              </p:cNvSpPr>
              <p:nvPr userDrawn="1"/>
            </p:nvSpPr>
            <p:spPr bwMode="auto">
              <a:xfrm>
                <a:off x="1958" y="1245"/>
                <a:ext cx="1" cy="62"/>
              </a:xfrm>
              <a:prstGeom prst="rect">
                <a:avLst/>
              </a:prstGeom>
              <a:solidFill>
                <a:srgbClr val="36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Rectangle 74"/>
              <p:cNvSpPr>
                <a:spLocks noChangeArrowheads="1"/>
              </p:cNvSpPr>
              <p:nvPr userDrawn="1"/>
            </p:nvSpPr>
            <p:spPr bwMode="auto">
              <a:xfrm>
                <a:off x="1959" y="1245"/>
                <a:ext cx="1" cy="62"/>
              </a:xfrm>
              <a:prstGeom prst="rect">
                <a:avLst/>
              </a:prstGeom>
              <a:solidFill>
                <a:srgbClr val="363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2" name="Rectangle 75"/>
              <p:cNvSpPr>
                <a:spLocks noChangeArrowheads="1"/>
              </p:cNvSpPr>
              <p:nvPr userDrawn="1"/>
            </p:nvSpPr>
            <p:spPr bwMode="auto">
              <a:xfrm>
                <a:off x="1959" y="1245"/>
                <a:ext cx="1" cy="62"/>
              </a:xfrm>
              <a:prstGeom prst="rect">
                <a:avLst/>
              </a:prstGeom>
              <a:solidFill>
                <a:srgbClr val="3535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3" name="Rectangle 76"/>
              <p:cNvSpPr>
                <a:spLocks noChangeArrowheads="1"/>
              </p:cNvSpPr>
              <p:nvPr userDrawn="1"/>
            </p:nvSpPr>
            <p:spPr bwMode="auto">
              <a:xfrm>
                <a:off x="1960" y="1245"/>
                <a:ext cx="1" cy="62"/>
              </a:xfrm>
              <a:prstGeom prst="rect">
                <a:avLst/>
              </a:prstGeom>
              <a:solidFill>
                <a:srgbClr val="343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4" name="Rectangle 77"/>
              <p:cNvSpPr>
                <a:spLocks noChangeArrowheads="1"/>
              </p:cNvSpPr>
              <p:nvPr userDrawn="1"/>
            </p:nvSpPr>
            <p:spPr bwMode="auto">
              <a:xfrm>
                <a:off x="1960" y="1245"/>
                <a:ext cx="1" cy="62"/>
              </a:xfrm>
              <a:prstGeom prst="rect">
                <a:avLst/>
              </a:prstGeom>
              <a:solidFill>
                <a:srgbClr val="3333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5" name="Rectangle 78"/>
              <p:cNvSpPr>
                <a:spLocks noChangeArrowheads="1"/>
              </p:cNvSpPr>
              <p:nvPr userDrawn="1"/>
            </p:nvSpPr>
            <p:spPr bwMode="auto">
              <a:xfrm>
                <a:off x="1960" y="1245"/>
                <a:ext cx="1" cy="62"/>
              </a:xfrm>
              <a:prstGeom prst="rect">
                <a:avLst/>
              </a:prstGeom>
              <a:solidFill>
                <a:srgbClr val="3333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6" name="Rectangle 79"/>
              <p:cNvSpPr>
                <a:spLocks noChangeArrowheads="1"/>
              </p:cNvSpPr>
              <p:nvPr userDrawn="1"/>
            </p:nvSpPr>
            <p:spPr bwMode="auto">
              <a:xfrm>
                <a:off x="1961" y="1245"/>
                <a:ext cx="1" cy="62"/>
              </a:xfrm>
              <a:prstGeom prst="rect">
                <a:avLst/>
              </a:prstGeom>
              <a:solidFill>
                <a:srgbClr val="3232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7" name="Rectangle 80"/>
              <p:cNvSpPr>
                <a:spLocks noChangeArrowheads="1"/>
              </p:cNvSpPr>
              <p:nvPr userDrawn="1"/>
            </p:nvSpPr>
            <p:spPr bwMode="auto">
              <a:xfrm>
                <a:off x="1961" y="1245"/>
                <a:ext cx="1" cy="62"/>
              </a:xfrm>
              <a:prstGeom prst="rect">
                <a:avLst/>
              </a:prstGeom>
              <a:solidFill>
                <a:srgbClr val="3131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8" name="Rectangle 81"/>
              <p:cNvSpPr>
                <a:spLocks noChangeArrowheads="1"/>
              </p:cNvSpPr>
              <p:nvPr userDrawn="1"/>
            </p:nvSpPr>
            <p:spPr bwMode="auto">
              <a:xfrm>
                <a:off x="1962" y="1245"/>
                <a:ext cx="1" cy="62"/>
              </a:xfrm>
              <a:prstGeom prst="rect">
                <a:avLst/>
              </a:prstGeom>
              <a:solidFill>
                <a:srgbClr val="3030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9" name="Rectangle 82"/>
              <p:cNvSpPr>
                <a:spLocks noChangeArrowheads="1"/>
              </p:cNvSpPr>
              <p:nvPr userDrawn="1"/>
            </p:nvSpPr>
            <p:spPr bwMode="auto">
              <a:xfrm>
                <a:off x="1963" y="1245"/>
                <a:ext cx="1" cy="62"/>
              </a:xfrm>
              <a:prstGeom prst="rect">
                <a:avLst/>
              </a:prstGeom>
              <a:solidFill>
                <a:srgbClr val="3030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0" name="Rectangle 83"/>
              <p:cNvSpPr>
                <a:spLocks noChangeArrowheads="1"/>
              </p:cNvSpPr>
              <p:nvPr userDrawn="1"/>
            </p:nvSpPr>
            <p:spPr bwMode="auto">
              <a:xfrm>
                <a:off x="1963" y="1245"/>
                <a:ext cx="1" cy="62"/>
              </a:xfrm>
              <a:prstGeom prst="rect">
                <a:avLst/>
              </a:prstGeom>
              <a:solidFill>
                <a:srgbClr val="2F2F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1" name="Rectangle 84"/>
              <p:cNvSpPr>
                <a:spLocks noChangeArrowheads="1"/>
              </p:cNvSpPr>
              <p:nvPr userDrawn="1"/>
            </p:nvSpPr>
            <p:spPr bwMode="auto">
              <a:xfrm>
                <a:off x="1963" y="1245"/>
                <a:ext cx="1" cy="62"/>
              </a:xfrm>
              <a:prstGeom prst="rect">
                <a:avLst/>
              </a:prstGeom>
              <a:solidFill>
                <a:srgbClr val="2E2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2" name="Rectangle 85"/>
              <p:cNvSpPr>
                <a:spLocks noChangeArrowheads="1"/>
              </p:cNvSpPr>
              <p:nvPr userDrawn="1"/>
            </p:nvSpPr>
            <p:spPr bwMode="auto">
              <a:xfrm>
                <a:off x="1964" y="1245"/>
                <a:ext cx="1" cy="62"/>
              </a:xfrm>
              <a:prstGeom prst="rect">
                <a:avLst/>
              </a:prstGeom>
              <a:solidFill>
                <a:srgbClr val="2E2E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3" name="Rectangle 86"/>
              <p:cNvSpPr>
                <a:spLocks noChangeArrowheads="1"/>
              </p:cNvSpPr>
              <p:nvPr userDrawn="1"/>
            </p:nvSpPr>
            <p:spPr bwMode="auto">
              <a:xfrm>
                <a:off x="1964" y="1245"/>
                <a:ext cx="1" cy="62"/>
              </a:xfrm>
              <a:prstGeom prst="rect">
                <a:avLst/>
              </a:prstGeom>
              <a:solidFill>
                <a:srgbClr val="2D2D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4" name="Rectangle 87"/>
              <p:cNvSpPr>
                <a:spLocks noChangeArrowheads="1"/>
              </p:cNvSpPr>
              <p:nvPr userDrawn="1"/>
            </p:nvSpPr>
            <p:spPr bwMode="auto">
              <a:xfrm>
                <a:off x="1965" y="1245"/>
                <a:ext cx="1" cy="62"/>
              </a:xfrm>
              <a:prstGeom prst="rect">
                <a:avLst/>
              </a:prstGeom>
              <a:solidFill>
                <a:srgbClr val="2C2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5" name="Rectangle 88"/>
              <p:cNvSpPr>
                <a:spLocks noChangeArrowheads="1"/>
              </p:cNvSpPr>
              <p:nvPr userDrawn="1"/>
            </p:nvSpPr>
            <p:spPr bwMode="auto">
              <a:xfrm>
                <a:off x="1966" y="1245"/>
                <a:ext cx="1" cy="62"/>
              </a:xfrm>
              <a:prstGeom prst="rect">
                <a:avLst/>
              </a:prstGeom>
              <a:solidFill>
                <a:srgbClr val="2B2B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6" name="Rectangle 89"/>
              <p:cNvSpPr>
                <a:spLocks noChangeArrowheads="1"/>
              </p:cNvSpPr>
              <p:nvPr userDrawn="1"/>
            </p:nvSpPr>
            <p:spPr bwMode="auto">
              <a:xfrm>
                <a:off x="1966" y="1245"/>
                <a:ext cx="1" cy="62"/>
              </a:xfrm>
              <a:prstGeom prst="rect">
                <a:avLst/>
              </a:prstGeom>
              <a:solidFill>
                <a:srgbClr val="2B2B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7" name="Rectangle 90"/>
              <p:cNvSpPr>
                <a:spLocks noChangeArrowheads="1"/>
              </p:cNvSpPr>
              <p:nvPr userDrawn="1"/>
            </p:nvSpPr>
            <p:spPr bwMode="auto">
              <a:xfrm>
                <a:off x="1966" y="1245"/>
                <a:ext cx="1" cy="62"/>
              </a:xfrm>
              <a:prstGeom prst="rect">
                <a:avLst/>
              </a:prstGeom>
              <a:solidFill>
                <a:srgbClr val="2A2A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Rectangle 91"/>
              <p:cNvSpPr>
                <a:spLocks noChangeArrowheads="1"/>
              </p:cNvSpPr>
              <p:nvPr userDrawn="1"/>
            </p:nvSpPr>
            <p:spPr bwMode="auto">
              <a:xfrm>
                <a:off x="1967" y="1245"/>
                <a:ext cx="1" cy="62"/>
              </a:xfrm>
              <a:prstGeom prst="rect">
                <a:avLst/>
              </a:prstGeom>
              <a:solidFill>
                <a:srgbClr val="29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9" name="Rectangle 92"/>
              <p:cNvSpPr>
                <a:spLocks noChangeArrowheads="1"/>
              </p:cNvSpPr>
              <p:nvPr userDrawn="1"/>
            </p:nvSpPr>
            <p:spPr bwMode="auto">
              <a:xfrm>
                <a:off x="1967" y="1245"/>
                <a:ext cx="1" cy="62"/>
              </a:xfrm>
              <a:prstGeom prst="rect">
                <a:avLst/>
              </a:prstGeom>
              <a:solidFill>
                <a:srgbClr val="2828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0" name="Rectangle 93"/>
              <p:cNvSpPr>
                <a:spLocks noChangeArrowheads="1"/>
              </p:cNvSpPr>
              <p:nvPr userDrawn="1"/>
            </p:nvSpPr>
            <p:spPr bwMode="auto">
              <a:xfrm>
                <a:off x="1968" y="1245"/>
                <a:ext cx="1" cy="62"/>
              </a:xfrm>
              <a:prstGeom prst="rect">
                <a:avLst/>
              </a:prstGeom>
              <a:solidFill>
                <a:srgbClr val="2828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1" name="Rectangle 94"/>
              <p:cNvSpPr>
                <a:spLocks noChangeArrowheads="1"/>
              </p:cNvSpPr>
              <p:nvPr userDrawn="1"/>
            </p:nvSpPr>
            <p:spPr bwMode="auto">
              <a:xfrm>
                <a:off x="1968" y="1245"/>
                <a:ext cx="1" cy="62"/>
              </a:xfrm>
              <a:prstGeom prst="rect">
                <a:avLst/>
              </a:prstGeom>
              <a:solidFill>
                <a:srgbClr val="27273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2" name="Rectangle 95"/>
              <p:cNvSpPr>
                <a:spLocks noChangeArrowheads="1"/>
              </p:cNvSpPr>
              <p:nvPr userDrawn="1"/>
            </p:nvSpPr>
            <p:spPr bwMode="auto">
              <a:xfrm>
                <a:off x="1969" y="1245"/>
                <a:ext cx="1" cy="62"/>
              </a:xfrm>
              <a:prstGeom prst="rect">
                <a:avLst/>
              </a:prstGeom>
              <a:solidFill>
                <a:srgbClr val="262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3" name="Rectangle 96"/>
              <p:cNvSpPr>
                <a:spLocks noChangeArrowheads="1"/>
              </p:cNvSpPr>
              <p:nvPr userDrawn="1"/>
            </p:nvSpPr>
            <p:spPr bwMode="auto">
              <a:xfrm>
                <a:off x="1969" y="1245"/>
                <a:ext cx="1" cy="62"/>
              </a:xfrm>
              <a:prstGeom prst="rect">
                <a:avLst/>
              </a:prstGeom>
              <a:solidFill>
                <a:srgbClr val="252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4" name="Rectangle 97"/>
              <p:cNvSpPr>
                <a:spLocks noChangeArrowheads="1"/>
              </p:cNvSpPr>
              <p:nvPr userDrawn="1"/>
            </p:nvSpPr>
            <p:spPr bwMode="auto">
              <a:xfrm>
                <a:off x="1970" y="1245"/>
                <a:ext cx="1" cy="62"/>
              </a:xfrm>
              <a:prstGeom prst="rect">
                <a:avLst/>
              </a:prstGeom>
              <a:solidFill>
                <a:srgbClr val="2525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5" name="Rectangle 98"/>
              <p:cNvSpPr>
                <a:spLocks noChangeArrowheads="1"/>
              </p:cNvSpPr>
              <p:nvPr userDrawn="1"/>
            </p:nvSpPr>
            <p:spPr bwMode="auto">
              <a:xfrm>
                <a:off x="1970" y="1245"/>
                <a:ext cx="1" cy="62"/>
              </a:xfrm>
              <a:prstGeom prst="rect">
                <a:avLst/>
              </a:prstGeom>
              <a:solidFill>
                <a:srgbClr val="242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6" name="Rectangle 99"/>
              <p:cNvSpPr>
                <a:spLocks noChangeArrowheads="1"/>
              </p:cNvSpPr>
              <p:nvPr userDrawn="1"/>
            </p:nvSpPr>
            <p:spPr bwMode="auto">
              <a:xfrm>
                <a:off x="1971" y="1245"/>
                <a:ext cx="1" cy="62"/>
              </a:xfrm>
              <a:prstGeom prst="rect">
                <a:avLst/>
              </a:prstGeom>
              <a:solidFill>
                <a:srgbClr val="2323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7" name="Rectangle 100"/>
              <p:cNvSpPr>
                <a:spLocks noChangeArrowheads="1"/>
              </p:cNvSpPr>
              <p:nvPr userDrawn="1"/>
            </p:nvSpPr>
            <p:spPr bwMode="auto">
              <a:xfrm>
                <a:off x="1971" y="1245"/>
                <a:ext cx="1" cy="62"/>
              </a:xfrm>
              <a:prstGeom prst="rect">
                <a:avLst/>
              </a:prstGeom>
              <a:solidFill>
                <a:srgbClr val="2323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8" name="Rectangle 101"/>
              <p:cNvSpPr>
                <a:spLocks noChangeArrowheads="1"/>
              </p:cNvSpPr>
              <p:nvPr userDrawn="1"/>
            </p:nvSpPr>
            <p:spPr bwMode="auto">
              <a:xfrm>
                <a:off x="1972" y="1245"/>
                <a:ext cx="1" cy="62"/>
              </a:xfrm>
              <a:prstGeom prst="rect">
                <a:avLst/>
              </a:prstGeom>
              <a:solidFill>
                <a:srgbClr val="2222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9" name="Rectangle 102"/>
              <p:cNvSpPr>
                <a:spLocks noChangeArrowheads="1"/>
              </p:cNvSpPr>
              <p:nvPr userDrawn="1"/>
            </p:nvSpPr>
            <p:spPr bwMode="auto">
              <a:xfrm>
                <a:off x="1972" y="1245"/>
                <a:ext cx="1" cy="62"/>
              </a:xfrm>
              <a:prstGeom prst="rect">
                <a:avLst/>
              </a:prstGeom>
              <a:solidFill>
                <a:srgbClr val="2121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0" name="Rectangle 103"/>
              <p:cNvSpPr>
                <a:spLocks noChangeArrowheads="1"/>
              </p:cNvSpPr>
              <p:nvPr userDrawn="1"/>
            </p:nvSpPr>
            <p:spPr bwMode="auto">
              <a:xfrm>
                <a:off x="1973" y="1245"/>
                <a:ext cx="1" cy="62"/>
              </a:xfrm>
              <a:prstGeom prst="rect">
                <a:avLst/>
              </a:prstGeom>
              <a:solidFill>
                <a:srgbClr val="202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1" name="Rectangle 104"/>
              <p:cNvSpPr>
                <a:spLocks noChangeArrowheads="1"/>
              </p:cNvSpPr>
              <p:nvPr userDrawn="1"/>
            </p:nvSpPr>
            <p:spPr bwMode="auto">
              <a:xfrm>
                <a:off x="1973" y="1245"/>
                <a:ext cx="1" cy="62"/>
              </a:xfrm>
              <a:prstGeom prst="rect">
                <a:avLst/>
              </a:prstGeom>
              <a:solidFill>
                <a:srgbClr val="2020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2" name="Rectangle 105"/>
              <p:cNvSpPr>
                <a:spLocks noChangeArrowheads="1"/>
              </p:cNvSpPr>
              <p:nvPr userDrawn="1"/>
            </p:nvSpPr>
            <p:spPr bwMode="auto">
              <a:xfrm>
                <a:off x="1974" y="1245"/>
                <a:ext cx="1" cy="62"/>
              </a:xfrm>
              <a:prstGeom prst="rect">
                <a:avLst/>
              </a:prstGeom>
              <a:solidFill>
                <a:srgbClr val="1F1F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3" name="Rectangle 106"/>
              <p:cNvSpPr>
                <a:spLocks noChangeArrowheads="1"/>
              </p:cNvSpPr>
              <p:nvPr userDrawn="1"/>
            </p:nvSpPr>
            <p:spPr bwMode="auto">
              <a:xfrm>
                <a:off x="1974" y="1245"/>
                <a:ext cx="1" cy="62"/>
              </a:xfrm>
              <a:prstGeom prst="rect">
                <a:avLst/>
              </a:prstGeom>
              <a:solidFill>
                <a:srgbClr val="1E1E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4" name="Rectangle 107"/>
              <p:cNvSpPr>
                <a:spLocks noChangeArrowheads="1"/>
              </p:cNvSpPr>
              <p:nvPr userDrawn="1"/>
            </p:nvSpPr>
            <p:spPr bwMode="auto">
              <a:xfrm>
                <a:off x="1975" y="1245"/>
                <a:ext cx="1" cy="62"/>
              </a:xfrm>
              <a:prstGeom prst="rect">
                <a:avLst/>
              </a:prstGeom>
              <a:solidFill>
                <a:srgbClr val="1D1D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5" name="Rectangle 108"/>
              <p:cNvSpPr>
                <a:spLocks noChangeArrowheads="1"/>
              </p:cNvSpPr>
              <p:nvPr userDrawn="1"/>
            </p:nvSpPr>
            <p:spPr bwMode="auto">
              <a:xfrm>
                <a:off x="1975" y="1245"/>
                <a:ext cx="1" cy="62"/>
              </a:xfrm>
              <a:prstGeom prst="rect">
                <a:avLst/>
              </a:prstGeom>
              <a:solidFill>
                <a:srgbClr val="1D1D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6" name="Rectangle 109"/>
              <p:cNvSpPr>
                <a:spLocks noChangeArrowheads="1"/>
              </p:cNvSpPr>
              <p:nvPr userDrawn="1"/>
            </p:nvSpPr>
            <p:spPr bwMode="auto">
              <a:xfrm>
                <a:off x="1976" y="1245"/>
                <a:ext cx="1" cy="62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7" name="Freeform 110"/>
              <p:cNvSpPr>
                <a:spLocks noEditPoints="1"/>
              </p:cNvSpPr>
              <p:nvPr userDrawn="1"/>
            </p:nvSpPr>
            <p:spPr bwMode="auto">
              <a:xfrm>
                <a:off x="2118" y="1803"/>
                <a:ext cx="238" cy="130"/>
              </a:xfrm>
              <a:custGeom>
                <a:avLst/>
                <a:gdLst>
                  <a:gd name="T0" fmla="*/ 6 w 239"/>
                  <a:gd name="T1" fmla="*/ 22 h 130"/>
                  <a:gd name="T2" fmla="*/ 0 w 239"/>
                  <a:gd name="T3" fmla="*/ 0 h 130"/>
                  <a:gd name="T4" fmla="*/ 5 w 239"/>
                  <a:gd name="T5" fmla="*/ 20 h 130"/>
                  <a:gd name="T6" fmla="*/ 6 w 239"/>
                  <a:gd name="T7" fmla="*/ 22 h 130"/>
                  <a:gd name="T8" fmla="*/ 239 w 239"/>
                  <a:gd name="T9" fmla="*/ 130 h 130"/>
                  <a:gd name="T10" fmla="*/ 223 w 239"/>
                  <a:gd name="T11" fmla="*/ 76 h 130"/>
                  <a:gd name="T12" fmla="*/ 239 w 239"/>
                  <a:gd name="T13" fmla="*/ 130 h 130"/>
                  <a:gd name="T14" fmla="*/ 239 w 239"/>
                  <a:gd name="T15" fmla="*/ 130 h 130"/>
                  <a:gd name="T16" fmla="*/ 239 w 239"/>
                  <a:gd name="T17" fmla="*/ 130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30">
                    <a:moveTo>
                      <a:pt x="6" y="2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6"/>
                      <a:pt x="3" y="13"/>
                      <a:pt x="5" y="20"/>
                    </a:cubicBezTo>
                    <a:cubicBezTo>
                      <a:pt x="5" y="21"/>
                      <a:pt x="6" y="21"/>
                      <a:pt x="6" y="22"/>
                    </a:cubicBezTo>
                    <a:close/>
                    <a:moveTo>
                      <a:pt x="239" y="130"/>
                    </a:moveTo>
                    <a:cubicBezTo>
                      <a:pt x="223" y="76"/>
                      <a:pt x="223" y="76"/>
                      <a:pt x="223" y="76"/>
                    </a:cubicBezTo>
                    <a:lnTo>
                      <a:pt x="239" y="130"/>
                    </a:lnTo>
                    <a:close/>
                    <a:moveTo>
                      <a:pt x="239" y="130"/>
                    </a:moveTo>
                    <a:cubicBezTo>
                      <a:pt x="239" y="130"/>
                      <a:pt x="239" y="130"/>
                      <a:pt x="239" y="130"/>
                    </a:cubicBezTo>
                  </a:path>
                </a:pathLst>
              </a:custGeom>
              <a:solidFill>
                <a:srgbClr val="FF78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8" name="Freeform 111"/>
              <p:cNvSpPr>
                <a:spLocks noEditPoints="1"/>
              </p:cNvSpPr>
              <p:nvPr userDrawn="1"/>
            </p:nvSpPr>
            <p:spPr bwMode="auto">
              <a:xfrm>
                <a:off x="1881" y="963"/>
                <a:ext cx="459" cy="916"/>
              </a:xfrm>
              <a:custGeom>
                <a:avLst/>
                <a:gdLst>
                  <a:gd name="T0" fmla="*/ 206 w 460"/>
                  <a:gd name="T1" fmla="*/ 25 h 916"/>
                  <a:gd name="T2" fmla="*/ 199 w 460"/>
                  <a:gd name="T3" fmla="*/ 0 h 916"/>
                  <a:gd name="T4" fmla="*/ 199 w 460"/>
                  <a:gd name="T5" fmla="*/ 0 h 916"/>
                  <a:gd name="T6" fmla="*/ 206 w 460"/>
                  <a:gd name="T7" fmla="*/ 25 h 916"/>
                  <a:gd name="T8" fmla="*/ 460 w 460"/>
                  <a:gd name="T9" fmla="*/ 916 h 916"/>
                  <a:gd name="T10" fmla="*/ 453 w 460"/>
                  <a:gd name="T11" fmla="*/ 891 h 916"/>
                  <a:gd name="T12" fmla="*/ 460 w 460"/>
                  <a:gd name="T13" fmla="*/ 916 h 916"/>
                  <a:gd name="T14" fmla="*/ 453 w 460"/>
                  <a:gd name="T15" fmla="*/ 891 h 916"/>
                  <a:gd name="T16" fmla="*/ 460 w 460"/>
                  <a:gd name="T17" fmla="*/ 916 h 916"/>
                  <a:gd name="T18" fmla="*/ 453 w 460"/>
                  <a:gd name="T19" fmla="*/ 891 h 916"/>
                  <a:gd name="T20" fmla="*/ 28 w 460"/>
                  <a:gd name="T21" fmla="*/ 572 h 916"/>
                  <a:gd name="T22" fmla="*/ 42 w 460"/>
                  <a:gd name="T23" fmla="*/ 547 h 916"/>
                  <a:gd name="T24" fmla="*/ 17 w 460"/>
                  <a:gd name="T25" fmla="*/ 534 h 916"/>
                  <a:gd name="T26" fmla="*/ 3 w 460"/>
                  <a:gd name="T27" fmla="*/ 558 h 916"/>
                  <a:gd name="T28" fmla="*/ 28 w 460"/>
                  <a:gd name="T29" fmla="*/ 572 h 916"/>
                  <a:gd name="T30" fmla="*/ 28 w 460"/>
                  <a:gd name="T31" fmla="*/ 572 h 916"/>
                  <a:gd name="T32" fmla="*/ 28 w 460"/>
                  <a:gd name="T33" fmla="*/ 572 h 9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60" h="916">
                    <a:moveTo>
                      <a:pt x="206" y="25"/>
                    </a:move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0"/>
                      <a:pt x="199" y="0"/>
                      <a:pt x="199" y="0"/>
                    </a:cubicBezTo>
                    <a:lnTo>
                      <a:pt x="206" y="25"/>
                    </a:lnTo>
                    <a:close/>
                    <a:moveTo>
                      <a:pt x="460" y="916"/>
                    </a:moveTo>
                    <a:cubicBezTo>
                      <a:pt x="453" y="891"/>
                      <a:pt x="453" y="891"/>
                      <a:pt x="453" y="891"/>
                    </a:cubicBezTo>
                    <a:lnTo>
                      <a:pt x="460" y="916"/>
                    </a:lnTo>
                    <a:close/>
                    <a:moveTo>
                      <a:pt x="453" y="891"/>
                    </a:moveTo>
                    <a:cubicBezTo>
                      <a:pt x="460" y="916"/>
                      <a:pt x="460" y="916"/>
                      <a:pt x="460" y="916"/>
                    </a:cubicBezTo>
                    <a:lnTo>
                      <a:pt x="453" y="891"/>
                    </a:lnTo>
                    <a:close/>
                    <a:moveTo>
                      <a:pt x="28" y="572"/>
                    </a:moveTo>
                    <a:cubicBezTo>
                      <a:pt x="39" y="569"/>
                      <a:pt x="45" y="558"/>
                      <a:pt x="42" y="547"/>
                    </a:cubicBezTo>
                    <a:cubicBezTo>
                      <a:pt x="39" y="537"/>
                      <a:pt x="28" y="531"/>
                      <a:pt x="17" y="534"/>
                    </a:cubicBezTo>
                    <a:cubicBezTo>
                      <a:pt x="6" y="537"/>
                      <a:pt x="0" y="548"/>
                      <a:pt x="3" y="558"/>
                    </a:cubicBezTo>
                    <a:cubicBezTo>
                      <a:pt x="6" y="569"/>
                      <a:pt x="17" y="575"/>
                      <a:pt x="28" y="572"/>
                    </a:cubicBezTo>
                    <a:close/>
                    <a:moveTo>
                      <a:pt x="28" y="572"/>
                    </a:moveTo>
                    <a:cubicBezTo>
                      <a:pt x="28" y="572"/>
                      <a:pt x="28" y="572"/>
                      <a:pt x="28" y="57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9" name="Freeform 112"/>
              <p:cNvSpPr>
                <a:spLocks noEditPoints="1"/>
              </p:cNvSpPr>
              <p:nvPr userDrawn="1"/>
            </p:nvSpPr>
            <p:spPr bwMode="auto">
              <a:xfrm>
                <a:off x="1789" y="1136"/>
                <a:ext cx="229" cy="760"/>
              </a:xfrm>
              <a:custGeom>
                <a:avLst/>
                <a:gdLst>
                  <a:gd name="T0" fmla="*/ 99 w 229"/>
                  <a:gd name="T1" fmla="*/ 328 h 760"/>
                  <a:gd name="T2" fmla="*/ 104 w 229"/>
                  <a:gd name="T3" fmla="*/ 319 h 760"/>
                  <a:gd name="T4" fmla="*/ 15 w 229"/>
                  <a:gd name="T5" fmla="*/ 7 h 760"/>
                  <a:gd name="T6" fmla="*/ 6 w 229"/>
                  <a:gd name="T7" fmla="*/ 2 h 760"/>
                  <a:gd name="T8" fmla="*/ 1 w 229"/>
                  <a:gd name="T9" fmla="*/ 11 h 760"/>
                  <a:gd name="T10" fmla="*/ 90 w 229"/>
                  <a:gd name="T11" fmla="*/ 323 h 760"/>
                  <a:gd name="T12" fmla="*/ 99 w 229"/>
                  <a:gd name="T13" fmla="*/ 328 h 760"/>
                  <a:gd name="T14" fmla="*/ 129 w 229"/>
                  <a:gd name="T15" fmla="*/ 432 h 760"/>
                  <a:gd name="T16" fmla="*/ 124 w 229"/>
                  <a:gd name="T17" fmla="*/ 441 h 760"/>
                  <a:gd name="T18" fmla="*/ 213 w 229"/>
                  <a:gd name="T19" fmla="*/ 753 h 760"/>
                  <a:gd name="T20" fmla="*/ 223 w 229"/>
                  <a:gd name="T21" fmla="*/ 759 h 760"/>
                  <a:gd name="T22" fmla="*/ 228 w 229"/>
                  <a:gd name="T23" fmla="*/ 749 h 760"/>
                  <a:gd name="T24" fmla="*/ 139 w 229"/>
                  <a:gd name="T25" fmla="*/ 437 h 760"/>
                  <a:gd name="T26" fmla="*/ 129 w 229"/>
                  <a:gd name="T27" fmla="*/ 432 h 760"/>
                  <a:gd name="T28" fmla="*/ 129 w 229"/>
                  <a:gd name="T29" fmla="*/ 432 h 760"/>
                  <a:gd name="T30" fmla="*/ 129 w 229"/>
                  <a:gd name="T31" fmla="*/ 432 h 7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29" h="760">
                    <a:moveTo>
                      <a:pt x="99" y="328"/>
                    </a:moveTo>
                    <a:cubicBezTo>
                      <a:pt x="103" y="327"/>
                      <a:pt x="106" y="323"/>
                      <a:pt x="104" y="31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4" y="3"/>
                      <a:pt x="10" y="0"/>
                      <a:pt x="6" y="2"/>
                    </a:cubicBezTo>
                    <a:cubicBezTo>
                      <a:pt x="2" y="3"/>
                      <a:pt x="0" y="7"/>
                      <a:pt x="1" y="11"/>
                    </a:cubicBezTo>
                    <a:cubicBezTo>
                      <a:pt x="90" y="323"/>
                      <a:pt x="90" y="323"/>
                      <a:pt x="90" y="323"/>
                    </a:cubicBezTo>
                    <a:cubicBezTo>
                      <a:pt x="91" y="327"/>
                      <a:pt x="96" y="329"/>
                      <a:pt x="99" y="328"/>
                    </a:cubicBezTo>
                    <a:close/>
                    <a:moveTo>
                      <a:pt x="129" y="432"/>
                    </a:moveTo>
                    <a:cubicBezTo>
                      <a:pt x="125" y="433"/>
                      <a:pt x="123" y="437"/>
                      <a:pt x="124" y="441"/>
                    </a:cubicBezTo>
                    <a:cubicBezTo>
                      <a:pt x="213" y="753"/>
                      <a:pt x="213" y="753"/>
                      <a:pt x="213" y="753"/>
                    </a:cubicBezTo>
                    <a:cubicBezTo>
                      <a:pt x="215" y="757"/>
                      <a:pt x="219" y="760"/>
                      <a:pt x="223" y="759"/>
                    </a:cubicBezTo>
                    <a:cubicBezTo>
                      <a:pt x="226" y="757"/>
                      <a:pt x="229" y="753"/>
                      <a:pt x="228" y="749"/>
                    </a:cubicBezTo>
                    <a:cubicBezTo>
                      <a:pt x="139" y="437"/>
                      <a:pt x="139" y="437"/>
                      <a:pt x="139" y="437"/>
                    </a:cubicBezTo>
                    <a:cubicBezTo>
                      <a:pt x="137" y="433"/>
                      <a:pt x="133" y="431"/>
                      <a:pt x="129" y="432"/>
                    </a:cubicBezTo>
                    <a:close/>
                    <a:moveTo>
                      <a:pt x="129" y="432"/>
                    </a:moveTo>
                    <a:cubicBezTo>
                      <a:pt x="129" y="432"/>
                      <a:pt x="129" y="432"/>
                      <a:pt x="129" y="432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0" name="Freeform 113"/>
              <p:cNvSpPr>
                <a:spLocks noEditPoints="1"/>
              </p:cNvSpPr>
              <p:nvPr userDrawn="1"/>
            </p:nvSpPr>
            <p:spPr bwMode="auto">
              <a:xfrm>
                <a:off x="1873" y="892"/>
                <a:ext cx="483" cy="1094"/>
              </a:xfrm>
              <a:custGeom>
                <a:avLst/>
                <a:gdLst>
                  <a:gd name="T0" fmla="*/ 186 w 484"/>
                  <a:gd name="T1" fmla="*/ 0 h 1094"/>
                  <a:gd name="T2" fmla="*/ 0 w 484"/>
                  <a:gd name="T3" fmla="*/ 53 h 1094"/>
                  <a:gd name="T4" fmla="*/ 186 w 484"/>
                  <a:gd name="T5" fmla="*/ 0 h 1094"/>
                  <a:gd name="T6" fmla="*/ 297 w 484"/>
                  <a:gd name="T7" fmla="*/ 1094 h 1094"/>
                  <a:gd name="T8" fmla="*/ 484 w 484"/>
                  <a:gd name="T9" fmla="*/ 1041 h 1094"/>
                  <a:gd name="T10" fmla="*/ 297 w 484"/>
                  <a:gd name="T11" fmla="*/ 1094 h 1094"/>
                  <a:gd name="T12" fmla="*/ 70 w 484"/>
                  <a:gd name="T13" fmla="*/ 280 h 1094"/>
                  <a:gd name="T14" fmla="*/ 63 w 484"/>
                  <a:gd name="T15" fmla="*/ 274 h 1094"/>
                  <a:gd name="T16" fmla="*/ 67 w 484"/>
                  <a:gd name="T17" fmla="*/ 287 h 1094"/>
                  <a:gd name="T18" fmla="*/ 70 w 484"/>
                  <a:gd name="T19" fmla="*/ 280 h 1094"/>
                  <a:gd name="T20" fmla="*/ 70 w 484"/>
                  <a:gd name="T21" fmla="*/ 280 h 1094"/>
                  <a:gd name="T22" fmla="*/ 70 w 484"/>
                  <a:gd name="T23" fmla="*/ 28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84" h="1094">
                    <a:moveTo>
                      <a:pt x="186" y="0"/>
                    </a:moveTo>
                    <a:cubicBezTo>
                      <a:pt x="0" y="53"/>
                      <a:pt x="0" y="53"/>
                      <a:pt x="0" y="53"/>
                    </a:cubicBezTo>
                    <a:lnTo>
                      <a:pt x="186" y="0"/>
                    </a:lnTo>
                    <a:close/>
                    <a:moveTo>
                      <a:pt x="297" y="1094"/>
                    </a:moveTo>
                    <a:cubicBezTo>
                      <a:pt x="484" y="1041"/>
                      <a:pt x="484" y="1041"/>
                      <a:pt x="484" y="1041"/>
                    </a:cubicBezTo>
                    <a:lnTo>
                      <a:pt x="297" y="1094"/>
                    </a:lnTo>
                    <a:close/>
                    <a:moveTo>
                      <a:pt x="70" y="280"/>
                    </a:moveTo>
                    <a:cubicBezTo>
                      <a:pt x="69" y="277"/>
                      <a:pt x="67" y="275"/>
                      <a:pt x="63" y="274"/>
                    </a:cubicBezTo>
                    <a:cubicBezTo>
                      <a:pt x="67" y="287"/>
                      <a:pt x="67" y="287"/>
                      <a:pt x="67" y="287"/>
                    </a:cubicBezTo>
                    <a:cubicBezTo>
                      <a:pt x="70" y="285"/>
                      <a:pt x="71" y="282"/>
                      <a:pt x="70" y="280"/>
                    </a:cubicBezTo>
                    <a:close/>
                    <a:moveTo>
                      <a:pt x="70" y="280"/>
                    </a:moveTo>
                    <a:cubicBezTo>
                      <a:pt x="70" y="280"/>
                      <a:pt x="70" y="280"/>
                      <a:pt x="70" y="280"/>
                    </a:cubicBezTo>
                  </a:path>
                </a:pathLst>
              </a:custGeom>
              <a:solidFill>
                <a:srgbClr val="E0860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Rectangle 114"/>
              <p:cNvSpPr>
                <a:spLocks noChangeArrowheads="1"/>
              </p:cNvSpPr>
              <p:nvPr userDrawn="1"/>
            </p:nvSpPr>
            <p:spPr bwMode="auto">
              <a:xfrm>
                <a:off x="2057" y="1632"/>
                <a:ext cx="2" cy="71"/>
              </a:xfrm>
              <a:prstGeom prst="rect">
                <a:avLst/>
              </a:pr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Rectangle 115"/>
              <p:cNvSpPr>
                <a:spLocks noChangeArrowheads="1"/>
              </p:cNvSpPr>
              <p:nvPr userDrawn="1"/>
            </p:nvSpPr>
            <p:spPr bwMode="auto">
              <a:xfrm>
                <a:off x="2059" y="1632"/>
                <a:ext cx="1" cy="71"/>
              </a:xfrm>
              <a:prstGeom prst="rect">
                <a:avLst/>
              </a:pr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3" name="Rectangle 116"/>
              <p:cNvSpPr>
                <a:spLocks noChangeArrowheads="1"/>
              </p:cNvSpPr>
              <p:nvPr userDrawn="1"/>
            </p:nvSpPr>
            <p:spPr bwMode="auto">
              <a:xfrm>
                <a:off x="2060" y="1632"/>
                <a:ext cx="1" cy="71"/>
              </a:xfrm>
              <a:prstGeom prst="rect">
                <a:avLst/>
              </a:prstGeom>
              <a:solidFill>
                <a:srgbClr val="3E3E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4" name="Rectangle 117"/>
              <p:cNvSpPr>
                <a:spLocks noChangeArrowheads="1"/>
              </p:cNvSpPr>
              <p:nvPr userDrawn="1"/>
            </p:nvSpPr>
            <p:spPr bwMode="auto">
              <a:xfrm>
                <a:off x="2060" y="1632"/>
                <a:ext cx="1" cy="71"/>
              </a:xfrm>
              <a:prstGeom prst="rect">
                <a:avLst/>
              </a:prstGeom>
              <a:solidFill>
                <a:srgbClr val="3E3E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Rectangle 118"/>
              <p:cNvSpPr>
                <a:spLocks noChangeArrowheads="1"/>
              </p:cNvSpPr>
              <p:nvPr userDrawn="1"/>
            </p:nvSpPr>
            <p:spPr bwMode="auto">
              <a:xfrm>
                <a:off x="2061" y="1632"/>
                <a:ext cx="1" cy="71"/>
              </a:xfrm>
              <a:prstGeom prst="rect">
                <a:avLst/>
              </a:prstGeom>
              <a:solidFill>
                <a:srgbClr val="3D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6" name="Rectangle 119"/>
              <p:cNvSpPr>
                <a:spLocks noChangeArrowheads="1"/>
              </p:cNvSpPr>
              <p:nvPr userDrawn="1"/>
            </p:nvSpPr>
            <p:spPr bwMode="auto">
              <a:xfrm>
                <a:off x="2062" y="1632"/>
                <a:ext cx="1" cy="71"/>
              </a:xfrm>
              <a:prstGeom prst="rect">
                <a:avLst/>
              </a:prstGeom>
              <a:solidFill>
                <a:srgbClr val="3C3C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7" name="Rectangle 120"/>
              <p:cNvSpPr>
                <a:spLocks noChangeArrowheads="1"/>
              </p:cNvSpPr>
              <p:nvPr userDrawn="1"/>
            </p:nvSpPr>
            <p:spPr bwMode="auto">
              <a:xfrm>
                <a:off x="2063" y="1632"/>
                <a:ext cx="1" cy="71"/>
              </a:xfrm>
              <a:prstGeom prst="rect">
                <a:avLst/>
              </a:prstGeom>
              <a:solidFill>
                <a:srgbClr val="3B3B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8" name="Rectangle 121"/>
              <p:cNvSpPr>
                <a:spLocks noChangeArrowheads="1"/>
              </p:cNvSpPr>
              <p:nvPr userDrawn="1"/>
            </p:nvSpPr>
            <p:spPr bwMode="auto">
              <a:xfrm>
                <a:off x="2064" y="1632"/>
                <a:ext cx="1" cy="71"/>
              </a:xfrm>
              <a:prstGeom prst="rect">
                <a:avLst/>
              </a:prstGeom>
              <a:solidFill>
                <a:srgbClr val="3B3B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9" name="Rectangle 122"/>
              <p:cNvSpPr>
                <a:spLocks noChangeArrowheads="1"/>
              </p:cNvSpPr>
              <p:nvPr userDrawn="1"/>
            </p:nvSpPr>
            <p:spPr bwMode="auto">
              <a:xfrm>
                <a:off x="2064" y="1632"/>
                <a:ext cx="1" cy="71"/>
              </a:xfrm>
              <a:prstGeom prst="rect">
                <a:avLst/>
              </a:prstGeom>
              <a:solidFill>
                <a:srgbClr val="3A3A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0" name="Rectangle 123"/>
              <p:cNvSpPr>
                <a:spLocks noChangeArrowheads="1"/>
              </p:cNvSpPr>
              <p:nvPr userDrawn="1"/>
            </p:nvSpPr>
            <p:spPr bwMode="auto">
              <a:xfrm>
                <a:off x="2065" y="1632"/>
                <a:ext cx="1" cy="71"/>
              </a:xfrm>
              <a:prstGeom prst="rect">
                <a:avLst/>
              </a:prstGeom>
              <a:solidFill>
                <a:srgbClr val="3939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1" name="Rectangle 124"/>
              <p:cNvSpPr>
                <a:spLocks noChangeArrowheads="1"/>
              </p:cNvSpPr>
              <p:nvPr userDrawn="1"/>
            </p:nvSpPr>
            <p:spPr bwMode="auto">
              <a:xfrm>
                <a:off x="2066" y="1632"/>
                <a:ext cx="1" cy="71"/>
              </a:xfrm>
              <a:prstGeom prst="rect">
                <a:avLst/>
              </a:prstGeom>
              <a:solidFill>
                <a:srgbClr val="383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2" name="Rectangle 125"/>
              <p:cNvSpPr>
                <a:spLocks noChangeArrowheads="1"/>
              </p:cNvSpPr>
              <p:nvPr userDrawn="1"/>
            </p:nvSpPr>
            <p:spPr bwMode="auto">
              <a:xfrm>
                <a:off x="2067" y="1632"/>
                <a:ext cx="1" cy="71"/>
              </a:xfrm>
              <a:prstGeom prst="rect">
                <a:avLst/>
              </a:prstGeom>
              <a:solidFill>
                <a:srgbClr val="3838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3" name="Rectangle 126"/>
              <p:cNvSpPr>
                <a:spLocks noChangeArrowheads="1"/>
              </p:cNvSpPr>
              <p:nvPr userDrawn="1"/>
            </p:nvSpPr>
            <p:spPr bwMode="auto">
              <a:xfrm>
                <a:off x="2067" y="1632"/>
                <a:ext cx="1" cy="71"/>
              </a:xfrm>
              <a:prstGeom prst="rect">
                <a:avLst/>
              </a:prstGeom>
              <a:solidFill>
                <a:srgbClr val="3737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4" name="Rectangle 127"/>
              <p:cNvSpPr>
                <a:spLocks noChangeArrowheads="1"/>
              </p:cNvSpPr>
              <p:nvPr userDrawn="1"/>
            </p:nvSpPr>
            <p:spPr bwMode="auto">
              <a:xfrm>
                <a:off x="2068" y="1632"/>
                <a:ext cx="1" cy="71"/>
              </a:xfrm>
              <a:prstGeom prst="rect">
                <a:avLst/>
              </a:prstGeom>
              <a:solidFill>
                <a:srgbClr val="36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5" name="Rectangle 128"/>
              <p:cNvSpPr>
                <a:spLocks noChangeArrowheads="1"/>
              </p:cNvSpPr>
              <p:nvPr userDrawn="1"/>
            </p:nvSpPr>
            <p:spPr bwMode="auto">
              <a:xfrm>
                <a:off x="2069" y="1632"/>
                <a:ext cx="1" cy="71"/>
              </a:xfrm>
              <a:prstGeom prst="rect">
                <a:avLst/>
              </a:prstGeom>
              <a:solidFill>
                <a:srgbClr val="363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6" name="Rectangle 129"/>
              <p:cNvSpPr>
                <a:spLocks noChangeArrowheads="1"/>
              </p:cNvSpPr>
              <p:nvPr userDrawn="1"/>
            </p:nvSpPr>
            <p:spPr bwMode="auto">
              <a:xfrm>
                <a:off x="2070" y="1632"/>
                <a:ext cx="1" cy="71"/>
              </a:xfrm>
              <a:prstGeom prst="rect">
                <a:avLst/>
              </a:prstGeom>
              <a:solidFill>
                <a:srgbClr val="3535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7" name="Rectangle 130"/>
              <p:cNvSpPr>
                <a:spLocks noChangeArrowheads="1"/>
              </p:cNvSpPr>
              <p:nvPr userDrawn="1"/>
            </p:nvSpPr>
            <p:spPr bwMode="auto">
              <a:xfrm>
                <a:off x="2070" y="1632"/>
                <a:ext cx="1" cy="71"/>
              </a:xfrm>
              <a:prstGeom prst="rect">
                <a:avLst/>
              </a:prstGeom>
              <a:solidFill>
                <a:srgbClr val="343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8" name="Rectangle 131"/>
              <p:cNvSpPr>
                <a:spLocks noChangeArrowheads="1"/>
              </p:cNvSpPr>
              <p:nvPr userDrawn="1"/>
            </p:nvSpPr>
            <p:spPr bwMode="auto">
              <a:xfrm>
                <a:off x="2071" y="1632"/>
                <a:ext cx="1" cy="71"/>
              </a:xfrm>
              <a:prstGeom prst="rect">
                <a:avLst/>
              </a:prstGeom>
              <a:solidFill>
                <a:srgbClr val="3333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9" name="Rectangle 132"/>
              <p:cNvSpPr>
                <a:spLocks noChangeArrowheads="1"/>
              </p:cNvSpPr>
              <p:nvPr userDrawn="1"/>
            </p:nvSpPr>
            <p:spPr bwMode="auto">
              <a:xfrm>
                <a:off x="2072" y="1632"/>
                <a:ext cx="1" cy="71"/>
              </a:xfrm>
              <a:prstGeom prst="rect">
                <a:avLst/>
              </a:prstGeom>
              <a:solidFill>
                <a:srgbClr val="3333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0" name="Rectangle 133"/>
              <p:cNvSpPr>
                <a:spLocks noChangeArrowheads="1"/>
              </p:cNvSpPr>
              <p:nvPr userDrawn="1"/>
            </p:nvSpPr>
            <p:spPr bwMode="auto">
              <a:xfrm>
                <a:off x="2073" y="1632"/>
                <a:ext cx="1" cy="71"/>
              </a:xfrm>
              <a:prstGeom prst="rect">
                <a:avLst/>
              </a:prstGeom>
              <a:solidFill>
                <a:srgbClr val="3232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1" name="Rectangle 134"/>
              <p:cNvSpPr>
                <a:spLocks noChangeArrowheads="1"/>
              </p:cNvSpPr>
              <p:nvPr userDrawn="1"/>
            </p:nvSpPr>
            <p:spPr bwMode="auto">
              <a:xfrm>
                <a:off x="2073" y="1632"/>
                <a:ext cx="1" cy="71"/>
              </a:xfrm>
              <a:prstGeom prst="rect">
                <a:avLst/>
              </a:prstGeom>
              <a:solidFill>
                <a:srgbClr val="3131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2" name="Rectangle 135"/>
              <p:cNvSpPr>
                <a:spLocks noChangeArrowheads="1"/>
              </p:cNvSpPr>
              <p:nvPr userDrawn="1"/>
            </p:nvSpPr>
            <p:spPr bwMode="auto">
              <a:xfrm>
                <a:off x="2074" y="1632"/>
                <a:ext cx="1" cy="71"/>
              </a:xfrm>
              <a:prstGeom prst="rect">
                <a:avLst/>
              </a:prstGeom>
              <a:solidFill>
                <a:srgbClr val="3030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3" name="Rectangle 136"/>
              <p:cNvSpPr>
                <a:spLocks noChangeArrowheads="1"/>
              </p:cNvSpPr>
              <p:nvPr userDrawn="1"/>
            </p:nvSpPr>
            <p:spPr bwMode="auto">
              <a:xfrm>
                <a:off x="2075" y="1632"/>
                <a:ext cx="1" cy="71"/>
              </a:xfrm>
              <a:prstGeom prst="rect">
                <a:avLst/>
              </a:prstGeom>
              <a:solidFill>
                <a:srgbClr val="3030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4" name="Rectangle 137"/>
              <p:cNvSpPr>
                <a:spLocks noChangeArrowheads="1"/>
              </p:cNvSpPr>
              <p:nvPr userDrawn="1"/>
            </p:nvSpPr>
            <p:spPr bwMode="auto">
              <a:xfrm>
                <a:off x="2076" y="1632"/>
                <a:ext cx="1" cy="71"/>
              </a:xfrm>
              <a:prstGeom prst="rect">
                <a:avLst/>
              </a:prstGeom>
              <a:solidFill>
                <a:srgbClr val="2F2F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5" name="Rectangle 138"/>
              <p:cNvSpPr>
                <a:spLocks noChangeArrowheads="1"/>
              </p:cNvSpPr>
              <p:nvPr userDrawn="1"/>
            </p:nvSpPr>
            <p:spPr bwMode="auto">
              <a:xfrm>
                <a:off x="2076" y="1632"/>
                <a:ext cx="1" cy="71"/>
              </a:xfrm>
              <a:prstGeom prst="rect">
                <a:avLst/>
              </a:prstGeom>
              <a:solidFill>
                <a:srgbClr val="2E2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6" name="Rectangle 139"/>
              <p:cNvSpPr>
                <a:spLocks noChangeArrowheads="1"/>
              </p:cNvSpPr>
              <p:nvPr userDrawn="1"/>
            </p:nvSpPr>
            <p:spPr bwMode="auto">
              <a:xfrm>
                <a:off x="2077" y="1632"/>
                <a:ext cx="1" cy="71"/>
              </a:xfrm>
              <a:prstGeom prst="rect">
                <a:avLst/>
              </a:prstGeom>
              <a:solidFill>
                <a:srgbClr val="2E2E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7" name="Rectangle 140"/>
              <p:cNvSpPr>
                <a:spLocks noChangeArrowheads="1"/>
              </p:cNvSpPr>
              <p:nvPr userDrawn="1"/>
            </p:nvSpPr>
            <p:spPr bwMode="auto">
              <a:xfrm>
                <a:off x="2078" y="1632"/>
                <a:ext cx="1" cy="71"/>
              </a:xfrm>
              <a:prstGeom prst="rect">
                <a:avLst/>
              </a:prstGeom>
              <a:solidFill>
                <a:srgbClr val="2D2D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8" name="Rectangle 141"/>
              <p:cNvSpPr>
                <a:spLocks noChangeArrowheads="1"/>
              </p:cNvSpPr>
              <p:nvPr userDrawn="1"/>
            </p:nvSpPr>
            <p:spPr bwMode="auto">
              <a:xfrm>
                <a:off x="2079" y="1632"/>
                <a:ext cx="1" cy="71"/>
              </a:xfrm>
              <a:prstGeom prst="rect">
                <a:avLst/>
              </a:prstGeom>
              <a:solidFill>
                <a:srgbClr val="2C2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9" name="Rectangle 142"/>
              <p:cNvSpPr>
                <a:spLocks noChangeArrowheads="1"/>
              </p:cNvSpPr>
              <p:nvPr userDrawn="1"/>
            </p:nvSpPr>
            <p:spPr bwMode="auto">
              <a:xfrm>
                <a:off x="2080" y="1632"/>
                <a:ext cx="1" cy="71"/>
              </a:xfrm>
              <a:prstGeom prst="rect">
                <a:avLst/>
              </a:prstGeom>
              <a:solidFill>
                <a:srgbClr val="2B2B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0" name="Rectangle 143"/>
              <p:cNvSpPr>
                <a:spLocks noChangeArrowheads="1"/>
              </p:cNvSpPr>
              <p:nvPr userDrawn="1"/>
            </p:nvSpPr>
            <p:spPr bwMode="auto">
              <a:xfrm>
                <a:off x="2080" y="1632"/>
                <a:ext cx="1" cy="71"/>
              </a:xfrm>
              <a:prstGeom prst="rect">
                <a:avLst/>
              </a:prstGeom>
              <a:solidFill>
                <a:srgbClr val="2B2B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1" name="Rectangle 144"/>
              <p:cNvSpPr>
                <a:spLocks noChangeArrowheads="1"/>
              </p:cNvSpPr>
              <p:nvPr userDrawn="1"/>
            </p:nvSpPr>
            <p:spPr bwMode="auto">
              <a:xfrm>
                <a:off x="2081" y="1632"/>
                <a:ext cx="1" cy="71"/>
              </a:xfrm>
              <a:prstGeom prst="rect">
                <a:avLst/>
              </a:prstGeom>
              <a:solidFill>
                <a:srgbClr val="2A2A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2" name="Rectangle 145"/>
              <p:cNvSpPr>
                <a:spLocks noChangeArrowheads="1"/>
              </p:cNvSpPr>
              <p:nvPr userDrawn="1"/>
            </p:nvSpPr>
            <p:spPr bwMode="auto">
              <a:xfrm>
                <a:off x="2082" y="1632"/>
                <a:ext cx="1" cy="71"/>
              </a:xfrm>
              <a:prstGeom prst="rect">
                <a:avLst/>
              </a:prstGeom>
              <a:solidFill>
                <a:srgbClr val="29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3" name="Rectangle 146"/>
              <p:cNvSpPr>
                <a:spLocks noChangeArrowheads="1"/>
              </p:cNvSpPr>
              <p:nvPr userDrawn="1"/>
            </p:nvSpPr>
            <p:spPr bwMode="auto">
              <a:xfrm>
                <a:off x="2083" y="1632"/>
                <a:ext cx="1" cy="71"/>
              </a:xfrm>
              <a:prstGeom prst="rect">
                <a:avLst/>
              </a:prstGeom>
              <a:solidFill>
                <a:srgbClr val="2828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4" name="Rectangle 147"/>
              <p:cNvSpPr>
                <a:spLocks noChangeArrowheads="1"/>
              </p:cNvSpPr>
              <p:nvPr userDrawn="1"/>
            </p:nvSpPr>
            <p:spPr bwMode="auto">
              <a:xfrm>
                <a:off x="2084" y="1632"/>
                <a:ext cx="1" cy="71"/>
              </a:xfrm>
              <a:prstGeom prst="rect">
                <a:avLst/>
              </a:prstGeom>
              <a:solidFill>
                <a:srgbClr val="2828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5" name="Rectangle 148"/>
              <p:cNvSpPr>
                <a:spLocks noChangeArrowheads="1"/>
              </p:cNvSpPr>
              <p:nvPr userDrawn="1"/>
            </p:nvSpPr>
            <p:spPr bwMode="auto">
              <a:xfrm>
                <a:off x="2084" y="1632"/>
                <a:ext cx="1" cy="71"/>
              </a:xfrm>
              <a:prstGeom prst="rect">
                <a:avLst/>
              </a:prstGeom>
              <a:solidFill>
                <a:srgbClr val="27273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6" name="Rectangle 149"/>
              <p:cNvSpPr>
                <a:spLocks noChangeArrowheads="1"/>
              </p:cNvSpPr>
              <p:nvPr userDrawn="1"/>
            </p:nvSpPr>
            <p:spPr bwMode="auto">
              <a:xfrm>
                <a:off x="2085" y="1632"/>
                <a:ext cx="1" cy="71"/>
              </a:xfrm>
              <a:prstGeom prst="rect">
                <a:avLst/>
              </a:prstGeom>
              <a:solidFill>
                <a:srgbClr val="262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7" name="Rectangle 150"/>
              <p:cNvSpPr>
                <a:spLocks noChangeArrowheads="1"/>
              </p:cNvSpPr>
              <p:nvPr userDrawn="1"/>
            </p:nvSpPr>
            <p:spPr bwMode="auto">
              <a:xfrm>
                <a:off x="2086" y="1632"/>
                <a:ext cx="1" cy="71"/>
              </a:xfrm>
              <a:prstGeom prst="rect">
                <a:avLst/>
              </a:prstGeom>
              <a:solidFill>
                <a:srgbClr val="252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8" name="Rectangle 151"/>
              <p:cNvSpPr>
                <a:spLocks noChangeArrowheads="1"/>
              </p:cNvSpPr>
              <p:nvPr userDrawn="1"/>
            </p:nvSpPr>
            <p:spPr bwMode="auto">
              <a:xfrm>
                <a:off x="2087" y="1632"/>
                <a:ext cx="1" cy="71"/>
              </a:xfrm>
              <a:prstGeom prst="rect">
                <a:avLst/>
              </a:prstGeom>
              <a:solidFill>
                <a:srgbClr val="2525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9" name="Rectangle 152"/>
              <p:cNvSpPr>
                <a:spLocks noChangeArrowheads="1"/>
              </p:cNvSpPr>
              <p:nvPr userDrawn="1"/>
            </p:nvSpPr>
            <p:spPr bwMode="auto">
              <a:xfrm>
                <a:off x="2087" y="1632"/>
                <a:ext cx="1" cy="71"/>
              </a:xfrm>
              <a:prstGeom prst="rect">
                <a:avLst/>
              </a:prstGeom>
              <a:solidFill>
                <a:srgbClr val="242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0" name="Rectangle 153"/>
              <p:cNvSpPr>
                <a:spLocks noChangeArrowheads="1"/>
              </p:cNvSpPr>
              <p:nvPr userDrawn="1"/>
            </p:nvSpPr>
            <p:spPr bwMode="auto">
              <a:xfrm>
                <a:off x="2088" y="1632"/>
                <a:ext cx="1" cy="71"/>
              </a:xfrm>
              <a:prstGeom prst="rect">
                <a:avLst/>
              </a:prstGeom>
              <a:solidFill>
                <a:srgbClr val="2323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1" name="Rectangle 154"/>
              <p:cNvSpPr>
                <a:spLocks noChangeArrowheads="1"/>
              </p:cNvSpPr>
              <p:nvPr userDrawn="1"/>
            </p:nvSpPr>
            <p:spPr bwMode="auto">
              <a:xfrm>
                <a:off x="2089" y="1632"/>
                <a:ext cx="1" cy="71"/>
              </a:xfrm>
              <a:prstGeom prst="rect">
                <a:avLst/>
              </a:prstGeom>
              <a:solidFill>
                <a:srgbClr val="2323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2" name="Rectangle 155"/>
              <p:cNvSpPr>
                <a:spLocks noChangeArrowheads="1"/>
              </p:cNvSpPr>
              <p:nvPr userDrawn="1"/>
            </p:nvSpPr>
            <p:spPr bwMode="auto">
              <a:xfrm>
                <a:off x="2090" y="1632"/>
                <a:ext cx="1" cy="71"/>
              </a:xfrm>
              <a:prstGeom prst="rect">
                <a:avLst/>
              </a:prstGeom>
              <a:solidFill>
                <a:srgbClr val="2222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3" name="Rectangle 156"/>
              <p:cNvSpPr>
                <a:spLocks noChangeArrowheads="1"/>
              </p:cNvSpPr>
              <p:nvPr userDrawn="1"/>
            </p:nvSpPr>
            <p:spPr bwMode="auto">
              <a:xfrm>
                <a:off x="2090" y="1632"/>
                <a:ext cx="1" cy="71"/>
              </a:xfrm>
              <a:prstGeom prst="rect">
                <a:avLst/>
              </a:prstGeom>
              <a:solidFill>
                <a:srgbClr val="2121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4" name="Rectangle 157"/>
              <p:cNvSpPr>
                <a:spLocks noChangeArrowheads="1"/>
              </p:cNvSpPr>
              <p:nvPr userDrawn="1"/>
            </p:nvSpPr>
            <p:spPr bwMode="auto">
              <a:xfrm>
                <a:off x="2091" y="1632"/>
                <a:ext cx="1" cy="71"/>
              </a:xfrm>
              <a:prstGeom prst="rect">
                <a:avLst/>
              </a:prstGeom>
              <a:solidFill>
                <a:srgbClr val="202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5" name="Rectangle 158"/>
              <p:cNvSpPr>
                <a:spLocks noChangeArrowheads="1"/>
              </p:cNvSpPr>
              <p:nvPr userDrawn="1"/>
            </p:nvSpPr>
            <p:spPr bwMode="auto">
              <a:xfrm>
                <a:off x="2092" y="1632"/>
                <a:ext cx="1" cy="71"/>
              </a:xfrm>
              <a:prstGeom prst="rect">
                <a:avLst/>
              </a:prstGeom>
              <a:solidFill>
                <a:srgbClr val="2020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6" name="Rectangle 159"/>
              <p:cNvSpPr>
                <a:spLocks noChangeArrowheads="1"/>
              </p:cNvSpPr>
              <p:nvPr userDrawn="1"/>
            </p:nvSpPr>
            <p:spPr bwMode="auto">
              <a:xfrm>
                <a:off x="2093" y="1632"/>
                <a:ext cx="1" cy="71"/>
              </a:xfrm>
              <a:prstGeom prst="rect">
                <a:avLst/>
              </a:prstGeom>
              <a:solidFill>
                <a:srgbClr val="1F1F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7" name="Rectangle 160"/>
              <p:cNvSpPr>
                <a:spLocks noChangeArrowheads="1"/>
              </p:cNvSpPr>
              <p:nvPr userDrawn="1"/>
            </p:nvSpPr>
            <p:spPr bwMode="auto">
              <a:xfrm>
                <a:off x="2093" y="1632"/>
                <a:ext cx="1" cy="71"/>
              </a:xfrm>
              <a:prstGeom prst="rect">
                <a:avLst/>
              </a:prstGeom>
              <a:solidFill>
                <a:srgbClr val="1E1E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8" name="Rectangle 161"/>
              <p:cNvSpPr>
                <a:spLocks noChangeArrowheads="1"/>
              </p:cNvSpPr>
              <p:nvPr userDrawn="1"/>
            </p:nvSpPr>
            <p:spPr bwMode="auto">
              <a:xfrm>
                <a:off x="2094" y="1632"/>
                <a:ext cx="1" cy="71"/>
              </a:xfrm>
              <a:prstGeom prst="rect">
                <a:avLst/>
              </a:prstGeom>
              <a:solidFill>
                <a:srgbClr val="1D1D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9" name="Rectangle 162"/>
              <p:cNvSpPr>
                <a:spLocks noChangeArrowheads="1"/>
              </p:cNvSpPr>
              <p:nvPr userDrawn="1"/>
            </p:nvSpPr>
            <p:spPr bwMode="auto">
              <a:xfrm>
                <a:off x="2095" y="1632"/>
                <a:ext cx="1" cy="71"/>
              </a:xfrm>
              <a:prstGeom prst="rect">
                <a:avLst/>
              </a:prstGeom>
              <a:solidFill>
                <a:srgbClr val="1D1D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0" name="Rectangle 163"/>
              <p:cNvSpPr>
                <a:spLocks noChangeArrowheads="1"/>
              </p:cNvSpPr>
              <p:nvPr userDrawn="1"/>
            </p:nvSpPr>
            <p:spPr bwMode="auto">
              <a:xfrm>
                <a:off x="2096" y="1632"/>
                <a:ext cx="1" cy="71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1" name="Rectangle 164"/>
              <p:cNvSpPr>
                <a:spLocks noChangeArrowheads="1"/>
              </p:cNvSpPr>
              <p:nvPr userDrawn="1"/>
            </p:nvSpPr>
            <p:spPr bwMode="auto">
              <a:xfrm>
                <a:off x="2096" y="1632"/>
                <a:ext cx="3" cy="71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2" name="Freeform 165"/>
              <p:cNvSpPr>
                <a:spLocks noEditPoints="1"/>
              </p:cNvSpPr>
              <p:nvPr userDrawn="1"/>
            </p:nvSpPr>
            <p:spPr bwMode="auto">
              <a:xfrm>
                <a:off x="1685" y="892"/>
                <a:ext cx="395" cy="178"/>
              </a:xfrm>
              <a:custGeom>
                <a:avLst/>
                <a:gdLst>
                  <a:gd name="T0" fmla="*/ 374 w 395"/>
                  <a:gd name="T1" fmla="*/ 0 h 178"/>
                  <a:gd name="T2" fmla="*/ 188 w 395"/>
                  <a:gd name="T3" fmla="*/ 53 h 178"/>
                  <a:gd name="T4" fmla="*/ 0 w 395"/>
                  <a:gd name="T5" fmla="*/ 106 h 178"/>
                  <a:gd name="T6" fmla="*/ 20 w 395"/>
                  <a:gd name="T7" fmla="*/ 178 h 178"/>
                  <a:gd name="T8" fmla="*/ 208 w 395"/>
                  <a:gd name="T9" fmla="*/ 124 h 178"/>
                  <a:gd name="T10" fmla="*/ 395 w 395"/>
                  <a:gd name="T11" fmla="*/ 71 h 178"/>
                  <a:gd name="T12" fmla="*/ 374 w 395"/>
                  <a:gd name="T13" fmla="*/ 0 h 178"/>
                  <a:gd name="T14" fmla="*/ 374 w 395"/>
                  <a:gd name="T15" fmla="*/ 0 h 178"/>
                  <a:gd name="T16" fmla="*/ 374 w 395"/>
                  <a:gd name="T17" fmla="*/ 0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5" h="178">
                    <a:moveTo>
                      <a:pt x="374" y="0"/>
                    </a:moveTo>
                    <a:lnTo>
                      <a:pt x="188" y="53"/>
                    </a:lnTo>
                    <a:lnTo>
                      <a:pt x="0" y="106"/>
                    </a:lnTo>
                    <a:lnTo>
                      <a:pt x="20" y="178"/>
                    </a:lnTo>
                    <a:lnTo>
                      <a:pt x="208" y="124"/>
                    </a:lnTo>
                    <a:lnTo>
                      <a:pt x="395" y="71"/>
                    </a:lnTo>
                    <a:lnTo>
                      <a:pt x="374" y="0"/>
                    </a:lnTo>
                    <a:close/>
                    <a:moveTo>
                      <a:pt x="374" y="0"/>
                    </a:moveTo>
                    <a:lnTo>
                      <a:pt x="374" y="0"/>
                    </a:lnTo>
                    <a:close/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3" name="Freeform 166"/>
              <p:cNvSpPr>
                <a:spLocks noEditPoints="1"/>
              </p:cNvSpPr>
              <p:nvPr userDrawn="1"/>
            </p:nvSpPr>
            <p:spPr bwMode="auto">
              <a:xfrm>
                <a:off x="1685" y="892"/>
                <a:ext cx="395" cy="178"/>
              </a:xfrm>
              <a:custGeom>
                <a:avLst/>
                <a:gdLst>
                  <a:gd name="T0" fmla="*/ 374 w 395"/>
                  <a:gd name="T1" fmla="*/ 0 h 178"/>
                  <a:gd name="T2" fmla="*/ 188 w 395"/>
                  <a:gd name="T3" fmla="*/ 53 h 178"/>
                  <a:gd name="T4" fmla="*/ 0 w 395"/>
                  <a:gd name="T5" fmla="*/ 106 h 178"/>
                  <a:gd name="T6" fmla="*/ 20 w 395"/>
                  <a:gd name="T7" fmla="*/ 178 h 178"/>
                  <a:gd name="T8" fmla="*/ 208 w 395"/>
                  <a:gd name="T9" fmla="*/ 124 h 178"/>
                  <a:gd name="T10" fmla="*/ 395 w 395"/>
                  <a:gd name="T11" fmla="*/ 71 h 178"/>
                  <a:gd name="T12" fmla="*/ 374 w 395"/>
                  <a:gd name="T13" fmla="*/ 0 h 178"/>
                  <a:gd name="T14" fmla="*/ 374 w 395"/>
                  <a:gd name="T15" fmla="*/ 0 h 178"/>
                  <a:gd name="T16" fmla="*/ 374 w 395"/>
                  <a:gd name="T17" fmla="*/ 0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5" h="178">
                    <a:moveTo>
                      <a:pt x="374" y="0"/>
                    </a:moveTo>
                    <a:lnTo>
                      <a:pt x="188" y="53"/>
                    </a:lnTo>
                    <a:lnTo>
                      <a:pt x="0" y="106"/>
                    </a:lnTo>
                    <a:lnTo>
                      <a:pt x="20" y="178"/>
                    </a:lnTo>
                    <a:lnTo>
                      <a:pt x="208" y="124"/>
                    </a:lnTo>
                    <a:lnTo>
                      <a:pt x="395" y="71"/>
                    </a:lnTo>
                    <a:lnTo>
                      <a:pt x="374" y="0"/>
                    </a:lnTo>
                    <a:moveTo>
                      <a:pt x="374" y="0"/>
                    </a:moveTo>
                    <a:lnTo>
                      <a:pt x="37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4" name="Rectangle 167"/>
              <p:cNvSpPr>
                <a:spLocks noChangeArrowheads="1"/>
              </p:cNvSpPr>
              <p:nvPr userDrawn="1"/>
            </p:nvSpPr>
            <p:spPr bwMode="auto">
              <a:xfrm>
                <a:off x="2020" y="1502"/>
                <a:ext cx="2" cy="71"/>
              </a:xfrm>
              <a:prstGeom prst="rect">
                <a:avLst/>
              </a:pr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5" name="Rectangle 168"/>
              <p:cNvSpPr>
                <a:spLocks noChangeArrowheads="1"/>
              </p:cNvSpPr>
              <p:nvPr userDrawn="1"/>
            </p:nvSpPr>
            <p:spPr bwMode="auto">
              <a:xfrm>
                <a:off x="2022" y="1502"/>
                <a:ext cx="1" cy="71"/>
              </a:xfrm>
              <a:prstGeom prst="rect">
                <a:avLst/>
              </a:pr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6" name="Rectangle 169"/>
              <p:cNvSpPr>
                <a:spLocks noChangeArrowheads="1"/>
              </p:cNvSpPr>
              <p:nvPr userDrawn="1"/>
            </p:nvSpPr>
            <p:spPr bwMode="auto">
              <a:xfrm>
                <a:off x="2023" y="1502"/>
                <a:ext cx="1" cy="71"/>
              </a:xfrm>
              <a:prstGeom prst="rect">
                <a:avLst/>
              </a:prstGeom>
              <a:solidFill>
                <a:srgbClr val="3E3E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7" name="Rectangle 170"/>
              <p:cNvSpPr>
                <a:spLocks noChangeArrowheads="1"/>
              </p:cNvSpPr>
              <p:nvPr userDrawn="1"/>
            </p:nvSpPr>
            <p:spPr bwMode="auto">
              <a:xfrm>
                <a:off x="2023" y="1502"/>
                <a:ext cx="1" cy="71"/>
              </a:xfrm>
              <a:prstGeom prst="rect">
                <a:avLst/>
              </a:prstGeom>
              <a:solidFill>
                <a:srgbClr val="3E3E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8" name="Rectangle 171"/>
              <p:cNvSpPr>
                <a:spLocks noChangeArrowheads="1"/>
              </p:cNvSpPr>
              <p:nvPr userDrawn="1"/>
            </p:nvSpPr>
            <p:spPr bwMode="auto">
              <a:xfrm>
                <a:off x="2024" y="1502"/>
                <a:ext cx="1" cy="71"/>
              </a:xfrm>
              <a:prstGeom prst="rect">
                <a:avLst/>
              </a:prstGeom>
              <a:solidFill>
                <a:srgbClr val="3D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9" name="Rectangle 172"/>
              <p:cNvSpPr>
                <a:spLocks noChangeArrowheads="1"/>
              </p:cNvSpPr>
              <p:nvPr userDrawn="1"/>
            </p:nvSpPr>
            <p:spPr bwMode="auto">
              <a:xfrm>
                <a:off x="2025" y="1502"/>
                <a:ext cx="1" cy="71"/>
              </a:xfrm>
              <a:prstGeom prst="rect">
                <a:avLst/>
              </a:prstGeom>
              <a:solidFill>
                <a:srgbClr val="3C3C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0" name="Rectangle 173"/>
              <p:cNvSpPr>
                <a:spLocks noChangeArrowheads="1"/>
              </p:cNvSpPr>
              <p:nvPr userDrawn="1"/>
            </p:nvSpPr>
            <p:spPr bwMode="auto">
              <a:xfrm>
                <a:off x="2026" y="1502"/>
                <a:ext cx="1" cy="71"/>
              </a:xfrm>
              <a:prstGeom prst="rect">
                <a:avLst/>
              </a:prstGeom>
              <a:solidFill>
                <a:srgbClr val="3B3B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1" name="Rectangle 174"/>
              <p:cNvSpPr>
                <a:spLocks noChangeArrowheads="1"/>
              </p:cNvSpPr>
              <p:nvPr userDrawn="1"/>
            </p:nvSpPr>
            <p:spPr bwMode="auto">
              <a:xfrm>
                <a:off x="2027" y="1502"/>
                <a:ext cx="1" cy="71"/>
              </a:xfrm>
              <a:prstGeom prst="rect">
                <a:avLst/>
              </a:prstGeom>
              <a:solidFill>
                <a:srgbClr val="3B3B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2" name="Rectangle 175"/>
              <p:cNvSpPr>
                <a:spLocks noChangeArrowheads="1"/>
              </p:cNvSpPr>
              <p:nvPr userDrawn="1"/>
            </p:nvSpPr>
            <p:spPr bwMode="auto">
              <a:xfrm>
                <a:off x="2027" y="1502"/>
                <a:ext cx="1" cy="71"/>
              </a:xfrm>
              <a:prstGeom prst="rect">
                <a:avLst/>
              </a:prstGeom>
              <a:solidFill>
                <a:srgbClr val="3A3A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3" name="Rectangle 176"/>
              <p:cNvSpPr>
                <a:spLocks noChangeArrowheads="1"/>
              </p:cNvSpPr>
              <p:nvPr userDrawn="1"/>
            </p:nvSpPr>
            <p:spPr bwMode="auto">
              <a:xfrm>
                <a:off x="2028" y="1502"/>
                <a:ext cx="1" cy="71"/>
              </a:xfrm>
              <a:prstGeom prst="rect">
                <a:avLst/>
              </a:prstGeom>
              <a:solidFill>
                <a:srgbClr val="3939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4" name="Rectangle 177"/>
              <p:cNvSpPr>
                <a:spLocks noChangeArrowheads="1"/>
              </p:cNvSpPr>
              <p:nvPr userDrawn="1"/>
            </p:nvSpPr>
            <p:spPr bwMode="auto">
              <a:xfrm>
                <a:off x="2029" y="1502"/>
                <a:ext cx="1" cy="71"/>
              </a:xfrm>
              <a:prstGeom prst="rect">
                <a:avLst/>
              </a:prstGeom>
              <a:solidFill>
                <a:srgbClr val="383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5" name="Rectangle 178"/>
              <p:cNvSpPr>
                <a:spLocks noChangeArrowheads="1"/>
              </p:cNvSpPr>
              <p:nvPr userDrawn="1"/>
            </p:nvSpPr>
            <p:spPr bwMode="auto">
              <a:xfrm>
                <a:off x="2030" y="1502"/>
                <a:ext cx="1" cy="71"/>
              </a:xfrm>
              <a:prstGeom prst="rect">
                <a:avLst/>
              </a:prstGeom>
              <a:solidFill>
                <a:srgbClr val="3838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6" name="Rectangle 179"/>
              <p:cNvSpPr>
                <a:spLocks noChangeArrowheads="1"/>
              </p:cNvSpPr>
              <p:nvPr userDrawn="1"/>
            </p:nvSpPr>
            <p:spPr bwMode="auto">
              <a:xfrm>
                <a:off x="2030" y="1502"/>
                <a:ext cx="1" cy="71"/>
              </a:xfrm>
              <a:prstGeom prst="rect">
                <a:avLst/>
              </a:prstGeom>
              <a:solidFill>
                <a:srgbClr val="3737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7" name="Rectangle 180"/>
              <p:cNvSpPr>
                <a:spLocks noChangeArrowheads="1"/>
              </p:cNvSpPr>
              <p:nvPr userDrawn="1"/>
            </p:nvSpPr>
            <p:spPr bwMode="auto">
              <a:xfrm>
                <a:off x="2031" y="1502"/>
                <a:ext cx="1" cy="71"/>
              </a:xfrm>
              <a:prstGeom prst="rect">
                <a:avLst/>
              </a:prstGeom>
              <a:solidFill>
                <a:srgbClr val="36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8" name="Rectangle 181"/>
              <p:cNvSpPr>
                <a:spLocks noChangeArrowheads="1"/>
              </p:cNvSpPr>
              <p:nvPr userDrawn="1"/>
            </p:nvSpPr>
            <p:spPr bwMode="auto">
              <a:xfrm>
                <a:off x="2032" y="1502"/>
                <a:ext cx="1" cy="71"/>
              </a:xfrm>
              <a:prstGeom prst="rect">
                <a:avLst/>
              </a:prstGeom>
              <a:solidFill>
                <a:srgbClr val="363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9" name="Rectangle 182"/>
              <p:cNvSpPr>
                <a:spLocks noChangeArrowheads="1"/>
              </p:cNvSpPr>
              <p:nvPr userDrawn="1"/>
            </p:nvSpPr>
            <p:spPr bwMode="auto">
              <a:xfrm>
                <a:off x="2032" y="1502"/>
                <a:ext cx="1" cy="71"/>
              </a:xfrm>
              <a:prstGeom prst="rect">
                <a:avLst/>
              </a:prstGeom>
              <a:solidFill>
                <a:srgbClr val="3535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0" name="Rectangle 183"/>
              <p:cNvSpPr>
                <a:spLocks noChangeArrowheads="1"/>
              </p:cNvSpPr>
              <p:nvPr userDrawn="1"/>
            </p:nvSpPr>
            <p:spPr bwMode="auto">
              <a:xfrm>
                <a:off x="2033" y="1502"/>
                <a:ext cx="1" cy="71"/>
              </a:xfrm>
              <a:prstGeom prst="rect">
                <a:avLst/>
              </a:prstGeom>
              <a:solidFill>
                <a:srgbClr val="343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1" name="Rectangle 184"/>
              <p:cNvSpPr>
                <a:spLocks noChangeArrowheads="1"/>
              </p:cNvSpPr>
              <p:nvPr userDrawn="1"/>
            </p:nvSpPr>
            <p:spPr bwMode="auto">
              <a:xfrm>
                <a:off x="2034" y="1502"/>
                <a:ext cx="1" cy="71"/>
              </a:xfrm>
              <a:prstGeom prst="rect">
                <a:avLst/>
              </a:prstGeom>
              <a:solidFill>
                <a:srgbClr val="3333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2" name="Rectangle 185"/>
              <p:cNvSpPr>
                <a:spLocks noChangeArrowheads="1"/>
              </p:cNvSpPr>
              <p:nvPr userDrawn="1"/>
            </p:nvSpPr>
            <p:spPr bwMode="auto">
              <a:xfrm>
                <a:off x="2035" y="1502"/>
                <a:ext cx="1" cy="71"/>
              </a:xfrm>
              <a:prstGeom prst="rect">
                <a:avLst/>
              </a:prstGeom>
              <a:solidFill>
                <a:srgbClr val="3333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3" name="Rectangle 186"/>
              <p:cNvSpPr>
                <a:spLocks noChangeArrowheads="1"/>
              </p:cNvSpPr>
              <p:nvPr userDrawn="1"/>
            </p:nvSpPr>
            <p:spPr bwMode="auto">
              <a:xfrm>
                <a:off x="2036" y="1502"/>
                <a:ext cx="1" cy="71"/>
              </a:xfrm>
              <a:prstGeom prst="rect">
                <a:avLst/>
              </a:prstGeom>
              <a:solidFill>
                <a:srgbClr val="3232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4" name="Rectangle 187"/>
              <p:cNvSpPr>
                <a:spLocks noChangeArrowheads="1"/>
              </p:cNvSpPr>
              <p:nvPr userDrawn="1"/>
            </p:nvSpPr>
            <p:spPr bwMode="auto">
              <a:xfrm>
                <a:off x="2036" y="1502"/>
                <a:ext cx="1" cy="71"/>
              </a:xfrm>
              <a:prstGeom prst="rect">
                <a:avLst/>
              </a:prstGeom>
              <a:solidFill>
                <a:srgbClr val="3131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5" name="Rectangle 188"/>
              <p:cNvSpPr>
                <a:spLocks noChangeArrowheads="1"/>
              </p:cNvSpPr>
              <p:nvPr userDrawn="1"/>
            </p:nvSpPr>
            <p:spPr bwMode="auto">
              <a:xfrm>
                <a:off x="2037" y="1502"/>
                <a:ext cx="1" cy="71"/>
              </a:xfrm>
              <a:prstGeom prst="rect">
                <a:avLst/>
              </a:prstGeom>
              <a:solidFill>
                <a:srgbClr val="3030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6" name="Rectangle 189"/>
              <p:cNvSpPr>
                <a:spLocks noChangeArrowheads="1"/>
              </p:cNvSpPr>
              <p:nvPr userDrawn="1"/>
            </p:nvSpPr>
            <p:spPr bwMode="auto">
              <a:xfrm>
                <a:off x="2038" y="1502"/>
                <a:ext cx="1" cy="71"/>
              </a:xfrm>
              <a:prstGeom prst="rect">
                <a:avLst/>
              </a:prstGeom>
              <a:solidFill>
                <a:srgbClr val="3030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7" name="Rectangle 190"/>
              <p:cNvSpPr>
                <a:spLocks noChangeArrowheads="1"/>
              </p:cNvSpPr>
              <p:nvPr userDrawn="1"/>
            </p:nvSpPr>
            <p:spPr bwMode="auto">
              <a:xfrm>
                <a:off x="2039" y="1502"/>
                <a:ext cx="1" cy="71"/>
              </a:xfrm>
              <a:prstGeom prst="rect">
                <a:avLst/>
              </a:prstGeom>
              <a:solidFill>
                <a:srgbClr val="2F2F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8" name="Rectangle 191"/>
              <p:cNvSpPr>
                <a:spLocks noChangeArrowheads="1"/>
              </p:cNvSpPr>
              <p:nvPr userDrawn="1"/>
            </p:nvSpPr>
            <p:spPr bwMode="auto">
              <a:xfrm>
                <a:off x="2040" y="1502"/>
                <a:ext cx="1" cy="71"/>
              </a:xfrm>
              <a:prstGeom prst="rect">
                <a:avLst/>
              </a:prstGeom>
              <a:solidFill>
                <a:srgbClr val="2E2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9" name="Rectangle 192"/>
              <p:cNvSpPr>
                <a:spLocks noChangeArrowheads="1"/>
              </p:cNvSpPr>
              <p:nvPr userDrawn="1"/>
            </p:nvSpPr>
            <p:spPr bwMode="auto">
              <a:xfrm>
                <a:off x="2040" y="1502"/>
                <a:ext cx="1" cy="71"/>
              </a:xfrm>
              <a:prstGeom prst="rect">
                <a:avLst/>
              </a:prstGeom>
              <a:solidFill>
                <a:srgbClr val="2E2E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0" name="Rectangle 193"/>
              <p:cNvSpPr>
                <a:spLocks noChangeArrowheads="1"/>
              </p:cNvSpPr>
              <p:nvPr userDrawn="1"/>
            </p:nvSpPr>
            <p:spPr bwMode="auto">
              <a:xfrm>
                <a:off x="2041" y="1502"/>
                <a:ext cx="1" cy="71"/>
              </a:xfrm>
              <a:prstGeom prst="rect">
                <a:avLst/>
              </a:prstGeom>
              <a:solidFill>
                <a:srgbClr val="2D2D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1" name="Rectangle 194"/>
              <p:cNvSpPr>
                <a:spLocks noChangeArrowheads="1"/>
              </p:cNvSpPr>
              <p:nvPr userDrawn="1"/>
            </p:nvSpPr>
            <p:spPr bwMode="auto">
              <a:xfrm>
                <a:off x="2042" y="1502"/>
                <a:ext cx="1" cy="71"/>
              </a:xfrm>
              <a:prstGeom prst="rect">
                <a:avLst/>
              </a:prstGeom>
              <a:solidFill>
                <a:srgbClr val="2C2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2" name="Rectangle 195"/>
              <p:cNvSpPr>
                <a:spLocks noChangeArrowheads="1"/>
              </p:cNvSpPr>
              <p:nvPr userDrawn="1"/>
            </p:nvSpPr>
            <p:spPr bwMode="auto">
              <a:xfrm>
                <a:off x="2043" y="1502"/>
                <a:ext cx="1" cy="71"/>
              </a:xfrm>
              <a:prstGeom prst="rect">
                <a:avLst/>
              </a:prstGeom>
              <a:solidFill>
                <a:srgbClr val="2B2B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3" name="Rectangle 196"/>
              <p:cNvSpPr>
                <a:spLocks noChangeArrowheads="1"/>
              </p:cNvSpPr>
              <p:nvPr userDrawn="1"/>
            </p:nvSpPr>
            <p:spPr bwMode="auto">
              <a:xfrm>
                <a:off x="2043" y="1502"/>
                <a:ext cx="1" cy="71"/>
              </a:xfrm>
              <a:prstGeom prst="rect">
                <a:avLst/>
              </a:prstGeom>
              <a:solidFill>
                <a:srgbClr val="2B2B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4" name="Rectangle 197"/>
              <p:cNvSpPr>
                <a:spLocks noChangeArrowheads="1"/>
              </p:cNvSpPr>
              <p:nvPr userDrawn="1"/>
            </p:nvSpPr>
            <p:spPr bwMode="auto">
              <a:xfrm>
                <a:off x="2044" y="1502"/>
                <a:ext cx="1" cy="71"/>
              </a:xfrm>
              <a:prstGeom prst="rect">
                <a:avLst/>
              </a:prstGeom>
              <a:solidFill>
                <a:srgbClr val="2A2A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5" name="Rectangle 198"/>
              <p:cNvSpPr>
                <a:spLocks noChangeArrowheads="1"/>
              </p:cNvSpPr>
              <p:nvPr userDrawn="1"/>
            </p:nvSpPr>
            <p:spPr bwMode="auto">
              <a:xfrm>
                <a:off x="2045" y="1502"/>
                <a:ext cx="1" cy="71"/>
              </a:xfrm>
              <a:prstGeom prst="rect">
                <a:avLst/>
              </a:prstGeom>
              <a:solidFill>
                <a:srgbClr val="29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6" name="Rectangle 199"/>
              <p:cNvSpPr>
                <a:spLocks noChangeArrowheads="1"/>
              </p:cNvSpPr>
              <p:nvPr userDrawn="1"/>
            </p:nvSpPr>
            <p:spPr bwMode="auto">
              <a:xfrm>
                <a:off x="2046" y="1502"/>
                <a:ext cx="1" cy="71"/>
              </a:xfrm>
              <a:prstGeom prst="rect">
                <a:avLst/>
              </a:prstGeom>
              <a:solidFill>
                <a:srgbClr val="2828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7" name="Rectangle 200"/>
              <p:cNvSpPr>
                <a:spLocks noChangeArrowheads="1"/>
              </p:cNvSpPr>
              <p:nvPr userDrawn="1"/>
            </p:nvSpPr>
            <p:spPr bwMode="auto">
              <a:xfrm>
                <a:off x="2047" y="1502"/>
                <a:ext cx="1" cy="71"/>
              </a:xfrm>
              <a:prstGeom prst="rect">
                <a:avLst/>
              </a:prstGeom>
              <a:solidFill>
                <a:srgbClr val="2828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8" name="Rectangle 201"/>
              <p:cNvSpPr>
                <a:spLocks noChangeArrowheads="1"/>
              </p:cNvSpPr>
              <p:nvPr userDrawn="1"/>
            </p:nvSpPr>
            <p:spPr bwMode="auto">
              <a:xfrm>
                <a:off x="2047" y="1502"/>
                <a:ext cx="1" cy="71"/>
              </a:xfrm>
              <a:prstGeom prst="rect">
                <a:avLst/>
              </a:prstGeom>
              <a:solidFill>
                <a:srgbClr val="27273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9" name="Rectangle 202"/>
              <p:cNvSpPr>
                <a:spLocks noChangeArrowheads="1"/>
              </p:cNvSpPr>
              <p:nvPr userDrawn="1"/>
            </p:nvSpPr>
            <p:spPr bwMode="auto">
              <a:xfrm>
                <a:off x="2048" y="1502"/>
                <a:ext cx="1" cy="71"/>
              </a:xfrm>
              <a:prstGeom prst="rect">
                <a:avLst/>
              </a:prstGeom>
              <a:solidFill>
                <a:srgbClr val="262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0" name="Rectangle 203"/>
              <p:cNvSpPr>
                <a:spLocks noChangeArrowheads="1"/>
              </p:cNvSpPr>
              <p:nvPr userDrawn="1"/>
            </p:nvSpPr>
            <p:spPr bwMode="auto">
              <a:xfrm>
                <a:off x="2049" y="1502"/>
                <a:ext cx="1" cy="71"/>
              </a:xfrm>
              <a:prstGeom prst="rect">
                <a:avLst/>
              </a:prstGeom>
              <a:solidFill>
                <a:srgbClr val="252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1" name="Rectangle 204"/>
              <p:cNvSpPr>
                <a:spLocks noChangeArrowheads="1"/>
              </p:cNvSpPr>
              <p:nvPr userDrawn="1"/>
            </p:nvSpPr>
            <p:spPr bwMode="auto">
              <a:xfrm>
                <a:off x="2050" y="1502"/>
                <a:ext cx="1" cy="71"/>
              </a:xfrm>
              <a:prstGeom prst="rect">
                <a:avLst/>
              </a:prstGeom>
              <a:solidFill>
                <a:srgbClr val="2525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2" name="Rectangle 205"/>
              <p:cNvSpPr>
                <a:spLocks noChangeArrowheads="1"/>
              </p:cNvSpPr>
              <p:nvPr userDrawn="1"/>
            </p:nvSpPr>
            <p:spPr bwMode="auto">
              <a:xfrm>
                <a:off x="2050" y="1502"/>
                <a:ext cx="1" cy="71"/>
              </a:xfrm>
              <a:prstGeom prst="rect">
                <a:avLst/>
              </a:prstGeom>
              <a:solidFill>
                <a:srgbClr val="242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3" name="Rectangle 206"/>
              <p:cNvSpPr>
                <a:spLocks noChangeArrowheads="1"/>
              </p:cNvSpPr>
              <p:nvPr userDrawn="1"/>
            </p:nvSpPr>
            <p:spPr bwMode="auto">
              <a:xfrm>
                <a:off x="2051" y="1502"/>
                <a:ext cx="1" cy="71"/>
              </a:xfrm>
              <a:prstGeom prst="rect">
                <a:avLst/>
              </a:prstGeom>
              <a:solidFill>
                <a:srgbClr val="2323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4" name="Rectangle 207"/>
              <p:cNvSpPr>
                <a:spLocks noChangeArrowheads="1"/>
              </p:cNvSpPr>
              <p:nvPr userDrawn="1"/>
            </p:nvSpPr>
            <p:spPr bwMode="auto">
              <a:xfrm>
                <a:off x="2052" y="1502"/>
                <a:ext cx="1" cy="71"/>
              </a:xfrm>
              <a:prstGeom prst="rect">
                <a:avLst/>
              </a:prstGeom>
              <a:solidFill>
                <a:srgbClr val="2323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5" name="Rectangle 208"/>
              <p:cNvSpPr>
                <a:spLocks noChangeArrowheads="1"/>
              </p:cNvSpPr>
              <p:nvPr userDrawn="1"/>
            </p:nvSpPr>
            <p:spPr bwMode="auto">
              <a:xfrm>
                <a:off x="2053" y="1502"/>
                <a:ext cx="1" cy="71"/>
              </a:xfrm>
              <a:prstGeom prst="rect">
                <a:avLst/>
              </a:prstGeom>
              <a:solidFill>
                <a:srgbClr val="2222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6" name="Rectangle 209"/>
              <p:cNvSpPr>
                <a:spLocks noChangeArrowheads="1"/>
              </p:cNvSpPr>
              <p:nvPr userDrawn="1"/>
            </p:nvSpPr>
            <p:spPr bwMode="auto">
              <a:xfrm>
                <a:off x="2053" y="1502"/>
                <a:ext cx="1" cy="71"/>
              </a:xfrm>
              <a:prstGeom prst="rect">
                <a:avLst/>
              </a:prstGeom>
              <a:solidFill>
                <a:srgbClr val="2121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7" name="Rectangle 210"/>
              <p:cNvSpPr>
                <a:spLocks noChangeArrowheads="1"/>
              </p:cNvSpPr>
              <p:nvPr userDrawn="1"/>
            </p:nvSpPr>
            <p:spPr bwMode="auto">
              <a:xfrm>
                <a:off x="2054" y="1502"/>
                <a:ext cx="1" cy="71"/>
              </a:xfrm>
              <a:prstGeom prst="rect">
                <a:avLst/>
              </a:prstGeom>
              <a:solidFill>
                <a:srgbClr val="202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8" name="Rectangle 211"/>
              <p:cNvSpPr>
                <a:spLocks noChangeArrowheads="1"/>
              </p:cNvSpPr>
              <p:nvPr userDrawn="1"/>
            </p:nvSpPr>
            <p:spPr bwMode="auto">
              <a:xfrm>
                <a:off x="2055" y="1502"/>
                <a:ext cx="1" cy="71"/>
              </a:xfrm>
              <a:prstGeom prst="rect">
                <a:avLst/>
              </a:prstGeom>
              <a:solidFill>
                <a:srgbClr val="2020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9" name="Rectangle 212"/>
              <p:cNvSpPr>
                <a:spLocks noChangeArrowheads="1"/>
              </p:cNvSpPr>
              <p:nvPr userDrawn="1"/>
            </p:nvSpPr>
            <p:spPr bwMode="auto">
              <a:xfrm>
                <a:off x="2056" y="1502"/>
                <a:ext cx="1" cy="71"/>
              </a:xfrm>
              <a:prstGeom prst="rect">
                <a:avLst/>
              </a:prstGeom>
              <a:solidFill>
                <a:srgbClr val="1F1F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0" name="Rectangle 213"/>
              <p:cNvSpPr>
                <a:spLocks noChangeArrowheads="1"/>
              </p:cNvSpPr>
              <p:nvPr userDrawn="1"/>
            </p:nvSpPr>
            <p:spPr bwMode="auto">
              <a:xfrm>
                <a:off x="2056" y="1502"/>
                <a:ext cx="1" cy="71"/>
              </a:xfrm>
              <a:prstGeom prst="rect">
                <a:avLst/>
              </a:prstGeom>
              <a:solidFill>
                <a:srgbClr val="1E1E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1" name="Rectangle 214"/>
              <p:cNvSpPr>
                <a:spLocks noChangeArrowheads="1"/>
              </p:cNvSpPr>
              <p:nvPr userDrawn="1"/>
            </p:nvSpPr>
            <p:spPr bwMode="auto">
              <a:xfrm>
                <a:off x="2057" y="1502"/>
                <a:ext cx="1" cy="71"/>
              </a:xfrm>
              <a:prstGeom prst="rect">
                <a:avLst/>
              </a:prstGeom>
              <a:solidFill>
                <a:srgbClr val="1D1D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2" name="Rectangle 215"/>
              <p:cNvSpPr>
                <a:spLocks noChangeArrowheads="1"/>
              </p:cNvSpPr>
              <p:nvPr userDrawn="1"/>
            </p:nvSpPr>
            <p:spPr bwMode="auto">
              <a:xfrm>
                <a:off x="2058" y="1502"/>
                <a:ext cx="1" cy="71"/>
              </a:xfrm>
              <a:prstGeom prst="rect">
                <a:avLst/>
              </a:prstGeom>
              <a:solidFill>
                <a:srgbClr val="1D1D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3" name="Rectangle 216"/>
              <p:cNvSpPr>
                <a:spLocks noChangeArrowheads="1"/>
              </p:cNvSpPr>
              <p:nvPr userDrawn="1"/>
            </p:nvSpPr>
            <p:spPr bwMode="auto">
              <a:xfrm>
                <a:off x="2059" y="1502"/>
                <a:ext cx="1" cy="71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4" name="Rectangle 217"/>
              <p:cNvSpPr>
                <a:spLocks noChangeArrowheads="1"/>
              </p:cNvSpPr>
              <p:nvPr userDrawn="1"/>
            </p:nvSpPr>
            <p:spPr bwMode="auto">
              <a:xfrm>
                <a:off x="2059" y="1502"/>
                <a:ext cx="3" cy="71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5" name="Freeform 218"/>
              <p:cNvSpPr>
                <a:spLocks noEditPoints="1"/>
              </p:cNvSpPr>
              <p:nvPr userDrawn="1"/>
            </p:nvSpPr>
            <p:spPr bwMode="auto">
              <a:xfrm>
                <a:off x="1713" y="988"/>
                <a:ext cx="642" cy="1051"/>
              </a:xfrm>
              <a:custGeom>
                <a:avLst/>
                <a:gdLst>
                  <a:gd name="T0" fmla="*/ 254 w 643"/>
                  <a:gd name="T1" fmla="*/ 998 h 1051"/>
                  <a:gd name="T2" fmla="*/ 621 w 643"/>
                  <a:gd name="T3" fmla="*/ 866 h 1051"/>
                  <a:gd name="T4" fmla="*/ 0 w 643"/>
                  <a:gd name="T5" fmla="*/ 107 h 1051"/>
                  <a:gd name="T6" fmla="*/ 643 w 643"/>
                  <a:gd name="T7" fmla="*/ 945 h 1051"/>
                  <a:gd name="T8" fmla="*/ 350 w 643"/>
                  <a:gd name="T9" fmla="*/ 623 h 1051"/>
                  <a:gd name="T10" fmla="*/ 381 w 643"/>
                  <a:gd name="T11" fmla="*/ 733 h 1051"/>
                  <a:gd name="T12" fmla="*/ 252 w 643"/>
                  <a:gd name="T13" fmla="*/ 458 h 1051"/>
                  <a:gd name="T14" fmla="*/ 224 w 643"/>
                  <a:gd name="T15" fmla="*/ 396 h 1051"/>
                  <a:gd name="T16" fmla="*/ 241 w 643"/>
                  <a:gd name="T17" fmla="*/ 376 h 1051"/>
                  <a:gd name="T18" fmla="*/ 270 w 643"/>
                  <a:gd name="T19" fmla="*/ 392 h 1051"/>
                  <a:gd name="T20" fmla="*/ 289 w 643"/>
                  <a:gd name="T21" fmla="*/ 408 h 1051"/>
                  <a:gd name="T22" fmla="*/ 288 w 643"/>
                  <a:gd name="T23" fmla="*/ 378 h 1051"/>
                  <a:gd name="T24" fmla="*/ 280 w 643"/>
                  <a:gd name="T25" fmla="*/ 365 h 1051"/>
                  <a:gd name="T26" fmla="*/ 338 w 643"/>
                  <a:gd name="T27" fmla="*/ 363 h 1051"/>
                  <a:gd name="T28" fmla="*/ 355 w 643"/>
                  <a:gd name="T29" fmla="*/ 443 h 1051"/>
                  <a:gd name="T30" fmla="*/ 364 w 643"/>
                  <a:gd name="T31" fmla="*/ 457 h 1051"/>
                  <a:gd name="T32" fmla="*/ 306 w 643"/>
                  <a:gd name="T33" fmla="*/ 458 h 1051"/>
                  <a:gd name="T34" fmla="*/ 299 w 643"/>
                  <a:gd name="T35" fmla="*/ 428 h 1051"/>
                  <a:gd name="T36" fmla="*/ 285 w 643"/>
                  <a:gd name="T37" fmla="*/ 452 h 1051"/>
                  <a:gd name="T38" fmla="*/ 299 w 643"/>
                  <a:gd name="T39" fmla="*/ 461 h 1051"/>
                  <a:gd name="T40" fmla="*/ 248 w 643"/>
                  <a:gd name="T41" fmla="*/ 490 h 1051"/>
                  <a:gd name="T42" fmla="*/ 313 w 643"/>
                  <a:gd name="T43" fmla="*/ 493 h 1051"/>
                  <a:gd name="T44" fmla="*/ 344 w 643"/>
                  <a:gd name="T45" fmla="*/ 603 h 1051"/>
                  <a:gd name="T46" fmla="*/ 313 w 643"/>
                  <a:gd name="T47" fmla="*/ 493 h 1051"/>
                  <a:gd name="T48" fmla="*/ 408 w 643"/>
                  <a:gd name="T49" fmla="*/ 863 h 1051"/>
                  <a:gd name="T50" fmla="*/ 378 w 643"/>
                  <a:gd name="T51" fmla="*/ 842 h 1051"/>
                  <a:gd name="T52" fmla="*/ 350 w 643"/>
                  <a:gd name="T53" fmla="*/ 782 h 1051"/>
                  <a:gd name="T54" fmla="*/ 372 w 643"/>
                  <a:gd name="T55" fmla="*/ 760 h 1051"/>
                  <a:gd name="T56" fmla="*/ 408 w 643"/>
                  <a:gd name="T57" fmla="*/ 765 h 1051"/>
                  <a:gd name="T58" fmla="*/ 412 w 643"/>
                  <a:gd name="T59" fmla="*/ 837 h 1051"/>
                  <a:gd name="T60" fmla="*/ 447 w 643"/>
                  <a:gd name="T61" fmla="*/ 801 h 1051"/>
                  <a:gd name="T62" fmla="*/ 456 w 643"/>
                  <a:gd name="T63" fmla="*/ 851 h 1051"/>
                  <a:gd name="T64" fmla="*/ 543 w 643"/>
                  <a:gd name="T65" fmla="*/ 837 h 1051"/>
                  <a:gd name="T66" fmla="*/ 449 w 643"/>
                  <a:gd name="T67" fmla="*/ 511 h 1051"/>
                  <a:gd name="T68" fmla="*/ 440 w 643"/>
                  <a:gd name="T69" fmla="*/ 478 h 1051"/>
                  <a:gd name="T70" fmla="*/ 454 w 643"/>
                  <a:gd name="T71" fmla="*/ 453 h 1051"/>
                  <a:gd name="T72" fmla="*/ 425 w 643"/>
                  <a:gd name="T73" fmla="*/ 397 h 1051"/>
                  <a:gd name="T74" fmla="*/ 321 w 643"/>
                  <a:gd name="T75" fmla="*/ 89 h 1051"/>
                  <a:gd name="T76" fmla="*/ 291 w 643"/>
                  <a:gd name="T77" fmla="*/ 265 h 1051"/>
                  <a:gd name="T78" fmla="*/ 250 w 643"/>
                  <a:gd name="T79" fmla="*/ 255 h 1051"/>
                  <a:gd name="T80" fmla="*/ 269 w 643"/>
                  <a:gd name="T81" fmla="*/ 319 h 1051"/>
                  <a:gd name="T82" fmla="*/ 309 w 643"/>
                  <a:gd name="T83" fmla="*/ 323 h 1051"/>
                  <a:gd name="T84" fmla="*/ 270 w 643"/>
                  <a:gd name="T85" fmla="*/ 344 h 1051"/>
                  <a:gd name="T86" fmla="*/ 248 w 643"/>
                  <a:gd name="T87" fmla="*/ 231 h 1051"/>
                  <a:gd name="T88" fmla="*/ 202 w 643"/>
                  <a:gd name="T89" fmla="*/ 104 h 1051"/>
                  <a:gd name="T90" fmla="*/ 244 w 643"/>
                  <a:gd name="T91" fmla="*/ 100 h 1051"/>
                  <a:gd name="T92" fmla="*/ 227 w 643"/>
                  <a:gd name="T93" fmla="*/ 136 h 1051"/>
                  <a:gd name="T94" fmla="*/ 208 w 643"/>
                  <a:gd name="T95" fmla="*/ 127 h 1051"/>
                  <a:gd name="T96" fmla="*/ 264 w 643"/>
                  <a:gd name="T97" fmla="*/ 168 h 1051"/>
                  <a:gd name="T98" fmla="*/ 189 w 643"/>
                  <a:gd name="T99" fmla="*/ 219 h 1051"/>
                  <a:gd name="T100" fmla="*/ 202 w 643"/>
                  <a:gd name="T101" fmla="*/ 181 h 1051"/>
                  <a:gd name="T102" fmla="*/ 223 w 643"/>
                  <a:gd name="T103" fmla="*/ 178 h 1051"/>
                  <a:gd name="T104" fmla="*/ 202 w 643"/>
                  <a:gd name="T105" fmla="*/ 104 h 1051"/>
                  <a:gd name="T106" fmla="*/ 82 w 643"/>
                  <a:gd name="T107" fmla="*/ 150 h 1051"/>
                  <a:gd name="T108" fmla="*/ 175 w 643"/>
                  <a:gd name="T109" fmla="*/ 476 h 1051"/>
                  <a:gd name="T110" fmla="*/ 185 w 643"/>
                  <a:gd name="T111" fmla="*/ 509 h 1051"/>
                  <a:gd name="T112" fmla="*/ 181 w 643"/>
                  <a:gd name="T113" fmla="*/ 546 h 1051"/>
                  <a:gd name="T114" fmla="*/ 215 w 643"/>
                  <a:gd name="T115" fmla="*/ 585 h 1051"/>
                  <a:gd name="T116" fmla="*/ 289 w 643"/>
                  <a:gd name="T117" fmla="*/ 901 h 1051"/>
                  <a:gd name="T118" fmla="*/ 205 w 643"/>
                  <a:gd name="T119" fmla="*/ 580 h 10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43" h="1051">
                    <a:moveTo>
                      <a:pt x="628" y="891"/>
                    </a:moveTo>
                    <a:cubicBezTo>
                      <a:pt x="442" y="945"/>
                      <a:pt x="442" y="945"/>
                      <a:pt x="442" y="945"/>
                    </a:cubicBezTo>
                    <a:cubicBezTo>
                      <a:pt x="254" y="998"/>
                      <a:pt x="254" y="998"/>
                      <a:pt x="254" y="998"/>
                    </a:cubicBezTo>
                    <a:cubicBezTo>
                      <a:pt x="247" y="973"/>
                      <a:pt x="247" y="973"/>
                      <a:pt x="247" y="973"/>
                    </a:cubicBezTo>
                    <a:cubicBezTo>
                      <a:pt x="435" y="919"/>
                      <a:pt x="435" y="919"/>
                      <a:pt x="435" y="919"/>
                    </a:cubicBezTo>
                    <a:cubicBezTo>
                      <a:pt x="621" y="866"/>
                      <a:pt x="621" y="866"/>
                      <a:pt x="621" y="866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187" y="54"/>
                      <a:pt x="187" y="54"/>
                      <a:pt x="187" y="54"/>
                    </a:cubicBezTo>
                    <a:cubicBezTo>
                      <a:pt x="0" y="107"/>
                      <a:pt x="0" y="107"/>
                      <a:pt x="0" y="107"/>
                    </a:cubicBezTo>
                    <a:cubicBezTo>
                      <a:pt x="269" y="1051"/>
                      <a:pt x="269" y="1051"/>
                      <a:pt x="269" y="1051"/>
                    </a:cubicBezTo>
                    <a:cubicBezTo>
                      <a:pt x="457" y="998"/>
                      <a:pt x="457" y="998"/>
                      <a:pt x="457" y="998"/>
                    </a:cubicBezTo>
                    <a:cubicBezTo>
                      <a:pt x="643" y="945"/>
                      <a:pt x="643" y="945"/>
                      <a:pt x="643" y="945"/>
                    </a:cubicBezTo>
                    <a:lnTo>
                      <a:pt x="628" y="891"/>
                    </a:lnTo>
                    <a:close/>
                    <a:moveTo>
                      <a:pt x="314" y="695"/>
                    </a:moveTo>
                    <a:cubicBezTo>
                      <a:pt x="303" y="658"/>
                      <a:pt x="316" y="633"/>
                      <a:pt x="350" y="623"/>
                    </a:cubicBezTo>
                    <a:cubicBezTo>
                      <a:pt x="350" y="623"/>
                      <a:pt x="351" y="623"/>
                      <a:pt x="351" y="623"/>
                    </a:cubicBezTo>
                    <a:cubicBezTo>
                      <a:pt x="384" y="613"/>
                      <a:pt x="405" y="626"/>
                      <a:pt x="415" y="661"/>
                    </a:cubicBezTo>
                    <a:cubicBezTo>
                      <a:pt x="425" y="696"/>
                      <a:pt x="413" y="722"/>
                      <a:pt x="381" y="733"/>
                    </a:cubicBezTo>
                    <a:cubicBezTo>
                      <a:pt x="380" y="733"/>
                      <a:pt x="379" y="733"/>
                      <a:pt x="378" y="734"/>
                    </a:cubicBezTo>
                    <a:cubicBezTo>
                      <a:pt x="346" y="743"/>
                      <a:pt x="324" y="729"/>
                      <a:pt x="314" y="695"/>
                    </a:cubicBezTo>
                    <a:close/>
                    <a:moveTo>
                      <a:pt x="252" y="458"/>
                    </a:moveTo>
                    <a:cubicBezTo>
                      <a:pt x="236" y="401"/>
                      <a:pt x="236" y="401"/>
                      <a:pt x="236" y="401"/>
                    </a:cubicBezTo>
                    <a:cubicBezTo>
                      <a:pt x="234" y="395"/>
                      <a:pt x="232" y="393"/>
                      <a:pt x="228" y="395"/>
                    </a:cubicBezTo>
                    <a:cubicBezTo>
                      <a:pt x="226" y="395"/>
                      <a:pt x="224" y="396"/>
                      <a:pt x="224" y="396"/>
                    </a:cubicBezTo>
                    <a:cubicBezTo>
                      <a:pt x="221" y="394"/>
                      <a:pt x="221" y="394"/>
                      <a:pt x="221" y="394"/>
                    </a:cubicBezTo>
                    <a:cubicBezTo>
                      <a:pt x="219" y="382"/>
                      <a:pt x="219" y="382"/>
                      <a:pt x="219" y="382"/>
                    </a:cubicBezTo>
                    <a:cubicBezTo>
                      <a:pt x="241" y="376"/>
                      <a:pt x="241" y="376"/>
                      <a:pt x="241" y="376"/>
                    </a:cubicBezTo>
                    <a:cubicBezTo>
                      <a:pt x="250" y="373"/>
                      <a:pt x="273" y="366"/>
                      <a:pt x="273" y="366"/>
                    </a:cubicBezTo>
                    <a:cubicBezTo>
                      <a:pt x="276" y="381"/>
                      <a:pt x="276" y="381"/>
                      <a:pt x="276" y="381"/>
                    </a:cubicBezTo>
                    <a:cubicBezTo>
                      <a:pt x="269" y="384"/>
                      <a:pt x="268" y="386"/>
                      <a:pt x="270" y="392"/>
                    </a:cubicBezTo>
                    <a:cubicBezTo>
                      <a:pt x="274" y="412"/>
                      <a:pt x="274" y="412"/>
                      <a:pt x="274" y="412"/>
                    </a:cubicBezTo>
                    <a:cubicBezTo>
                      <a:pt x="288" y="408"/>
                      <a:pt x="288" y="408"/>
                      <a:pt x="288" y="408"/>
                    </a:cubicBezTo>
                    <a:cubicBezTo>
                      <a:pt x="289" y="408"/>
                      <a:pt x="289" y="408"/>
                      <a:pt x="289" y="408"/>
                    </a:cubicBezTo>
                    <a:cubicBezTo>
                      <a:pt x="296" y="406"/>
                      <a:pt x="299" y="405"/>
                      <a:pt x="302" y="404"/>
                    </a:cubicBezTo>
                    <a:cubicBezTo>
                      <a:pt x="296" y="385"/>
                      <a:pt x="296" y="385"/>
                      <a:pt x="296" y="385"/>
                    </a:cubicBezTo>
                    <a:cubicBezTo>
                      <a:pt x="295" y="378"/>
                      <a:pt x="293" y="377"/>
                      <a:pt x="288" y="378"/>
                    </a:cubicBezTo>
                    <a:cubicBezTo>
                      <a:pt x="284" y="379"/>
                      <a:pt x="284" y="379"/>
                      <a:pt x="284" y="379"/>
                    </a:cubicBezTo>
                    <a:cubicBezTo>
                      <a:pt x="282" y="378"/>
                      <a:pt x="282" y="378"/>
                      <a:pt x="282" y="378"/>
                    </a:cubicBezTo>
                    <a:cubicBezTo>
                      <a:pt x="280" y="365"/>
                      <a:pt x="280" y="365"/>
                      <a:pt x="280" y="365"/>
                    </a:cubicBezTo>
                    <a:cubicBezTo>
                      <a:pt x="306" y="358"/>
                      <a:pt x="306" y="358"/>
                      <a:pt x="306" y="358"/>
                    </a:cubicBezTo>
                    <a:cubicBezTo>
                      <a:pt x="313" y="356"/>
                      <a:pt x="335" y="349"/>
                      <a:pt x="335" y="349"/>
                    </a:cubicBezTo>
                    <a:cubicBezTo>
                      <a:pt x="338" y="363"/>
                      <a:pt x="338" y="363"/>
                      <a:pt x="338" y="363"/>
                    </a:cubicBezTo>
                    <a:cubicBezTo>
                      <a:pt x="330" y="367"/>
                      <a:pt x="329" y="369"/>
                      <a:pt x="331" y="375"/>
                    </a:cubicBezTo>
                    <a:cubicBezTo>
                      <a:pt x="333" y="388"/>
                      <a:pt x="340" y="412"/>
                      <a:pt x="346" y="434"/>
                    </a:cubicBezTo>
                    <a:cubicBezTo>
                      <a:pt x="348" y="442"/>
                      <a:pt x="350" y="444"/>
                      <a:pt x="355" y="443"/>
                    </a:cubicBezTo>
                    <a:cubicBezTo>
                      <a:pt x="357" y="442"/>
                      <a:pt x="360" y="441"/>
                      <a:pt x="360" y="441"/>
                    </a:cubicBezTo>
                    <a:cubicBezTo>
                      <a:pt x="361" y="443"/>
                      <a:pt x="361" y="443"/>
                      <a:pt x="361" y="443"/>
                    </a:cubicBezTo>
                    <a:cubicBezTo>
                      <a:pt x="364" y="457"/>
                      <a:pt x="364" y="457"/>
                      <a:pt x="364" y="457"/>
                    </a:cubicBezTo>
                    <a:cubicBezTo>
                      <a:pt x="364" y="457"/>
                      <a:pt x="349" y="461"/>
                      <a:pt x="336" y="464"/>
                    </a:cubicBezTo>
                    <a:cubicBezTo>
                      <a:pt x="328" y="466"/>
                      <a:pt x="308" y="472"/>
                      <a:pt x="308" y="472"/>
                    </a:cubicBezTo>
                    <a:cubicBezTo>
                      <a:pt x="306" y="458"/>
                      <a:pt x="306" y="458"/>
                      <a:pt x="306" y="458"/>
                    </a:cubicBezTo>
                    <a:cubicBezTo>
                      <a:pt x="314" y="455"/>
                      <a:pt x="316" y="451"/>
                      <a:pt x="313" y="442"/>
                    </a:cubicBezTo>
                    <a:cubicBezTo>
                      <a:pt x="308" y="426"/>
                      <a:pt x="308" y="426"/>
                      <a:pt x="308" y="426"/>
                    </a:cubicBezTo>
                    <a:cubicBezTo>
                      <a:pt x="308" y="426"/>
                      <a:pt x="302" y="427"/>
                      <a:pt x="299" y="428"/>
                    </a:cubicBezTo>
                    <a:cubicBezTo>
                      <a:pt x="298" y="429"/>
                      <a:pt x="296" y="429"/>
                      <a:pt x="295" y="429"/>
                    </a:cubicBezTo>
                    <a:cubicBezTo>
                      <a:pt x="289" y="432"/>
                      <a:pt x="280" y="435"/>
                      <a:pt x="280" y="435"/>
                    </a:cubicBezTo>
                    <a:cubicBezTo>
                      <a:pt x="285" y="452"/>
                      <a:pt x="285" y="452"/>
                      <a:pt x="285" y="452"/>
                    </a:cubicBezTo>
                    <a:cubicBezTo>
                      <a:pt x="288" y="461"/>
                      <a:pt x="289" y="463"/>
                      <a:pt x="293" y="461"/>
                    </a:cubicBezTo>
                    <a:cubicBezTo>
                      <a:pt x="296" y="461"/>
                      <a:pt x="298" y="460"/>
                      <a:pt x="298" y="460"/>
                    </a:cubicBezTo>
                    <a:cubicBezTo>
                      <a:pt x="299" y="461"/>
                      <a:pt x="299" y="461"/>
                      <a:pt x="299" y="461"/>
                    </a:cubicBezTo>
                    <a:cubicBezTo>
                      <a:pt x="302" y="475"/>
                      <a:pt x="302" y="475"/>
                      <a:pt x="302" y="475"/>
                    </a:cubicBezTo>
                    <a:cubicBezTo>
                      <a:pt x="302" y="475"/>
                      <a:pt x="282" y="480"/>
                      <a:pt x="275" y="482"/>
                    </a:cubicBezTo>
                    <a:cubicBezTo>
                      <a:pt x="265" y="485"/>
                      <a:pt x="248" y="490"/>
                      <a:pt x="248" y="490"/>
                    </a:cubicBezTo>
                    <a:cubicBezTo>
                      <a:pt x="246" y="476"/>
                      <a:pt x="246" y="476"/>
                      <a:pt x="246" y="476"/>
                    </a:cubicBezTo>
                    <a:cubicBezTo>
                      <a:pt x="253" y="470"/>
                      <a:pt x="254" y="467"/>
                      <a:pt x="252" y="458"/>
                    </a:cubicBezTo>
                    <a:close/>
                    <a:moveTo>
                      <a:pt x="313" y="493"/>
                    </a:moveTo>
                    <a:cubicBezTo>
                      <a:pt x="313" y="493"/>
                      <a:pt x="314" y="493"/>
                      <a:pt x="314" y="493"/>
                    </a:cubicBezTo>
                    <a:cubicBezTo>
                      <a:pt x="347" y="484"/>
                      <a:pt x="368" y="497"/>
                      <a:pt x="378" y="531"/>
                    </a:cubicBezTo>
                    <a:cubicBezTo>
                      <a:pt x="388" y="567"/>
                      <a:pt x="376" y="592"/>
                      <a:pt x="344" y="603"/>
                    </a:cubicBezTo>
                    <a:cubicBezTo>
                      <a:pt x="343" y="603"/>
                      <a:pt x="342" y="604"/>
                      <a:pt x="341" y="604"/>
                    </a:cubicBezTo>
                    <a:cubicBezTo>
                      <a:pt x="309" y="613"/>
                      <a:pt x="287" y="599"/>
                      <a:pt x="277" y="565"/>
                    </a:cubicBezTo>
                    <a:cubicBezTo>
                      <a:pt x="267" y="529"/>
                      <a:pt x="279" y="503"/>
                      <a:pt x="313" y="493"/>
                    </a:cubicBezTo>
                    <a:close/>
                    <a:moveTo>
                      <a:pt x="456" y="851"/>
                    </a:moveTo>
                    <a:cubicBezTo>
                      <a:pt x="456" y="851"/>
                      <a:pt x="438" y="855"/>
                      <a:pt x="418" y="861"/>
                    </a:cubicBezTo>
                    <a:cubicBezTo>
                      <a:pt x="408" y="863"/>
                      <a:pt x="408" y="863"/>
                      <a:pt x="408" y="863"/>
                    </a:cubicBezTo>
                    <a:cubicBezTo>
                      <a:pt x="391" y="868"/>
                      <a:pt x="374" y="875"/>
                      <a:pt x="374" y="875"/>
                    </a:cubicBezTo>
                    <a:cubicBezTo>
                      <a:pt x="371" y="859"/>
                      <a:pt x="371" y="859"/>
                      <a:pt x="371" y="859"/>
                    </a:cubicBezTo>
                    <a:cubicBezTo>
                      <a:pt x="379" y="856"/>
                      <a:pt x="380" y="852"/>
                      <a:pt x="378" y="842"/>
                    </a:cubicBezTo>
                    <a:cubicBezTo>
                      <a:pt x="362" y="787"/>
                      <a:pt x="362" y="787"/>
                      <a:pt x="362" y="787"/>
                    </a:cubicBezTo>
                    <a:cubicBezTo>
                      <a:pt x="360" y="780"/>
                      <a:pt x="358" y="779"/>
                      <a:pt x="354" y="780"/>
                    </a:cubicBezTo>
                    <a:cubicBezTo>
                      <a:pt x="352" y="781"/>
                      <a:pt x="350" y="782"/>
                      <a:pt x="350" y="782"/>
                    </a:cubicBezTo>
                    <a:cubicBezTo>
                      <a:pt x="348" y="780"/>
                      <a:pt x="348" y="780"/>
                      <a:pt x="348" y="780"/>
                    </a:cubicBezTo>
                    <a:cubicBezTo>
                      <a:pt x="346" y="767"/>
                      <a:pt x="346" y="767"/>
                      <a:pt x="346" y="767"/>
                    </a:cubicBezTo>
                    <a:cubicBezTo>
                      <a:pt x="372" y="760"/>
                      <a:pt x="372" y="760"/>
                      <a:pt x="372" y="760"/>
                    </a:cubicBezTo>
                    <a:cubicBezTo>
                      <a:pt x="375" y="759"/>
                      <a:pt x="382" y="757"/>
                      <a:pt x="388" y="755"/>
                    </a:cubicBezTo>
                    <a:cubicBezTo>
                      <a:pt x="397" y="752"/>
                      <a:pt x="406" y="749"/>
                      <a:pt x="406" y="749"/>
                    </a:cubicBezTo>
                    <a:cubicBezTo>
                      <a:pt x="408" y="765"/>
                      <a:pt x="408" y="765"/>
                      <a:pt x="408" y="765"/>
                    </a:cubicBezTo>
                    <a:cubicBezTo>
                      <a:pt x="397" y="770"/>
                      <a:pt x="395" y="772"/>
                      <a:pt x="396" y="778"/>
                    </a:cubicBezTo>
                    <a:cubicBezTo>
                      <a:pt x="399" y="789"/>
                      <a:pt x="401" y="800"/>
                      <a:pt x="405" y="815"/>
                    </a:cubicBezTo>
                    <a:cubicBezTo>
                      <a:pt x="412" y="837"/>
                      <a:pt x="412" y="837"/>
                      <a:pt x="412" y="837"/>
                    </a:cubicBezTo>
                    <a:cubicBezTo>
                      <a:pt x="413" y="840"/>
                      <a:pt x="415" y="841"/>
                      <a:pt x="419" y="840"/>
                    </a:cubicBezTo>
                    <a:cubicBezTo>
                      <a:pt x="430" y="837"/>
                      <a:pt x="432" y="831"/>
                      <a:pt x="427" y="809"/>
                    </a:cubicBezTo>
                    <a:cubicBezTo>
                      <a:pt x="447" y="801"/>
                      <a:pt x="447" y="801"/>
                      <a:pt x="447" y="801"/>
                    </a:cubicBezTo>
                    <a:cubicBezTo>
                      <a:pt x="450" y="803"/>
                      <a:pt x="450" y="803"/>
                      <a:pt x="450" y="803"/>
                    </a:cubicBezTo>
                    <a:cubicBezTo>
                      <a:pt x="450" y="803"/>
                      <a:pt x="453" y="825"/>
                      <a:pt x="459" y="848"/>
                    </a:cubicBezTo>
                    <a:lnTo>
                      <a:pt x="456" y="851"/>
                    </a:lnTo>
                    <a:close/>
                    <a:moveTo>
                      <a:pt x="459" y="516"/>
                    </a:moveTo>
                    <a:cubicBezTo>
                      <a:pt x="548" y="828"/>
                      <a:pt x="548" y="828"/>
                      <a:pt x="548" y="828"/>
                    </a:cubicBezTo>
                    <a:cubicBezTo>
                      <a:pt x="549" y="832"/>
                      <a:pt x="546" y="836"/>
                      <a:pt x="543" y="837"/>
                    </a:cubicBezTo>
                    <a:cubicBezTo>
                      <a:pt x="539" y="838"/>
                      <a:pt x="534" y="836"/>
                      <a:pt x="533" y="832"/>
                    </a:cubicBezTo>
                    <a:cubicBezTo>
                      <a:pt x="444" y="520"/>
                      <a:pt x="444" y="520"/>
                      <a:pt x="444" y="520"/>
                    </a:cubicBezTo>
                    <a:cubicBezTo>
                      <a:pt x="443" y="516"/>
                      <a:pt x="445" y="512"/>
                      <a:pt x="449" y="511"/>
                    </a:cubicBezTo>
                    <a:cubicBezTo>
                      <a:pt x="453" y="510"/>
                      <a:pt x="457" y="512"/>
                      <a:pt x="459" y="516"/>
                    </a:cubicBezTo>
                    <a:close/>
                    <a:moveTo>
                      <a:pt x="454" y="453"/>
                    </a:moveTo>
                    <a:cubicBezTo>
                      <a:pt x="457" y="464"/>
                      <a:pt x="451" y="475"/>
                      <a:pt x="440" y="478"/>
                    </a:cubicBezTo>
                    <a:cubicBezTo>
                      <a:pt x="429" y="481"/>
                      <a:pt x="418" y="475"/>
                      <a:pt x="415" y="464"/>
                    </a:cubicBezTo>
                    <a:cubicBezTo>
                      <a:pt x="412" y="453"/>
                      <a:pt x="418" y="442"/>
                      <a:pt x="429" y="439"/>
                    </a:cubicBezTo>
                    <a:cubicBezTo>
                      <a:pt x="439" y="436"/>
                      <a:pt x="450" y="442"/>
                      <a:pt x="454" y="453"/>
                    </a:cubicBezTo>
                    <a:close/>
                    <a:moveTo>
                      <a:pt x="326" y="80"/>
                    </a:moveTo>
                    <a:cubicBezTo>
                      <a:pt x="330" y="79"/>
                      <a:pt x="334" y="81"/>
                      <a:pt x="336" y="85"/>
                    </a:cubicBezTo>
                    <a:cubicBezTo>
                      <a:pt x="425" y="397"/>
                      <a:pt x="425" y="397"/>
                      <a:pt x="425" y="397"/>
                    </a:cubicBezTo>
                    <a:cubicBezTo>
                      <a:pt x="426" y="401"/>
                      <a:pt x="424" y="405"/>
                      <a:pt x="420" y="406"/>
                    </a:cubicBezTo>
                    <a:cubicBezTo>
                      <a:pt x="416" y="408"/>
                      <a:pt x="412" y="405"/>
                      <a:pt x="410" y="401"/>
                    </a:cubicBezTo>
                    <a:cubicBezTo>
                      <a:pt x="321" y="89"/>
                      <a:pt x="321" y="89"/>
                      <a:pt x="321" y="89"/>
                    </a:cubicBezTo>
                    <a:cubicBezTo>
                      <a:pt x="320" y="85"/>
                      <a:pt x="322" y="81"/>
                      <a:pt x="326" y="80"/>
                    </a:cubicBezTo>
                    <a:close/>
                    <a:moveTo>
                      <a:pt x="286" y="228"/>
                    </a:moveTo>
                    <a:cubicBezTo>
                      <a:pt x="286" y="228"/>
                      <a:pt x="287" y="244"/>
                      <a:pt x="291" y="265"/>
                    </a:cubicBezTo>
                    <a:cubicBezTo>
                      <a:pt x="267" y="273"/>
                      <a:pt x="267" y="273"/>
                      <a:pt x="267" y="273"/>
                    </a:cubicBezTo>
                    <a:cubicBezTo>
                      <a:pt x="267" y="273"/>
                      <a:pt x="266" y="269"/>
                      <a:pt x="264" y="264"/>
                    </a:cubicBezTo>
                    <a:cubicBezTo>
                      <a:pt x="262" y="255"/>
                      <a:pt x="258" y="252"/>
                      <a:pt x="250" y="255"/>
                    </a:cubicBezTo>
                    <a:cubicBezTo>
                      <a:pt x="248" y="255"/>
                      <a:pt x="247" y="256"/>
                      <a:pt x="245" y="257"/>
                    </a:cubicBezTo>
                    <a:cubicBezTo>
                      <a:pt x="263" y="319"/>
                      <a:pt x="263" y="319"/>
                      <a:pt x="263" y="319"/>
                    </a:cubicBezTo>
                    <a:cubicBezTo>
                      <a:pt x="265" y="319"/>
                      <a:pt x="267" y="319"/>
                      <a:pt x="269" y="319"/>
                    </a:cubicBezTo>
                    <a:cubicBezTo>
                      <a:pt x="277" y="316"/>
                      <a:pt x="279" y="310"/>
                      <a:pt x="276" y="296"/>
                    </a:cubicBezTo>
                    <a:cubicBezTo>
                      <a:pt x="301" y="287"/>
                      <a:pt x="301" y="287"/>
                      <a:pt x="301" y="287"/>
                    </a:cubicBezTo>
                    <a:cubicBezTo>
                      <a:pt x="301" y="287"/>
                      <a:pt x="305" y="307"/>
                      <a:pt x="309" y="323"/>
                    </a:cubicBezTo>
                    <a:cubicBezTo>
                      <a:pt x="308" y="326"/>
                      <a:pt x="308" y="326"/>
                      <a:pt x="308" y="326"/>
                    </a:cubicBezTo>
                    <a:cubicBezTo>
                      <a:pt x="308" y="326"/>
                      <a:pt x="292" y="338"/>
                      <a:pt x="270" y="344"/>
                    </a:cubicBezTo>
                    <a:cubicBezTo>
                      <a:pt x="270" y="344"/>
                      <a:pt x="270" y="344"/>
                      <a:pt x="270" y="344"/>
                    </a:cubicBezTo>
                    <a:cubicBezTo>
                      <a:pt x="240" y="352"/>
                      <a:pt x="217" y="338"/>
                      <a:pt x="207" y="304"/>
                    </a:cubicBezTo>
                    <a:cubicBezTo>
                      <a:pt x="198" y="271"/>
                      <a:pt x="209" y="246"/>
                      <a:pt x="239" y="234"/>
                    </a:cubicBezTo>
                    <a:cubicBezTo>
                      <a:pt x="242" y="233"/>
                      <a:pt x="245" y="232"/>
                      <a:pt x="248" y="231"/>
                    </a:cubicBezTo>
                    <a:cubicBezTo>
                      <a:pt x="262" y="227"/>
                      <a:pt x="284" y="225"/>
                      <a:pt x="284" y="225"/>
                    </a:cubicBezTo>
                    <a:lnTo>
                      <a:pt x="286" y="228"/>
                    </a:lnTo>
                    <a:close/>
                    <a:moveTo>
                      <a:pt x="202" y="104"/>
                    </a:moveTo>
                    <a:cubicBezTo>
                      <a:pt x="204" y="103"/>
                      <a:pt x="207" y="102"/>
                      <a:pt x="209" y="102"/>
                    </a:cubicBezTo>
                    <a:cubicBezTo>
                      <a:pt x="227" y="97"/>
                      <a:pt x="241" y="97"/>
                      <a:pt x="241" y="97"/>
                    </a:cubicBezTo>
                    <a:cubicBezTo>
                      <a:pt x="244" y="100"/>
                      <a:pt x="244" y="100"/>
                      <a:pt x="244" y="100"/>
                    </a:cubicBezTo>
                    <a:cubicBezTo>
                      <a:pt x="244" y="100"/>
                      <a:pt x="245" y="115"/>
                      <a:pt x="248" y="130"/>
                    </a:cubicBezTo>
                    <a:cubicBezTo>
                      <a:pt x="230" y="137"/>
                      <a:pt x="230" y="137"/>
                      <a:pt x="230" y="137"/>
                    </a:cubicBezTo>
                    <a:cubicBezTo>
                      <a:pt x="227" y="136"/>
                      <a:pt x="227" y="136"/>
                      <a:pt x="227" y="136"/>
                    </a:cubicBezTo>
                    <a:cubicBezTo>
                      <a:pt x="226" y="134"/>
                      <a:pt x="226" y="134"/>
                      <a:pt x="226" y="134"/>
                    </a:cubicBezTo>
                    <a:cubicBezTo>
                      <a:pt x="224" y="126"/>
                      <a:pt x="219" y="124"/>
                      <a:pt x="211" y="126"/>
                    </a:cubicBezTo>
                    <a:cubicBezTo>
                      <a:pt x="210" y="126"/>
                      <a:pt x="209" y="126"/>
                      <a:pt x="208" y="127"/>
                    </a:cubicBezTo>
                    <a:cubicBezTo>
                      <a:pt x="212" y="142"/>
                      <a:pt x="212" y="142"/>
                      <a:pt x="212" y="142"/>
                    </a:cubicBezTo>
                    <a:cubicBezTo>
                      <a:pt x="217" y="143"/>
                      <a:pt x="222" y="144"/>
                      <a:pt x="228" y="145"/>
                    </a:cubicBezTo>
                    <a:cubicBezTo>
                      <a:pt x="243" y="146"/>
                      <a:pt x="259" y="150"/>
                      <a:pt x="264" y="168"/>
                    </a:cubicBezTo>
                    <a:cubicBezTo>
                      <a:pt x="270" y="187"/>
                      <a:pt x="258" y="203"/>
                      <a:pt x="233" y="213"/>
                    </a:cubicBezTo>
                    <a:cubicBezTo>
                      <a:pt x="230" y="214"/>
                      <a:pt x="227" y="216"/>
                      <a:pt x="223" y="217"/>
                    </a:cubicBezTo>
                    <a:cubicBezTo>
                      <a:pt x="204" y="222"/>
                      <a:pt x="189" y="219"/>
                      <a:pt x="189" y="219"/>
                    </a:cubicBezTo>
                    <a:cubicBezTo>
                      <a:pt x="186" y="216"/>
                      <a:pt x="186" y="216"/>
                      <a:pt x="186" y="216"/>
                    </a:cubicBezTo>
                    <a:cubicBezTo>
                      <a:pt x="186" y="216"/>
                      <a:pt x="184" y="199"/>
                      <a:pt x="182" y="188"/>
                    </a:cubicBezTo>
                    <a:cubicBezTo>
                      <a:pt x="202" y="181"/>
                      <a:pt x="202" y="181"/>
                      <a:pt x="202" y="181"/>
                    </a:cubicBezTo>
                    <a:cubicBezTo>
                      <a:pt x="206" y="192"/>
                      <a:pt x="212" y="196"/>
                      <a:pt x="221" y="193"/>
                    </a:cubicBezTo>
                    <a:cubicBezTo>
                      <a:pt x="224" y="193"/>
                      <a:pt x="225" y="192"/>
                      <a:pt x="227" y="191"/>
                    </a:cubicBezTo>
                    <a:cubicBezTo>
                      <a:pt x="223" y="178"/>
                      <a:pt x="223" y="178"/>
                      <a:pt x="223" y="178"/>
                    </a:cubicBezTo>
                    <a:cubicBezTo>
                      <a:pt x="218" y="176"/>
                      <a:pt x="210" y="176"/>
                      <a:pt x="202" y="174"/>
                    </a:cubicBezTo>
                    <a:cubicBezTo>
                      <a:pt x="188" y="172"/>
                      <a:pt x="173" y="168"/>
                      <a:pt x="169" y="151"/>
                    </a:cubicBezTo>
                    <a:cubicBezTo>
                      <a:pt x="163" y="132"/>
                      <a:pt x="176" y="113"/>
                      <a:pt x="202" y="104"/>
                    </a:cubicBezTo>
                    <a:close/>
                    <a:moveTo>
                      <a:pt x="166" y="471"/>
                    </a:moveTo>
                    <a:cubicBezTo>
                      <a:pt x="77" y="159"/>
                      <a:pt x="77" y="159"/>
                      <a:pt x="77" y="159"/>
                    </a:cubicBezTo>
                    <a:cubicBezTo>
                      <a:pt x="76" y="155"/>
                      <a:pt x="78" y="151"/>
                      <a:pt x="82" y="150"/>
                    </a:cubicBezTo>
                    <a:cubicBezTo>
                      <a:pt x="86" y="148"/>
                      <a:pt x="90" y="151"/>
                      <a:pt x="91" y="155"/>
                    </a:cubicBezTo>
                    <a:cubicBezTo>
                      <a:pt x="180" y="467"/>
                      <a:pt x="180" y="467"/>
                      <a:pt x="180" y="467"/>
                    </a:cubicBezTo>
                    <a:cubicBezTo>
                      <a:pt x="182" y="471"/>
                      <a:pt x="179" y="475"/>
                      <a:pt x="175" y="476"/>
                    </a:cubicBezTo>
                    <a:cubicBezTo>
                      <a:pt x="172" y="477"/>
                      <a:pt x="167" y="475"/>
                      <a:pt x="166" y="471"/>
                    </a:cubicBezTo>
                    <a:close/>
                    <a:moveTo>
                      <a:pt x="171" y="533"/>
                    </a:moveTo>
                    <a:cubicBezTo>
                      <a:pt x="168" y="523"/>
                      <a:pt x="174" y="512"/>
                      <a:pt x="185" y="509"/>
                    </a:cubicBezTo>
                    <a:cubicBezTo>
                      <a:pt x="196" y="506"/>
                      <a:pt x="207" y="512"/>
                      <a:pt x="210" y="522"/>
                    </a:cubicBezTo>
                    <a:cubicBezTo>
                      <a:pt x="213" y="533"/>
                      <a:pt x="207" y="544"/>
                      <a:pt x="196" y="547"/>
                    </a:cubicBezTo>
                    <a:cubicBezTo>
                      <a:pt x="191" y="549"/>
                      <a:pt x="185" y="548"/>
                      <a:pt x="181" y="546"/>
                    </a:cubicBezTo>
                    <a:cubicBezTo>
                      <a:pt x="176" y="543"/>
                      <a:pt x="173" y="539"/>
                      <a:pt x="171" y="533"/>
                    </a:cubicBezTo>
                    <a:close/>
                    <a:moveTo>
                      <a:pt x="205" y="580"/>
                    </a:moveTo>
                    <a:cubicBezTo>
                      <a:pt x="209" y="579"/>
                      <a:pt x="213" y="581"/>
                      <a:pt x="215" y="585"/>
                    </a:cubicBezTo>
                    <a:cubicBezTo>
                      <a:pt x="304" y="897"/>
                      <a:pt x="304" y="897"/>
                      <a:pt x="304" y="897"/>
                    </a:cubicBezTo>
                    <a:cubicBezTo>
                      <a:pt x="305" y="901"/>
                      <a:pt x="302" y="905"/>
                      <a:pt x="299" y="907"/>
                    </a:cubicBezTo>
                    <a:cubicBezTo>
                      <a:pt x="295" y="908"/>
                      <a:pt x="291" y="905"/>
                      <a:pt x="289" y="901"/>
                    </a:cubicBezTo>
                    <a:cubicBezTo>
                      <a:pt x="200" y="589"/>
                      <a:pt x="200" y="589"/>
                      <a:pt x="200" y="589"/>
                    </a:cubicBezTo>
                    <a:cubicBezTo>
                      <a:pt x="199" y="585"/>
                      <a:pt x="201" y="581"/>
                      <a:pt x="205" y="580"/>
                    </a:cubicBezTo>
                    <a:close/>
                    <a:moveTo>
                      <a:pt x="205" y="580"/>
                    </a:moveTo>
                    <a:cubicBezTo>
                      <a:pt x="205" y="580"/>
                      <a:pt x="205" y="580"/>
                      <a:pt x="205" y="580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6" name="Freeform 219"/>
              <p:cNvSpPr>
                <a:spLocks noEditPoints="1"/>
              </p:cNvSpPr>
              <p:nvPr userDrawn="1"/>
            </p:nvSpPr>
            <p:spPr bwMode="auto">
              <a:xfrm>
                <a:off x="1705" y="963"/>
                <a:ext cx="382" cy="132"/>
              </a:xfrm>
              <a:custGeom>
                <a:avLst/>
                <a:gdLst>
                  <a:gd name="T0" fmla="*/ 375 w 382"/>
                  <a:gd name="T1" fmla="*/ 0 h 132"/>
                  <a:gd name="T2" fmla="*/ 188 w 382"/>
                  <a:gd name="T3" fmla="*/ 53 h 132"/>
                  <a:gd name="T4" fmla="*/ 0 w 382"/>
                  <a:gd name="T5" fmla="*/ 107 h 132"/>
                  <a:gd name="T6" fmla="*/ 8 w 382"/>
                  <a:gd name="T7" fmla="*/ 132 h 132"/>
                  <a:gd name="T8" fmla="*/ 195 w 382"/>
                  <a:gd name="T9" fmla="*/ 79 h 132"/>
                  <a:gd name="T10" fmla="*/ 382 w 382"/>
                  <a:gd name="T11" fmla="*/ 25 h 132"/>
                  <a:gd name="T12" fmla="*/ 375 w 382"/>
                  <a:gd name="T13" fmla="*/ 0 h 132"/>
                  <a:gd name="T14" fmla="*/ 375 w 382"/>
                  <a:gd name="T15" fmla="*/ 0 h 132"/>
                  <a:gd name="T16" fmla="*/ 375 w 382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82" h="132">
                    <a:moveTo>
                      <a:pt x="375" y="0"/>
                    </a:moveTo>
                    <a:lnTo>
                      <a:pt x="188" y="53"/>
                    </a:lnTo>
                    <a:lnTo>
                      <a:pt x="0" y="107"/>
                    </a:lnTo>
                    <a:lnTo>
                      <a:pt x="8" y="132"/>
                    </a:lnTo>
                    <a:lnTo>
                      <a:pt x="195" y="79"/>
                    </a:lnTo>
                    <a:lnTo>
                      <a:pt x="382" y="25"/>
                    </a:lnTo>
                    <a:lnTo>
                      <a:pt x="375" y="0"/>
                    </a:lnTo>
                    <a:close/>
                    <a:moveTo>
                      <a:pt x="375" y="0"/>
                    </a:moveTo>
                    <a:lnTo>
                      <a:pt x="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7" name="Freeform 220"/>
              <p:cNvSpPr>
                <a:spLocks noEditPoints="1"/>
              </p:cNvSpPr>
              <p:nvPr userDrawn="1"/>
            </p:nvSpPr>
            <p:spPr bwMode="auto">
              <a:xfrm>
                <a:off x="1705" y="963"/>
                <a:ext cx="382" cy="132"/>
              </a:xfrm>
              <a:custGeom>
                <a:avLst/>
                <a:gdLst>
                  <a:gd name="T0" fmla="*/ 375 w 382"/>
                  <a:gd name="T1" fmla="*/ 0 h 132"/>
                  <a:gd name="T2" fmla="*/ 188 w 382"/>
                  <a:gd name="T3" fmla="*/ 53 h 132"/>
                  <a:gd name="T4" fmla="*/ 0 w 382"/>
                  <a:gd name="T5" fmla="*/ 107 h 132"/>
                  <a:gd name="T6" fmla="*/ 8 w 382"/>
                  <a:gd name="T7" fmla="*/ 132 h 132"/>
                  <a:gd name="T8" fmla="*/ 195 w 382"/>
                  <a:gd name="T9" fmla="*/ 79 h 132"/>
                  <a:gd name="T10" fmla="*/ 382 w 382"/>
                  <a:gd name="T11" fmla="*/ 25 h 132"/>
                  <a:gd name="T12" fmla="*/ 375 w 382"/>
                  <a:gd name="T13" fmla="*/ 0 h 132"/>
                  <a:gd name="T14" fmla="*/ 375 w 382"/>
                  <a:gd name="T15" fmla="*/ 0 h 132"/>
                  <a:gd name="T16" fmla="*/ 375 w 382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82" h="132">
                    <a:moveTo>
                      <a:pt x="375" y="0"/>
                    </a:moveTo>
                    <a:lnTo>
                      <a:pt x="188" y="53"/>
                    </a:lnTo>
                    <a:lnTo>
                      <a:pt x="0" y="107"/>
                    </a:lnTo>
                    <a:lnTo>
                      <a:pt x="8" y="132"/>
                    </a:lnTo>
                    <a:lnTo>
                      <a:pt x="195" y="79"/>
                    </a:lnTo>
                    <a:lnTo>
                      <a:pt x="382" y="25"/>
                    </a:lnTo>
                    <a:lnTo>
                      <a:pt x="375" y="0"/>
                    </a:lnTo>
                    <a:moveTo>
                      <a:pt x="375" y="0"/>
                    </a:moveTo>
                    <a:lnTo>
                      <a:pt x="37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18" name="Freeform 232"/>
            <p:cNvSpPr>
              <a:spLocks noEditPoints="1"/>
            </p:cNvSpPr>
            <p:nvPr/>
          </p:nvSpPr>
          <p:spPr bwMode="auto">
            <a:xfrm>
              <a:off x="2828926" y="2614955"/>
              <a:ext cx="168275" cy="522288"/>
            </a:xfrm>
            <a:custGeom>
              <a:avLst/>
              <a:gdLst>
                <a:gd name="T0" fmla="*/ 99 w 106"/>
                <a:gd name="T1" fmla="*/ 327 h 329"/>
                <a:gd name="T2" fmla="*/ 104 w 106"/>
                <a:gd name="T3" fmla="*/ 318 h 329"/>
                <a:gd name="T4" fmla="*/ 15 w 106"/>
                <a:gd name="T5" fmla="*/ 6 h 329"/>
                <a:gd name="T6" fmla="*/ 6 w 106"/>
                <a:gd name="T7" fmla="*/ 1 h 329"/>
                <a:gd name="T8" fmla="*/ 1 w 106"/>
                <a:gd name="T9" fmla="*/ 10 h 329"/>
                <a:gd name="T10" fmla="*/ 90 w 106"/>
                <a:gd name="T11" fmla="*/ 322 h 329"/>
                <a:gd name="T12" fmla="*/ 99 w 106"/>
                <a:gd name="T13" fmla="*/ 327 h 329"/>
                <a:gd name="T14" fmla="*/ 99 w 106"/>
                <a:gd name="T15" fmla="*/ 327 h 329"/>
                <a:gd name="T16" fmla="*/ 99 w 106"/>
                <a:gd name="T17" fmla="*/ 327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329">
                  <a:moveTo>
                    <a:pt x="99" y="327"/>
                  </a:moveTo>
                  <a:cubicBezTo>
                    <a:pt x="103" y="326"/>
                    <a:pt x="106" y="322"/>
                    <a:pt x="104" y="318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4" y="2"/>
                    <a:pt x="10" y="0"/>
                    <a:pt x="6" y="1"/>
                  </a:cubicBezTo>
                  <a:cubicBezTo>
                    <a:pt x="2" y="2"/>
                    <a:pt x="0" y="6"/>
                    <a:pt x="1" y="10"/>
                  </a:cubicBezTo>
                  <a:cubicBezTo>
                    <a:pt x="90" y="322"/>
                    <a:pt x="90" y="322"/>
                    <a:pt x="90" y="322"/>
                  </a:cubicBezTo>
                  <a:cubicBezTo>
                    <a:pt x="91" y="326"/>
                    <a:pt x="95" y="329"/>
                    <a:pt x="99" y="327"/>
                  </a:cubicBezTo>
                  <a:close/>
                  <a:moveTo>
                    <a:pt x="99" y="327"/>
                  </a:moveTo>
                  <a:cubicBezTo>
                    <a:pt x="99" y="327"/>
                    <a:pt x="99" y="327"/>
                    <a:pt x="99" y="327"/>
                  </a:cubicBezTo>
                </a:path>
              </a:pathLst>
            </a:custGeom>
            <a:solidFill>
              <a:srgbClr val="FD59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9" name="Freeform 233"/>
            <p:cNvSpPr>
              <a:spLocks noEditPoints="1"/>
            </p:cNvSpPr>
            <p:nvPr/>
          </p:nvSpPr>
          <p:spPr bwMode="auto">
            <a:xfrm>
              <a:off x="3025247" y="3293161"/>
              <a:ext cx="166688" cy="520700"/>
            </a:xfrm>
            <a:custGeom>
              <a:avLst/>
              <a:gdLst>
                <a:gd name="T0" fmla="*/ 6 w 106"/>
                <a:gd name="T1" fmla="*/ 1 h 328"/>
                <a:gd name="T2" fmla="*/ 1 w 106"/>
                <a:gd name="T3" fmla="*/ 10 h 328"/>
                <a:gd name="T4" fmla="*/ 90 w 106"/>
                <a:gd name="T5" fmla="*/ 322 h 328"/>
                <a:gd name="T6" fmla="*/ 100 w 106"/>
                <a:gd name="T7" fmla="*/ 327 h 328"/>
                <a:gd name="T8" fmla="*/ 105 w 106"/>
                <a:gd name="T9" fmla="*/ 318 h 328"/>
                <a:gd name="T10" fmla="*/ 16 w 106"/>
                <a:gd name="T11" fmla="*/ 6 h 328"/>
                <a:gd name="T12" fmla="*/ 6 w 106"/>
                <a:gd name="T13" fmla="*/ 1 h 328"/>
                <a:gd name="T14" fmla="*/ 6 w 106"/>
                <a:gd name="T15" fmla="*/ 1 h 328"/>
                <a:gd name="T16" fmla="*/ 6 w 106"/>
                <a:gd name="T17" fmla="*/ 1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328">
                  <a:moveTo>
                    <a:pt x="6" y="1"/>
                  </a:moveTo>
                  <a:cubicBezTo>
                    <a:pt x="2" y="2"/>
                    <a:pt x="0" y="6"/>
                    <a:pt x="1" y="10"/>
                  </a:cubicBezTo>
                  <a:cubicBezTo>
                    <a:pt x="90" y="322"/>
                    <a:pt x="90" y="322"/>
                    <a:pt x="90" y="322"/>
                  </a:cubicBezTo>
                  <a:cubicBezTo>
                    <a:pt x="91" y="326"/>
                    <a:pt x="96" y="328"/>
                    <a:pt x="100" y="327"/>
                  </a:cubicBezTo>
                  <a:cubicBezTo>
                    <a:pt x="103" y="326"/>
                    <a:pt x="106" y="322"/>
                    <a:pt x="105" y="318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4" y="2"/>
                    <a:pt x="10" y="0"/>
                    <a:pt x="6" y="1"/>
                  </a:cubicBezTo>
                  <a:close/>
                  <a:moveTo>
                    <a:pt x="6" y="1"/>
                  </a:moveTo>
                  <a:cubicBezTo>
                    <a:pt x="6" y="1"/>
                    <a:pt x="6" y="1"/>
                    <a:pt x="6" y="1"/>
                  </a:cubicBezTo>
                </a:path>
              </a:pathLst>
            </a:custGeom>
            <a:solidFill>
              <a:srgbClr val="FD59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20" name="Freeform 234"/>
          <p:cNvSpPr>
            <a:spLocks noEditPoints="1"/>
          </p:cNvSpPr>
          <p:nvPr/>
        </p:nvSpPr>
        <p:spPr bwMode="auto">
          <a:xfrm>
            <a:off x="884238" y="1090613"/>
            <a:ext cx="214313" cy="192088"/>
          </a:xfrm>
          <a:custGeom>
            <a:avLst/>
            <a:gdLst>
              <a:gd name="T0" fmla="*/ 47 w 135"/>
              <a:gd name="T1" fmla="*/ 79 h 121"/>
              <a:gd name="T2" fmla="*/ 46 w 135"/>
              <a:gd name="T3" fmla="*/ 89 h 121"/>
              <a:gd name="T4" fmla="*/ 12 w 135"/>
              <a:gd name="T5" fmla="*/ 118 h 121"/>
              <a:gd name="T6" fmla="*/ 3 w 135"/>
              <a:gd name="T7" fmla="*/ 118 h 121"/>
              <a:gd name="T8" fmla="*/ 3 w 135"/>
              <a:gd name="T9" fmla="*/ 108 h 121"/>
              <a:gd name="T10" fmla="*/ 37 w 135"/>
              <a:gd name="T11" fmla="*/ 78 h 121"/>
              <a:gd name="T12" fmla="*/ 47 w 135"/>
              <a:gd name="T13" fmla="*/ 79 h 121"/>
              <a:gd name="T14" fmla="*/ 133 w 135"/>
              <a:gd name="T15" fmla="*/ 3 h 121"/>
              <a:gd name="T16" fmla="*/ 132 w 135"/>
              <a:gd name="T17" fmla="*/ 13 h 121"/>
              <a:gd name="T18" fmla="*/ 98 w 135"/>
              <a:gd name="T19" fmla="*/ 43 h 121"/>
              <a:gd name="T20" fmla="*/ 88 w 135"/>
              <a:gd name="T21" fmla="*/ 42 h 121"/>
              <a:gd name="T22" fmla="*/ 89 w 135"/>
              <a:gd name="T23" fmla="*/ 32 h 121"/>
              <a:gd name="T24" fmla="*/ 123 w 135"/>
              <a:gd name="T25" fmla="*/ 3 h 121"/>
              <a:gd name="T26" fmla="*/ 133 w 135"/>
              <a:gd name="T27" fmla="*/ 3 h 121"/>
              <a:gd name="T28" fmla="*/ 133 w 135"/>
              <a:gd name="T29" fmla="*/ 3 h 121"/>
              <a:gd name="T30" fmla="*/ 133 w 135"/>
              <a:gd name="T31" fmla="*/ 3 h 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35" h="121">
                <a:moveTo>
                  <a:pt x="47" y="79"/>
                </a:moveTo>
                <a:cubicBezTo>
                  <a:pt x="50" y="82"/>
                  <a:pt x="49" y="86"/>
                  <a:pt x="46" y="89"/>
                </a:cubicBezTo>
                <a:cubicBezTo>
                  <a:pt x="12" y="118"/>
                  <a:pt x="12" y="118"/>
                  <a:pt x="12" y="118"/>
                </a:cubicBezTo>
                <a:cubicBezTo>
                  <a:pt x="9" y="121"/>
                  <a:pt x="5" y="121"/>
                  <a:pt x="3" y="118"/>
                </a:cubicBezTo>
                <a:cubicBezTo>
                  <a:pt x="0" y="115"/>
                  <a:pt x="0" y="110"/>
                  <a:pt x="3" y="108"/>
                </a:cubicBezTo>
                <a:cubicBezTo>
                  <a:pt x="37" y="78"/>
                  <a:pt x="37" y="78"/>
                  <a:pt x="37" y="78"/>
                </a:cubicBezTo>
                <a:cubicBezTo>
                  <a:pt x="40" y="75"/>
                  <a:pt x="44" y="76"/>
                  <a:pt x="47" y="79"/>
                </a:cubicBezTo>
                <a:close/>
                <a:moveTo>
                  <a:pt x="133" y="3"/>
                </a:moveTo>
                <a:cubicBezTo>
                  <a:pt x="135" y="6"/>
                  <a:pt x="135" y="11"/>
                  <a:pt x="132" y="13"/>
                </a:cubicBezTo>
                <a:cubicBezTo>
                  <a:pt x="98" y="43"/>
                  <a:pt x="98" y="43"/>
                  <a:pt x="98" y="43"/>
                </a:cubicBezTo>
                <a:cubicBezTo>
                  <a:pt x="95" y="46"/>
                  <a:pt x="91" y="45"/>
                  <a:pt x="88" y="42"/>
                </a:cubicBezTo>
                <a:cubicBezTo>
                  <a:pt x="86" y="39"/>
                  <a:pt x="86" y="35"/>
                  <a:pt x="89" y="32"/>
                </a:cubicBezTo>
                <a:cubicBezTo>
                  <a:pt x="123" y="3"/>
                  <a:pt x="123" y="3"/>
                  <a:pt x="123" y="3"/>
                </a:cubicBezTo>
                <a:cubicBezTo>
                  <a:pt x="126" y="0"/>
                  <a:pt x="130" y="1"/>
                  <a:pt x="133" y="3"/>
                </a:cubicBezTo>
                <a:close/>
                <a:moveTo>
                  <a:pt x="133" y="3"/>
                </a:moveTo>
                <a:cubicBezTo>
                  <a:pt x="133" y="3"/>
                  <a:pt x="133" y="3"/>
                  <a:pt x="133" y="3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1" name="Freeform 235"/>
          <p:cNvSpPr>
            <a:spLocks noEditPoints="1"/>
          </p:cNvSpPr>
          <p:nvPr/>
        </p:nvSpPr>
        <p:spPr bwMode="auto">
          <a:xfrm>
            <a:off x="895351" y="1079500"/>
            <a:ext cx="192088" cy="214313"/>
          </a:xfrm>
          <a:custGeom>
            <a:avLst/>
            <a:gdLst>
              <a:gd name="T0" fmla="*/ 14 w 121"/>
              <a:gd name="T1" fmla="*/ 3 h 135"/>
              <a:gd name="T2" fmla="*/ 43 w 121"/>
              <a:gd name="T3" fmla="*/ 37 h 135"/>
              <a:gd name="T4" fmla="*/ 43 w 121"/>
              <a:gd name="T5" fmla="*/ 47 h 135"/>
              <a:gd name="T6" fmla="*/ 33 w 121"/>
              <a:gd name="T7" fmla="*/ 46 h 135"/>
              <a:gd name="T8" fmla="*/ 3 w 121"/>
              <a:gd name="T9" fmla="*/ 12 h 135"/>
              <a:gd name="T10" fmla="*/ 4 w 121"/>
              <a:gd name="T11" fmla="*/ 3 h 135"/>
              <a:gd name="T12" fmla="*/ 14 w 121"/>
              <a:gd name="T13" fmla="*/ 3 h 135"/>
              <a:gd name="T14" fmla="*/ 89 w 121"/>
              <a:gd name="T15" fmla="*/ 89 h 135"/>
              <a:gd name="T16" fmla="*/ 118 w 121"/>
              <a:gd name="T17" fmla="*/ 123 h 135"/>
              <a:gd name="T18" fmla="*/ 118 w 121"/>
              <a:gd name="T19" fmla="*/ 133 h 135"/>
              <a:gd name="T20" fmla="*/ 108 w 121"/>
              <a:gd name="T21" fmla="*/ 132 h 135"/>
              <a:gd name="T22" fmla="*/ 78 w 121"/>
              <a:gd name="T23" fmla="*/ 98 h 135"/>
              <a:gd name="T24" fmla="*/ 79 w 121"/>
              <a:gd name="T25" fmla="*/ 88 h 135"/>
              <a:gd name="T26" fmla="*/ 89 w 121"/>
              <a:gd name="T27" fmla="*/ 89 h 135"/>
              <a:gd name="T28" fmla="*/ 89 w 121"/>
              <a:gd name="T29" fmla="*/ 89 h 135"/>
              <a:gd name="T30" fmla="*/ 89 w 121"/>
              <a:gd name="T31" fmla="*/ 89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1" h="135">
                <a:moveTo>
                  <a:pt x="14" y="3"/>
                </a:moveTo>
                <a:cubicBezTo>
                  <a:pt x="43" y="37"/>
                  <a:pt x="43" y="37"/>
                  <a:pt x="43" y="37"/>
                </a:cubicBezTo>
                <a:cubicBezTo>
                  <a:pt x="46" y="40"/>
                  <a:pt x="46" y="44"/>
                  <a:pt x="43" y="47"/>
                </a:cubicBezTo>
                <a:cubicBezTo>
                  <a:pt x="40" y="50"/>
                  <a:pt x="35" y="49"/>
                  <a:pt x="33" y="46"/>
                </a:cubicBezTo>
                <a:cubicBezTo>
                  <a:pt x="3" y="12"/>
                  <a:pt x="3" y="12"/>
                  <a:pt x="3" y="12"/>
                </a:cubicBezTo>
                <a:cubicBezTo>
                  <a:pt x="0" y="10"/>
                  <a:pt x="1" y="5"/>
                  <a:pt x="4" y="3"/>
                </a:cubicBezTo>
                <a:cubicBezTo>
                  <a:pt x="6" y="0"/>
                  <a:pt x="11" y="0"/>
                  <a:pt x="14" y="3"/>
                </a:cubicBezTo>
                <a:close/>
                <a:moveTo>
                  <a:pt x="89" y="89"/>
                </a:moveTo>
                <a:cubicBezTo>
                  <a:pt x="118" y="123"/>
                  <a:pt x="118" y="123"/>
                  <a:pt x="118" y="123"/>
                </a:cubicBezTo>
                <a:cubicBezTo>
                  <a:pt x="121" y="126"/>
                  <a:pt x="121" y="130"/>
                  <a:pt x="118" y="133"/>
                </a:cubicBezTo>
                <a:cubicBezTo>
                  <a:pt x="115" y="135"/>
                  <a:pt x="110" y="135"/>
                  <a:pt x="108" y="132"/>
                </a:cubicBezTo>
                <a:cubicBezTo>
                  <a:pt x="78" y="98"/>
                  <a:pt x="78" y="98"/>
                  <a:pt x="78" y="98"/>
                </a:cubicBezTo>
                <a:cubicBezTo>
                  <a:pt x="76" y="95"/>
                  <a:pt x="76" y="91"/>
                  <a:pt x="79" y="88"/>
                </a:cubicBezTo>
                <a:cubicBezTo>
                  <a:pt x="82" y="86"/>
                  <a:pt x="86" y="86"/>
                  <a:pt x="89" y="89"/>
                </a:cubicBezTo>
                <a:close/>
                <a:moveTo>
                  <a:pt x="89" y="89"/>
                </a:moveTo>
                <a:cubicBezTo>
                  <a:pt x="89" y="89"/>
                  <a:pt x="89" y="89"/>
                  <a:pt x="89" y="89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2" name="矩形 221"/>
          <p:cNvSpPr/>
          <p:nvPr/>
        </p:nvSpPr>
        <p:spPr>
          <a:xfrm>
            <a:off x="5266822" y="3574743"/>
            <a:ext cx="1210588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1-1 定义</a:t>
            </a:r>
          </a:p>
        </p:txBody>
      </p:sp>
      <p:sp>
        <p:nvSpPr>
          <p:cNvPr id="223" name="矩形 222"/>
          <p:cNvSpPr/>
          <p:nvPr/>
        </p:nvSpPr>
        <p:spPr>
          <a:xfrm>
            <a:off x="6661217" y="3574742"/>
            <a:ext cx="1210588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1-2 用途</a:t>
            </a:r>
          </a:p>
        </p:txBody>
      </p:sp>
      <p:sp>
        <p:nvSpPr>
          <p:cNvPr id="224" name="矩形 223"/>
          <p:cNvSpPr/>
          <p:nvPr/>
        </p:nvSpPr>
        <p:spPr>
          <a:xfrm>
            <a:off x="7914121" y="3574742"/>
            <a:ext cx="1210588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1-3 特点</a:t>
            </a:r>
          </a:p>
        </p:txBody>
      </p:sp>
      <p:sp>
        <p:nvSpPr>
          <p:cNvPr id="225" name="矩形 224"/>
          <p:cNvSpPr/>
          <p:nvPr/>
        </p:nvSpPr>
        <p:spPr>
          <a:xfrm>
            <a:off x="9319189" y="3597546"/>
            <a:ext cx="1210588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1-4 场景</a:t>
            </a:r>
          </a:p>
        </p:txBody>
      </p:sp>
    </p:spTree>
    <p:extLst>
      <p:ext uri="{BB962C8B-B14F-4D97-AF65-F5344CB8AC3E}">
        <p14:creationId xmlns:p14="http://schemas.microsoft.com/office/powerpoint/2010/main" val="2371597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535009" y="294701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什么是</a:t>
            </a:r>
          </a:p>
        </p:txBody>
      </p:sp>
      <p:sp>
        <p:nvSpPr>
          <p:cNvPr id="3" name="矩形 2"/>
          <p:cNvSpPr/>
          <p:nvPr/>
        </p:nvSpPr>
        <p:spPr>
          <a:xfrm>
            <a:off x="7744182" y="30821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核心元素</a:t>
            </a:r>
          </a:p>
        </p:txBody>
      </p:sp>
      <p:sp>
        <p:nvSpPr>
          <p:cNvPr id="4" name="矩形 3"/>
          <p:cNvSpPr/>
          <p:nvPr/>
        </p:nvSpPr>
        <p:spPr>
          <a:xfrm>
            <a:off x="9154720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控制流</a:t>
            </a:r>
          </a:p>
        </p:txBody>
      </p:sp>
      <p:sp>
        <p:nvSpPr>
          <p:cNvPr id="5" name="矩形 4"/>
          <p:cNvSpPr/>
          <p:nvPr/>
        </p:nvSpPr>
        <p:spPr>
          <a:xfrm>
            <a:off x="10441652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高级特性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7586134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873067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0160000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1446933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/>
        </p:nvGrpSpPr>
        <p:grpSpPr>
          <a:xfrm>
            <a:off x="407438" y="171919"/>
            <a:ext cx="670385" cy="604428"/>
            <a:chOff x="5424755" y="1340768"/>
            <a:chExt cx="670560" cy="604586"/>
          </a:xfrm>
        </p:grpSpPr>
        <p:grpSp>
          <p:nvGrpSpPr>
            <p:cNvPr id="14" name="组合 13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6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5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12" name="文本框 9"/>
          <p:cNvSpPr txBox="1"/>
          <p:nvPr/>
        </p:nvSpPr>
        <p:spPr>
          <a:xfrm>
            <a:off x="1124442" y="290670"/>
            <a:ext cx="1871720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活动图定义</a:t>
            </a:r>
          </a:p>
        </p:txBody>
      </p:sp>
      <p:sp>
        <p:nvSpPr>
          <p:cNvPr id="13" name="Freeform 126"/>
          <p:cNvSpPr>
            <a:spLocks noChangeAspect="1" noEditPoints="1"/>
          </p:cNvSpPr>
          <p:nvPr/>
        </p:nvSpPr>
        <p:spPr bwMode="auto">
          <a:xfrm>
            <a:off x="611535" y="332909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文本框 1"/>
          <p:cNvSpPr txBox="1"/>
          <p:nvPr/>
        </p:nvSpPr>
        <p:spPr>
          <a:xfrm>
            <a:off x="994331" y="1470217"/>
            <a:ext cx="10324797" cy="72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定义：活动图是UML中用于描述工作流程的行为图，展示从起始到终止的各活动步骤、决策分支和并行路径。</a:t>
            </a:r>
          </a:p>
        </p:txBody>
      </p:sp>
      <p:sp>
        <p:nvSpPr>
          <p:cNvPr id="20" name="文本框 25"/>
          <p:cNvSpPr txBox="1"/>
          <p:nvPr/>
        </p:nvSpPr>
        <p:spPr>
          <a:xfrm>
            <a:off x="994332" y="2599873"/>
            <a:ext cx="10324798" cy="1895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Aft>
                <a:spcPts val="1065"/>
              </a:spcAft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途：活动图主要用于业务流程建模、用例细化和算法可视化。它描述系统或对象的动态行为，强调活动之间的控制流转换关系。活动图支持条件分支、循环结构和并发执行的表达，是软件设计中不可或缺的建模工具。</a:t>
            </a:r>
          </a:p>
          <a:p>
            <a:pPr>
              <a:lnSpc>
                <a:spcPct val="120000"/>
              </a:lnSpc>
              <a:spcAft>
                <a:spcPts val="1065"/>
              </a:spcAft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与流程图类似但更强大：支持并发(fork/join)、泳道划分和对象流。</a:t>
            </a:r>
          </a:p>
        </p:txBody>
      </p:sp>
      <p:sp>
        <p:nvSpPr>
          <p:cNvPr id="21" name="文本框 26"/>
          <p:cNvSpPr txBox="1"/>
          <p:nvPr/>
        </p:nvSpPr>
        <p:spPr>
          <a:xfrm>
            <a:off x="978294" y="4976918"/>
            <a:ext cx="10132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关键字：   工作流建模      行为图      控制流</a:t>
            </a:r>
            <a:endParaRPr lang="zh-CN" altLang="en-US" sz="140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1347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535009" y="294701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什么是</a:t>
            </a:r>
          </a:p>
        </p:txBody>
      </p:sp>
      <p:sp>
        <p:nvSpPr>
          <p:cNvPr id="3" name="矩形 2"/>
          <p:cNvSpPr/>
          <p:nvPr/>
        </p:nvSpPr>
        <p:spPr>
          <a:xfrm>
            <a:off x="7744182" y="30821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核心元素</a:t>
            </a:r>
          </a:p>
        </p:txBody>
      </p:sp>
      <p:sp>
        <p:nvSpPr>
          <p:cNvPr id="4" name="矩形 3"/>
          <p:cNvSpPr/>
          <p:nvPr/>
        </p:nvSpPr>
        <p:spPr>
          <a:xfrm>
            <a:off x="9154720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控制流</a:t>
            </a:r>
          </a:p>
        </p:txBody>
      </p:sp>
      <p:sp>
        <p:nvSpPr>
          <p:cNvPr id="5" name="矩形 4"/>
          <p:cNvSpPr/>
          <p:nvPr/>
        </p:nvSpPr>
        <p:spPr>
          <a:xfrm>
            <a:off x="10441652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高级特性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7586134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873067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0160000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1446933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/>
        </p:nvGrpSpPr>
        <p:grpSpPr>
          <a:xfrm>
            <a:off x="407438" y="171919"/>
            <a:ext cx="670385" cy="604428"/>
            <a:chOff x="5424755" y="1340768"/>
            <a:chExt cx="670560" cy="604586"/>
          </a:xfrm>
        </p:grpSpPr>
        <p:grpSp>
          <p:nvGrpSpPr>
            <p:cNvPr id="14" name="组合 13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6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5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12" name="文本框 9"/>
          <p:cNvSpPr txBox="1"/>
          <p:nvPr/>
        </p:nvSpPr>
        <p:spPr>
          <a:xfrm>
            <a:off x="1124442" y="290670"/>
            <a:ext cx="1871720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核心元素</a:t>
            </a:r>
          </a:p>
        </p:txBody>
      </p:sp>
      <p:sp>
        <p:nvSpPr>
          <p:cNvPr id="13" name="Freeform 126"/>
          <p:cNvSpPr>
            <a:spLocks noChangeAspect="1" noEditPoints="1"/>
          </p:cNvSpPr>
          <p:nvPr/>
        </p:nvSpPr>
        <p:spPr bwMode="auto">
          <a:xfrm>
            <a:off x="611535" y="332909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íṡ1îḍè">
            <a:extLst>
              <a:ext uri="{FF2B5EF4-FFF2-40B4-BE49-F238E27FC236}">
                <a16:creationId xmlns:a16="http://schemas.microsoft.com/office/drawing/2014/main" id="{8FE417CA-C3FE-453F-A4CE-A8CC0831F0DF}"/>
              </a:ext>
            </a:extLst>
          </p:cNvPr>
          <p:cNvSpPr/>
          <p:nvPr/>
        </p:nvSpPr>
        <p:spPr bwMode="auto">
          <a:xfrm>
            <a:off x="0" y="1153714"/>
            <a:ext cx="12192000" cy="1589486"/>
          </a:xfrm>
          <a:prstGeom prst="rect">
            <a:avLst/>
          </a:prstGeom>
          <a:blipFill>
            <a:blip r:embed="rId2"/>
            <a:srcRect/>
            <a:stretch>
              <a:fillRect t="-173173" b="-22304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9" name="íṧḷïde">
            <a:extLst>
              <a:ext uri="{FF2B5EF4-FFF2-40B4-BE49-F238E27FC236}">
                <a16:creationId xmlns:a16="http://schemas.microsoft.com/office/drawing/2014/main" id="{A8E21839-F9A1-4316-A46E-BEF228FFF58A}"/>
              </a:ext>
            </a:extLst>
          </p:cNvPr>
          <p:cNvSpPr/>
          <p:nvPr/>
        </p:nvSpPr>
        <p:spPr bwMode="auto">
          <a:xfrm>
            <a:off x="0" y="1153714"/>
            <a:ext cx="3737200" cy="1589486"/>
          </a:xfrm>
          <a:prstGeom prst="flowChartProcess">
            <a:avLst/>
          </a:prstGeom>
          <a:solidFill>
            <a:srgbClr val="1C50A2">
              <a:alpha val="80000"/>
            </a:srgbClr>
          </a:solidFill>
          <a:ln w="38100">
            <a:noFill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dk1"/>
              </a:solidFill>
            </a:endParaRPr>
          </a:p>
        </p:txBody>
      </p:sp>
      <p:sp>
        <p:nvSpPr>
          <p:cNvPr id="23" name="íṥ1ïḓè">
            <a:extLst>
              <a:ext uri="{FF2B5EF4-FFF2-40B4-BE49-F238E27FC236}">
                <a16:creationId xmlns:a16="http://schemas.microsoft.com/office/drawing/2014/main" id="{7EDD8C72-603C-4649-9BD5-84942558E84B}"/>
              </a:ext>
            </a:extLst>
          </p:cNvPr>
          <p:cNvSpPr txBox="1"/>
          <p:nvPr/>
        </p:nvSpPr>
        <p:spPr>
          <a:xfrm>
            <a:off x="562714" y="4236217"/>
            <a:ext cx="3174486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起始/终止节点</a:t>
            </a:r>
          </a:p>
        </p:txBody>
      </p:sp>
      <p:sp>
        <p:nvSpPr>
          <p:cNvPr id="24" name="ïṩ1îḓè">
            <a:extLst>
              <a:ext uri="{FF2B5EF4-FFF2-40B4-BE49-F238E27FC236}">
                <a16:creationId xmlns:a16="http://schemas.microsoft.com/office/drawing/2014/main" id="{0A28D915-051D-4A4F-9502-3A6A00888359}"/>
              </a:ext>
            </a:extLst>
          </p:cNvPr>
          <p:cNvSpPr txBox="1"/>
          <p:nvPr/>
        </p:nvSpPr>
        <p:spPr>
          <a:xfrm>
            <a:off x="611535" y="4670208"/>
            <a:ext cx="3174486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实心圆表示起始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圆环内实心圆表示终止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每图一个起始节点</a:t>
            </a:r>
          </a:p>
        </p:txBody>
      </p:sp>
      <p:sp>
        <p:nvSpPr>
          <p:cNvPr id="25" name="ï$ḷíḍé">
            <a:extLst>
              <a:ext uri="{FF2B5EF4-FFF2-40B4-BE49-F238E27FC236}">
                <a16:creationId xmlns:a16="http://schemas.microsoft.com/office/drawing/2014/main" id="{FB36A68A-1199-42B2-A8DA-EF5F8A79CFBF}"/>
              </a:ext>
            </a:extLst>
          </p:cNvPr>
          <p:cNvSpPr/>
          <p:nvPr/>
        </p:nvSpPr>
        <p:spPr bwMode="auto">
          <a:xfrm>
            <a:off x="704513" y="3900979"/>
            <a:ext cx="474464" cy="384035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33" name="文本框 1"/>
          <p:cNvSpPr txBox="1"/>
          <p:nvPr/>
        </p:nvSpPr>
        <p:spPr>
          <a:xfrm>
            <a:off x="669925" y="2961991"/>
            <a:ext cx="10324797" cy="72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掌握这些核心元素是绘制活动图的基础，它们共同构成活动图的完整表达体系。</a:t>
            </a:r>
          </a:p>
        </p:txBody>
      </p:sp>
      <p:sp>
        <p:nvSpPr>
          <p:cNvPr id="34" name="íṥ1ïḓè">
            <a:extLst>
              <a:ext uri="{FF2B5EF4-FFF2-40B4-BE49-F238E27FC236}">
                <a16:creationId xmlns:a16="http://schemas.microsoft.com/office/drawing/2014/main" id="{7EDD8C72-603C-4649-9BD5-84942558E84B}"/>
              </a:ext>
            </a:extLst>
          </p:cNvPr>
          <p:cNvSpPr txBox="1"/>
          <p:nvPr/>
        </p:nvSpPr>
        <p:spPr>
          <a:xfrm>
            <a:off x="4411648" y="4236217"/>
            <a:ext cx="3174486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活动节点</a:t>
            </a:r>
          </a:p>
        </p:txBody>
      </p:sp>
      <p:sp>
        <p:nvSpPr>
          <p:cNvPr id="35" name="ïṩ1îḓè">
            <a:extLst>
              <a:ext uri="{FF2B5EF4-FFF2-40B4-BE49-F238E27FC236}">
                <a16:creationId xmlns:a16="http://schemas.microsoft.com/office/drawing/2014/main" id="{0A28D915-051D-4A4F-9502-3A6A00888359}"/>
              </a:ext>
            </a:extLst>
          </p:cNvPr>
          <p:cNvSpPr txBox="1"/>
          <p:nvPr/>
        </p:nvSpPr>
        <p:spPr>
          <a:xfrm>
            <a:off x="4460469" y="4670208"/>
            <a:ext cx="3174486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圆角矩形表示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描述具体执行步骤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可包含入口出口动作</a:t>
            </a:r>
          </a:p>
        </p:txBody>
      </p:sp>
      <p:sp>
        <p:nvSpPr>
          <p:cNvPr id="36" name="ï$ḷíḍé">
            <a:extLst>
              <a:ext uri="{FF2B5EF4-FFF2-40B4-BE49-F238E27FC236}">
                <a16:creationId xmlns:a16="http://schemas.microsoft.com/office/drawing/2014/main" id="{FB36A68A-1199-42B2-A8DA-EF5F8A79CFBF}"/>
              </a:ext>
            </a:extLst>
          </p:cNvPr>
          <p:cNvSpPr/>
          <p:nvPr/>
        </p:nvSpPr>
        <p:spPr bwMode="auto">
          <a:xfrm>
            <a:off x="4553447" y="3900979"/>
            <a:ext cx="474464" cy="384035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37" name="íṥ1ïḓè">
            <a:extLst>
              <a:ext uri="{FF2B5EF4-FFF2-40B4-BE49-F238E27FC236}">
                <a16:creationId xmlns:a16="http://schemas.microsoft.com/office/drawing/2014/main" id="{7EDD8C72-603C-4649-9BD5-84942558E84B}"/>
              </a:ext>
            </a:extLst>
          </p:cNvPr>
          <p:cNvSpPr txBox="1"/>
          <p:nvPr/>
        </p:nvSpPr>
        <p:spPr>
          <a:xfrm>
            <a:off x="8260582" y="4236217"/>
            <a:ext cx="3174486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决策/分叉节点</a:t>
            </a:r>
          </a:p>
        </p:txBody>
      </p:sp>
      <p:sp>
        <p:nvSpPr>
          <p:cNvPr id="38" name="ïṩ1îḓè">
            <a:extLst>
              <a:ext uri="{FF2B5EF4-FFF2-40B4-BE49-F238E27FC236}">
                <a16:creationId xmlns:a16="http://schemas.microsoft.com/office/drawing/2014/main" id="{0A28D915-051D-4A4F-9502-3A6A00888359}"/>
              </a:ext>
            </a:extLst>
          </p:cNvPr>
          <p:cNvSpPr txBox="1"/>
          <p:nvPr/>
        </p:nvSpPr>
        <p:spPr>
          <a:xfrm>
            <a:off x="8309403" y="4670208"/>
            <a:ext cx="3174486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菱形表示条件分支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粗横线表示并行分叉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粗横线表示并行汇合</a:t>
            </a:r>
          </a:p>
        </p:txBody>
      </p:sp>
      <p:sp>
        <p:nvSpPr>
          <p:cNvPr id="39" name="ï$ḷíḍé">
            <a:extLst>
              <a:ext uri="{FF2B5EF4-FFF2-40B4-BE49-F238E27FC236}">
                <a16:creationId xmlns:a16="http://schemas.microsoft.com/office/drawing/2014/main" id="{FB36A68A-1199-42B2-A8DA-EF5F8A79CFBF}"/>
              </a:ext>
            </a:extLst>
          </p:cNvPr>
          <p:cNvSpPr/>
          <p:nvPr/>
        </p:nvSpPr>
        <p:spPr bwMode="auto">
          <a:xfrm>
            <a:off x="8402381" y="3900979"/>
            <a:ext cx="474464" cy="384035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40" name="文本框 1"/>
          <p:cNvSpPr txBox="1"/>
          <p:nvPr/>
        </p:nvSpPr>
        <p:spPr>
          <a:xfrm>
            <a:off x="611535" y="1404310"/>
            <a:ext cx="2987675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活动图由多种基本图形符号组成，每种符号表达不同的语义。</a:t>
            </a:r>
          </a:p>
        </p:txBody>
      </p:sp>
    </p:spTree>
    <p:extLst>
      <p:ext uri="{BB962C8B-B14F-4D97-AF65-F5344CB8AC3E}">
        <p14:creationId xmlns:p14="http://schemas.microsoft.com/office/powerpoint/2010/main" val="614283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535009" y="294701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什么是</a:t>
            </a:r>
          </a:p>
        </p:txBody>
      </p:sp>
      <p:sp>
        <p:nvSpPr>
          <p:cNvPr id="3" name="矩形 2"/>
          <p:cNvSpPr/>
          <p:nvPr/>
        </p:nvSpPr>
        <p:spPr>
          <a:xfrm>
            <a:off x="7744182" y="30821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核心元素</a:t>
            </a:r>
          </a:p>
        </p:txBody>
      </p:sp>
      <p:sp>
        <p:nvSpPr>
          <p:cNvPr id="4" name="矩形 3"/>
          <p:cNvSpPr/>
          <p:nvPr/>
        </p:nvSpPr>
        <p:spPr>
          <a:xfrm>
            <a:off x="9154720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控制流</a:t>
            </a:r>
          </a:p>
        </p:txBody>
      </p:sp>
      <p:sp>
        <p:nvSpPr>
          <p:cNvPr id="5" name="矩形 4"/>
          <p:cNvSpPr/>
          <p:nvPr/>
        </p:nvSpPr>
        <p:spPr>
          <a:xfrm>
            <a:off x="10441652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高级特性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7586134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873067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0160000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1446933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/>
        </p:nvGrpSpPr>
        <p:grpSpPr>
          <a:xfrm>
            <a:off x="407438" y="171919"/>
            <a:ext cx="670385" cy="604428"/>
            <a:chOff x="5424755" y="1340768"/>
            <a:chExt cx="670560" cy="604586"/>
          </a:xfrm>
        </p:grpSpPr>
        <p:grpSp>
          <p:nvGrpSpPr>
            <p:cNvPr id="14" name="组合 13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6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5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12" name="文本框 9"/>
          <p:cNvSpPr txBox="1"/>
          <p:nvPr/>
        </p:nvSpPr>
        <p:spPr>
          <a:xfrm>
            <a:off x="1124442" y="290670"/>
            <a:ext cx="1871720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控制流结构</a:t>
            </a:r>
          </a:p>
        </p:txBody>
      </p:sp>
      <p:sp>
        <p:nvSpPr>
          <p:cNvPr id="13" name="Freeform 126"/>
          <p:cNvSpPr>
            <a:spLocks noChangeAspect="1" noEditPoints="1"/>
          </p:cNvSpPr>
          <p:nvPr/>
        </p:nvSpPr>
        <p:spPr bwMode="auto">
          <a:xfrm>
            <a:off x="611535" y="332909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iṧliďe">
            <a:extLst>
              <a:ext uri="{FF2B5EF4-FFF2-40B4-BE49-F238E27FC236}">
                <a16:creationId xmlns:a16="http://schemas.microsoft.com/office/drawing/2014/main" id="{ABAF15F1-6A58-46FB-9EB6-4A74F9594217}"/>
              </a:ext>
            </a:extLst>
          </p:cNvPr>
          <p:cNvSpPr/>
          <p:nvPr/>
        </p:nvSpPr>
        <p:spPr>
          <a:xfrm>
            <a:off x="9003416" y="2726834"/>
            <a:ext cx="889769" cy="889769"/>
          </a:xfrm>
          <a:prstGeom prst="ellipse">
            <a:avLst/>
          </a:prstGeom>
          <a:solidFill>
            <a:schemeClr val="accent3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t>fork</a:t>
            </a:r>
          </a:p>
        </p:txBody>
      </p:sp>
      <p:sp>
        <p:nvSpPr>
          <p:cNvPr id="19" name="íšľîḑê">
            <a:extLst>
              <a:ext uri="{FF2B5EF4-FFF2-40B4-BE49-F238E27FC236}">
                <a16:creationId xmlns:a16="http://schemas.microsoft.com/office/drawing/2014/main" id="{99FFA93C-C3E8-4689-965D-810D98992B7A}"/>
              </a:ext>
            </a:extLst>
          </p:cNvPr>
          <p:cNvSpPr/>
          <p:nvPr/>
        </p:nvSpPr>
        <p:spPr bwMode="auto">
          <a:xfrm>
            <a:off x="9228522" y="3021746"/>
            <a:ext cx="439555" cy="299944"/>
          </a:xfrm>
          <a:custGeom>
            <a:avLst/>
            <a:gdLst>
              <a:gd name="connsiteX0" fmla="*/ 20293 w 607639"/>
              <a:gd name="connsiteY0" fmla="*/ 364067 h 414642"/>
              <a:gd name="connsiteX1" fmla="*/ 20293 w 607639"/>
              <a:gd name="connsiteY1" fmla="*/ 384244 h 414642"/>
              <a:gd name="connsiteX2" fmla="*/ 30351 w 607639"/>
              <a:gd name="connsiteY2" fmla="*/ 394377 h 414642"/>
              <a:gd name="connsiteX3" fmla="*/ 577199 w 607639"/>
              <a:gd name="connsiteY3" fmla="*/ 394377 h 414642"/>
              <a:gd name="connsiteX4" fmla="*/ 587346 w 607639"/>
              <a:gd name="connsiteY4" fmla="*/ 384244 h 414642"/>
              <a:gd name="connsiteX5" fmla="*/ 587346 w 607639"/>
              <a:gd name="connsiteY5" fmla="*/ 364067 h 414642"/>
              <a:gd name="connsiteX6" fmla="*/ 556995 w 607639"/>
              <a:gd name="connsiteY6" fmla="*/ 364067 h 414642"/>
              <a:gd name="connsiteX7" fmla="*/ 394916 w 607639"/>
              <a:gd name="connsiteY7" fmla="*/ 364067 h 414642"/>
              <a:gd name="connsiteX8" fmla="*/ 394916 w 607639"/>
              <a:gd name="connsiteY8" fmla="*/ 374200 h 414642"/>
              <a:gd name="connsiteX9" fmla="*/ 384859 w 607639"/>
              <a:gd name="connsiteY9" fmla="*/ 384244 h 414642"/>
              <a:gd name="connsiteX10" fmla="*/ 222780 w 607639"/>
              <a:gd name="connsiteY10" fmla="*/ 384244 h 414642"/>
              <a:gd name="connsiteX11" fmla="*/ 212634 w 607639"/>
              <a:gd name="connsiteY11" fmla="*/ 374200 h 414642"/>
              <a:gd name="connsiteX12" fmla="*/ 212634 w 607639"/>
              <a:gd name="connsiteY12" fmla="*/ 364067 h 414642"/>
              <a:gd name="connsiteX13" fmla="*/ 50644 w 607639"/>
              <a:gd name="connsiteY13" fmla="*/ 364067 h 414642"/>
              <a:gd name="connsiteX14" fmla="*/ 182270 w 607639"/>
              <a:gd name="connsiteY14" fmla="*/ 273017 h 414642"/>
              <a:gd name="connsiteX15" fmla="*/ 192432 w 607639"/>
              <a:gd name="connsiteY15" fmla="*/ 273017 h 414642"/>
              <a:gd name="connsiteX16" fmla="*/ 202593 w 607639"/>
              <a:gd name="connsiteY16" fmla="*/ 283153 h 414642"/>
              <a:gd name="connsiteX17" fmla="*/ 192432 w 607639"/>
              <a:gd name="connsiteY17" fmla="*/ 293199 h 414642"/>
              <a:gd name="connsiteX18" fmla="*/ 182270 w 607639"/>
              <a:gd name="connsiteY18" fmla="*/ 293199 h 414642"/>
              <a:gd name="connsiteX19" fmla="*/ 172109 w 607639"/>
              <a:gd name="connsiteY19" fmla="*/ 283153 h 414642"/>
              <a:gd name="connsiteX20" fmla="*/ 182270 w 607639"/>
              <a:gd name="connsiteY20" fmla="*/ 273017 h 414642"/>
              <a:gd name="connsiteX21" fmla="*/ 91153 w 607639"/>
              <a:gd name="connsiteY21" fmla="*/ 273017 h 414642"/>
              <a:gd name="connsiteX22" fmla="*/ 141783 w 607639"/>
              <a:gd name="connsiteY22" fmla="*/ 273017 h 414642"/>
              <a:gd name="connsiteX23" fmla="*/ 151927 w 607639"/>
              <a:gd name="connsiteY23" fmla="*/ 283153 h 414642"/>
              <a:gd name="connsiteX24" fmla="*/ 141783 w 607639"/>
              <a:gd name="connsiteY24" fmla="*/ 293199 h 414642"/>
              <a:gd name="connsiteX25" fmla="*/ 91153 w 607639"/>
              <a:gd name="connsiteY25" fmla="*/ 293199 h 414642"/>
              <a:gd name="connsiteX26" fmla="*/ 81009 w 607639"/>
              <a:gd name="connsiteY26" fmla="*/ 283153 h 414642"/>
              <a:gd name="connsiteX27" fmla="*/ 91153 w 607639"/>
              <a:gd name="connsiteY27" fmla="*/ 273017 h 414642"/>
              <a:gd name="connsiteX28" fmla="*/ 313935 w 607639"/>
              <a:gd name="connsiteY28" fmla="*/ 242748 h 414642"/>
              <a:gd name="connsiteX29" fmla="*/ 293732 w 607639"/>
              <a:gd name="connsiteY29" fmla="*/ 262923 h 414642"/>
              <a:gd name="connsiteX30" fmla="*/ 313935 w 607639"/>
              <a:gd name="connsiteY30" fmla="*/ 283186 h 414642"/>
              <a:gd name="connsiteX31" fmla="*/ 334226 w 607639"/>
              <a:gd name="connsiteY31" fmla="*/ 262923 h 414642"/>
              <a:gd name="connsiteX32" fmla="*/ 313935 w 607639"/>
              <a:gd name="connsiteY32" fmla="*/ 242748 h 414642"/>
              <a:gd name="connsiteX33" fmla="*/ 458728 w 607639"/>
              <a:gd name="connsiteY33" fmla="*/ 235613 h 414642"/>
              <a:gd name="connsiteX34" fmla="*/ 472877 w 607639"/>
              <a:gd name="connsiteY34" fmla="*/ 235613 h 414642"/>
              <a:gd name="connsiteX35" fmla="*/ 486046 w 607639"/>
              <a:gd name="connsiteY35" fmla="*/ 248765 h 414642"/>
              <a:gd name="connsiteX36" fmla="*/ 499215 w 607639"/>
              <a:gd name="connsiteY36" fmla="*/ 235613 h 414642"/>
              <a:gd name="connsiteX37" fmla="*/ 513453 w 607639"/>
              <a:gd name="connsiteY37" fmla="*/ 235613 h 414642"/>
              <a:gd name="connsiteX38" fmla="*/ 513453 w 607639"/>
              <a:gd name="connsiteY38" fmla="*/ 249743 h 414642"/>
              <a:gd name="connsiteX39" fmla="*/ 500283 w 607639"/>
              <a:gd name="connsiteY39" fmla="*/ 262895 h 414642"/>
              <a:gd name="connsiteX40" fmla="*/ 513453 w 607639"/>
              <a:gd name="connsiteY40" fmla="*/ 276048 h 414642"/>
              <a:gd name="connsiteX41" fmla="*/ 513453 w 607639"/>
              <a:gd name="connsiteY41" fmla="*/ 290178 h 414642"/>
              <a:gd name="connsiteX42" fmla="*/ 506334 w 607639"/>
              <a:gd name="connsiteY42" fmla="*/ 293199 h 414642"/>
              <a:gd name="connsiteX43" fmla="*/ 499215 w 607639"/>
              <a:gd name="connsiteY43" fmla="*/ 290178 h 414642"/>
              <a:gd name="connsiteX44" fmla="*/ 486046 w 607639"/>
              <a:gd name="connsiteY44" fmla="*/ 277025 h 414642"/>
              <a:gd name="connsiteX45" fmla="*/ 472877 w 607639"/>
              <a:gd name="connsiteY45" fmla="*/ 290178 h 414642"/>
              <a:gd name="connsiteX46" fmla="*/ 465847 w 607639"/>
              <a:gd name="connsiteY46" fmla="*/ 293199 h 414642"/>
              <a:gd name="connsiteX47" fmla="*/ 458728 w 607639"/>
              <a:gd name="connsiteY47" fmla="*/ 290178 h 414642"/>
              <a:gd name="connsiteX48" fmla="*/ 458728 w 607639"/>
              <a:gd name="connsiteY48" fmla="*/ 276048 h 414642"/>
              <a:gd name="connsiteX49" fmla="*/ 471898 w 607639"/>
              <a:gd name="connsiteY49" fmla="*/ 262895 h 414642"/>
              <a:gd name="connsiteX50" fmla="*/ 458728 w 607639"/>
              <a:gd name="connsiteY50" fmla="*/ 249743 h 414642"/>
              <a:gd name="connsiteX51" fmla="*/ 458728 w 607639"/>
              <a:gd name="connsiteY51" fmla="*/ 235613 h 414642"/>
              <a:gd name="connsiteX52" fmla="*/ 161988 w 607639"/>
              <a:gd name="connsiteY52" fmla="*/ 232583 h 414642"/>
              <a:gd name="connsiteX53" fmla="*/ 232948 w 607639"/>
              <a:gd name="connsiteY53" fmla="*/ 232583 h 414642"/>
              <a:gd name="connsiteX54" fmla="*/ 243098 w 607639"/>
              <a:gd name="connsiteY54" fmla="*/ 242719 h 414642"/>
              <a:gd name="connsiteX55" fmla="*/ 232948 w 607639"/>
              <a:gd name="connsiteY55" fmla="*/ 252765 h 414642"/>
              <a:gd name="connsiteX56" fmla="*/ 161988 w 607639"/>
              <a:gd name="connsiteY56" fmla="*/ 252765 h 414642"/>
              <a:gd name="connsiteX57" fmla="*/ 151927 w 607639"/>
              <a:gd name="connsiteY57" fmla="*/ 242719 h 414642"/>
              <a:gd name="connsiteX58" fmla="*/ 161988 w 607639"/>
              <a:gd name="connsiteY58" fmla="*/ 232583 h 414642"/>
              <a:gd name="connsiteX59" fmla="*/ 91146 w 607639"/>
              <a:gd name="connsiteY59" fmla="*/ 232583 h 414642"/>
              <a:gd name="connsiteX60" fmla="*/ 121467 w 607639"/>
              <a:gd name="connsiteY60" fmla="*/ 232583 h 414642"/>
              <a:gd name="connsiteX61" fmla="*/ 131604 w 607639"/>
              <a:gd name="connsiteY61" fmla="*/ 242719 h 414642"/>
              <a:gd name="connsiteX62" fmla="*/ 121467 w 607639"/>
              <a:gd name="connsiteY62" fmla="*/ 252765 h 414642"/>
              <a:gd name="connsiteX63" fmla="*/ 91146 w 607639"/>
              <a:gd name="connsiteY63" fmla="*/ 252765 h 414642"/>
              <a:gd name="connsiteX64" fmla="*/ 81009 w 607639"/>
              <a:gd name="connsiteY64" fmla="*/ 242719 h 414642"/>
              <a:gd name="connsiteX65" fmla="*/ 91146 w 607639"/>
              <a:gd name="connsiteY65" fmla="*/ 232583 h 414642"/>
              <a:gd name="connsiteX66" fmla="*/ 182270 w 607639"/>
              <a:gd name="connsiteY66" fmla="*/ 192149 h 414642"/>
              <a:gd name="connsiteX67" fmla="*/ 192432 w 607639"/>
              <a:gd name="connsiteY67" fmla="*/ 192149 h 414642"/>
              <a:gd name="connsiteX68" fmla="*/ 202593 w 607639"/>
              <a:gd name="connsiteY68" fmla="*/ 202196 h 414642"/>
              <a:gd name="connsiteX69" fmla="*/ 192432 w 607639"/>
              <a:gd name="connsiteY69" fmla="*/ 212331 h 414642"/>
              <a:gd name="connsiteX70" fmla="*/ 182270 w 607639"/>
              <a:gd name="connsiteY70" fmla="*/ 212331 h 414642"/>
              <a:gd name="connsiteX71" fmla="*/ 172109 w 607639"/>
              <a:gd name="connsiteY71" fmla="*/ 202196 h 414642"/>
              <a:gd name="connsiteX72" fmla="*/ 182270 w 607639"/>
              <a:gd name="connsiteY72" fmla="*/ 192149 h 414642"/>
              <a:gd name="connsiteX73" fmla="*/ 91153 w 607639"/>
              <a:gd name="connsiteY73" fmla="*/ 192149 h 414642"/>
              <a:gd name="connsiteX74" fmla="*/ 141783 w 607639"/>
              <a:gd name="connsiteY74" fmla="*/ 192149 h 414642"/>
              <a:gd name="connsiteX75" fmla="*/ 151927 w 607639"/>
              <a:gd name="connsiteY75" fmla="*/ 202196 h 414642"/>
              <a:gd name="connsiteX76" fmla="*/ 141783 w 607639"/>
              <a:gd name="connsiteY76" fmla="*/ 212331 h 414642"/>
              <a:gd name="connsiteX77" fmla="*/ 91153 w 607639"/>
              <a:gd name="connsiteY77" fmla="*/ 212331 h 414642"/>
              <a:gd name="connsiteX78" fmla="*/ 81009 w 607639"/>
              <a:gd name="connsiteY78" fmla="*/ 202196 h 414642"/>
              <a:gd name="connsiteX79" fmla="*/ 91153 w 607639"/>
              <a:gd name="connsiteY79" fmla="*/ 192149 h 414642"/>
              <a:gd name="connsiteX80" fmla="*/ 161988 w 607639"/>
              <a:gd name="connsiteY80" fmla="*/ 151716 h 414642"/>
              <a:gd name="connsiteX81" fmla="*/ 232948 w 607639"/>
              <a:gd name="connsiteY81" fmla="*/ 151716 h 414642"/>
              <a:gd name="connsiteX82" fmla="*/ 243098 w 607639"/>
              <a:gd name="connsiteY82" fmla="*/ 161763 h 414642"/>
              <a:gd name="connsiteX83" fmla="*/ 232948 w 607639"/>
              <a:gd name="connsiteY83" fmla="*/ 171898 h 414642"/>
              <a:gd name="connsiteX84" fmla="*/ 161988 w 607639"/>
              <a:gd name="connsiteY84" fmla="*/ 171898 h 414642"/>
              <a:gd name="connsiteX85" fmla="*/ 151927 w 607639"/>
              <a:gd name="connsiteY85" fmla="*/ 161763 h 414642"/>
              <a:gd name="connsiteX86" fmla="*/ 161988 w 607639"/>
              <a:gd name="connsiteY86" fmla="*/ 151716 h 414642"/>
              <a:gd name="connsiteX87" fmla="*/ 91146 w 607639"/>
              <a:gd name="connsiteY87" fmla="*/ 151716 h 414642"/>
              <a:gd name="connsiteX88" fmla="*/ 121467 w 607639"/>
              <a:gd name="connsiteY88" fmla="*/ 151716 h 414642"/>
              <a:gd name="connsiteX89" fmla="*/ 131604 w 607639"/>
              <a:gd name="connsiteY89" fmla="*/ 161763 h 414642"/>
              <a:gd name="connsiteX90" fmla="*/ 121467 w 607639"/>
              <a:gd name="connsiteY90" fmla="*/ 171898 h 414642"/>
              <a:gd name="connsiteX91" fmla="*/ 91146 w 607639"/>
              <a:gd name="connsiteY91" fmla="*/ 171898 h 414642"/>
              <a:gd name="connsiteX92" fmla="*/ 81009 w 607639"/>
              <a:gd name="connsiteY92" fmla="*/ 161763 h 414642"/>
              <a:gd name="connsiteX93" fmla="*/ 91146 w 607639"/>
              <a:gd name="connsiteY93" fmla="*/ 151716 h 414642"/>
              <a:gd name="connsiteX94" fmla="*/ 182270 w 607639"/>
              <a:gd name="connsiteY94" fmla="*/ 111211 h 414642"/>
              <a:gd name="connsiteX95" fmla="*/ 192432 w 607639"/>
              <a:gd name="connsiteY95" fmla="*/ 111211 h 414642"/>
              <a:gd name="connsiteX96" fmla="*/ 202593 w 607639"/>
              <a:gd name="connsiteY96" fmla="*/ 121337 h 414642"/>
              <a:gd name="connsiteX97" fmla="*/ 192432 w 607639"/>
              <a:gd name="connsiteY97" fmla="*/ 131463 h 414642"/>
              <a:gd name="connsiteX98" fmla="*/ 182270 w 607639"/>
              <a:gd name="connsiteY98" fmla="*/ 131463 h 414642"/>
              <a:gd name="connsiteX99" fmla="*/ 172109 w 607639"/>
              <a:gd name="connsiteY99" fmla="*/ 121337 h 414642"/>
              <a:gd name="connsiteX100" fmla="*/ 182270 w 607639"/>
              <a:gd name="connsiteY100" fmla="*/ 111211 h 414642"/>
              <a:gd name="connsiteX101" fmla="*/ 91153 w 607639"/>
              <a:gd name="connsiteY101" fmla="*/ 111211 h 414642"/>
              <a:gd name="connsiteX102" fmla="*/ 141783 w 607639"/>
              <a:gd name="connsiteY102" fmla="*/ 111211 h 414642"/>
              <a:gd name="connsiteX103" fmla="*/ 151927 w 607639"/>
              <a:gd name="connsiteY103" fmla="*/ 121337 h 414642"/>
              <a:gd name="connsiteX104" fmla="*/ 141783 w 607639"/>
              <a:gd name="connsiteY104" fmla="*/ 131463 h 414642"/>
              <a:gd name="connsiteX105" fmla="*/ 91153 w 607639"/>
              <a:gd name="connsiteY105" fmla="*/ 131463 h 414642"/>
              <a:gd name="connsiteX106" fmla="*/ 81009 w 607639"/>
              <a:gd name="connsiteY106" fmla="*/ 121337 h 414642"/>
              <a:gd name="connsiteX107" fmla="*/ 91153 w 607639"/>
              <a:gd name="connsiteY107" fmla="*/ 111211 h 414642"/>
              <a:gd name="connsiteX108" fmla="*/ 286570 w 607639"/>
              <a:gd name="connsiteY108" fmla="*/ 83950 h 414642"/>
              <a:gd name="connsiteX109" fmla="*/ 300730 w 607639"/>
              <a:gd name="connsiteY109" fmla="*/ 83950 h 414642"/>
              <a:gd name="connsiteX110" fmla="*/ 313910 w 607639"/>
              <a:gd name="connsiteY110" fmla="*/ 97103 h 414642"/>
              <a:gd name="connsiteX111" fmla="*/ 327090 w 607639"/>
              <a:gd name="connsiteY111" fmla="*/ 83950 h 414642"/>
              <a:gd name="connsiteX112" fmla="*/ 341250 w 607639"/>
              <a:gd name="connsiteY112" fmla="*/ 83950 h 414642"/>
              <a:gd name="connsiteX113" fmla="*/ 341250 w 607639"/>
              <a:gd name="connsiteY113" fmla="*/ 98169 h 414642"/>
              <a:gd name="connsiteX114" fmla="*/ 328070 w 607639"/>
              <a:gd name="connsiteY114" fmla="*/ 111232 h 414642"/>
              <a:gd name="connsiteX115" fmla="*/ 341250 w 607639"/>
              <a:gd name="connsiteY115" fmla="*/ 124385 h 414642"/>
              <a:gd name="connsiteX116" fmla="*/ 341250 w 607639"/>
              <a:gd name="connsiteY116" fmla="*/ 138604 h 414642"/>
              <a:gd name="connsiteX117" fmla="*/ 334215 w 607639"/>
              <a:gd name="connsiteY117" fmla="*/ 141625 h 414642"/>
              <a:gd name="connsiteX118" fmla="*/ 327090 w 607639"/>
              <a:gd name="connsiteY118" fmla="*/ 138604 h 414642"/>
              <a:gd name="connsiteX119" fmla="*/ 313910 w 607639"/>
              <a:gd name="connsiteY119" fmla="*/ 125451 h 414642"/>
              <a:gd name="connsiteX120" fmla="*/ 300730 w 607639"/>
              <a:gd name="connsiteY120" fmla="*/ 138604 h 414642"/>
              <a:gd name="connsiteX121" fmla="*/ 293694 w 607639"/>
              <a:gd name="connsiteY121" fmla="*/ 141625 h 414642"/>
              <a:gd name="connsiteX122" fmla="*/ 286570 w 607639"/>
              <a:gd name="connsiteY122" fmla="*/ 138604 h 414642"/>
              <a:gd name="connsiteX123" fmla="*/ 286570 w 607639"/>
              <a:gd name="connsiteY123" fmla="*/ 124385 h 414642"/>
              <a:gd name="connsiteX124" fmla="*/ 299750 w 607639"/>
              <a:gd name="connsiteY124" fmla="*/ 111232 h 414642"/>
              <a:gd name="connsiteX125" fmla="*/ 286570 w 607639"/>
              <a:gd name="connsiteY125" fmla="*/ 98169 h 414642"/>
              <a:gd name="connsiteX126" fmla="*/ 286570 w 607639"/>
              <a:gd name="connsiteY126" fmla="*/ 83950 h 414642"/>
              <a:gd name="connsiteX127" fmla="*/ 486056 w 607639"/>
              <a:gd name="connsiteY127" fmla="*/ 70777 h 414642"/>
              <a:gd name="connsiteX128" fmla="*/ 494867 w 607639"/>
              <a:gd name="connsiteY128" fmla="*/ 75576 h 414642"/>
              <a:gd name="connsiteX129" fmla="*/ 523524 w 607639"/>
              <a:gd name="connsiteY129" fmla="*/ 104194 h 414642"/>
              <a:gd name="connsiteX130" fmla="*/ 523524 w 607639"/>
              <a:gd name="connsiteY130" fmla="*/ 118325 h 414642"/>
              <a:gd name="connsiteX131" fmla="*/ 516493 w 607639"/>
              <a:gd name="connsiteY131" fmla="*/ 121346 h 414642"/>
              <a:gd name="connsiteX132" fmla="*/ 509374 w 607639"/>
              <a:gd name="connsiteY132" fmla="*/ 118325 h 414642"/>
              <a:gd name="connsiteX133" fmla="*/ 496202 w 607639"/>
              <a:gd name="connsiteY133" fmla="*/ 105171 h 414642"/>
              <a:gd name="connsiteX134" fmla="*/ 496202 w 607639"/>
              <a:gd name="connsiteY134" fmla="*/ 131478 h 414642"/>
              <a:gd name="connsiteX135" fmla="*/ 435417 w 607639"/>
              <a:gd name="connsiteY135" fmla="*/ 192179 h 414642"/>
              <a:gd name="connsiteX136" fmla="*/ 364574 w 607639"/>
              <a:gd name="connsiteY136" fmla="*/ 192179 h 414642"/>
              <a:gd name="connsiteX137" fmla="*/ 324971 w 607639"/>
              <a:gd name="connsiteY137" fmla="*/ 223996 h 414642"/>
              <a:gd name="connsiteX138" fmla="*/ 354429 w 607639"/>
              <a:gd name="connsiteY138" fmla="*/ 262923 h 414642"/>
              <a:gd name="connsiteX139" fmla="*/ 313935 w 607639"/>
              <a:gd name="connsiteY139" fmla="*/ 303360 h 414642"/>
              <a:gd name="connsiteX140" fmla="*/ 273441 w 607639"/>
              <a:gd name="connsiteY140" fmla="*/ 262923 h 414642"/>
              <a:gd name="connsiteX141" fmla="*/ 304501 w 607639"/>
              <a:gd name="connsiteY141" fmla="*/ 223640 h 414642"/>
              <a:gd name="connsiteX142" fmla="*/ 364574 w 607639"/>
              <a:gd name="connsiteY142" fmla="*/ 171916 h 414642"/>
              <a:gd name="connsiteX143" fmla="*/ 435417 w 607639"/>
              <a:gd name="connsiteY143" fmla="*/ 171916 h 414642"/>
              <a:gd name="connsiteX144" fmla="*/ 475999 w 607639"/>
              <a:gd name="connsiteY144" fmla="*/ 131478 h 414642"/>
              <a:gd name="connsiteX145" fmla="*/ 475999 w 607639"/>
              <a:gd name="connsiteY145" fmla="*/ 105171 h 414642"/>
              <a:gd name="connsiteX146" fmla="*/ 462828 w 607639"/>
              <a:gd name="connsiteY146" fmla="*/ 118325 h 414642"/>
              <a:gd name="connsiteX147" fmla="*/ 455708 w 607639"/>
              <a:gd name="connsiteY147" fmla="*/ 121346 h 414642"/>
              <a:gd name="connsiteX148" fmla="*/ 448588 w 607639"/>
              <a:gd name="connsiteY148" fmla="*/ 118325 h 414642"/>
              <a:gd name="connsiteX149" fmla="*/ 448588 w 607639"/>
              <a:gd name="connsiteY149" fmla="*/ 104194 h 414642"/>
              <a:gd name="connsiteX150" fmla="*/ 477245 w 607639"/>
              <a:gd name="connsiteY150" fmla="*/ 75576 h 414642"/>
              <a:gd name="connsiteX151" fmla="*/ 486056 w 607639"/>
              <a:gd name="connsiteY151" fmla="*/ 70777 h 414642"/>
              <a:gd name="connsiteX152" fmla="*/ 161988 w 607639"/>
              <a:gd name="connsiteY152" fmla="*/ 70777 h 414642"/>
              <a:gd name="connsiteX153" fmla="*/ 232948 w 607639"/>
              <a:gd name="connsiteY153" fmla="*/ 70777 h 414642"/>
              <a:gd name="connsiteX154" fmla="*/ 243098 w 607639"/>
              <a:gd name="connsiteY154" fmla="*/ 80903 h 414642"/>
              <a:gd name="connsiteX155" fmla="*/ 232948 w 607639"/>
              <a:gd name="connsiteY155" fmla="*/ 91029 h 414642"/>
              <a:gd name="connsiteX156" fmla="*/ 161988 w 607639"/>
              <a:gd name="connsiteY156" fmla="*/ 91029 h 414642"/>
              <a:gd name="connsiteX157" fmla="*/ 151927 w 607639"/>
              <a:gd name="connsiteY157" fmla="*/ 80903 h 414642"/>
              <a:gd name="connsiteX158" fmla="*/ 161988 w 607639"/>
              <a:gd name="connsiteY158" fmla="*/ 70777 h 414642"/>
              <a:gd name="connsiteX159" fmla="*/ 91146 w 607639"/>
              <a:gd name="connsiteY159" fmla="*/ 70777 h 414642"/>
              <a:gd name="connsiteX160" fmla="*/ 121467 w 607639"/>
              <a:gd name="connsiteY160" fmla="*/ 70777 h 414642"/>
              <a:gd name="connsiteX161" fmla="*/ 131604 w 607639"/>
              <a:gd name="connsiteY161" fmla="*/ 80903 h 414642"/>
              <a:gd name="connsiteX162" fmla="*/ 121467 w 607639"/>
              <a:gd name="connsiteY162" fmla="*/ 91029 h 414642"/>
              <a:gd name="connsiteX163" fmla="*/ 91146 w 607639"/>
              <a:gd name="connsiteY163" fmla="*/ 91029 h 414642"/>
              <a:gd name="connsiteX164" fmla="*/ 81009 w 607639"/>
              <a:gd name="connsiteY164" fmla="*/ 80903 h 414642"/>
              <a:gd name="connsiteX165" fmla="*/ 91146 w 607639"/>
              <a:gd name="connsiteY165" fmla="*/ 70777 h 414642"/>
              <a:gd name="connsiteX166" fmla="*/ 70848 w 607639"/>
              <a:gd name="connsiteY166" fmla="*/ 20177 h 414642"/>
              <a:gd name="connsiteX167" fmla="*/ 60791 w 607639"/>
              <a:gd name="connsiteY167" fmla="*/ 30309 h 414642"/>
              <a:gd name="connsiteX168" fmla="*/ 60791 w 607639"/>
              <a:gd name="connsiteY168" fmla="*/ 343802 h 414642"/>
              <a:gd name="connsiteX169" fmla="*/ 222780 w 607639"/>
              <a:gd name="connsiteY169" fmla="*/ 343802 h 414642"/>
              <a:gd name="connsiteX170" fmla="*/ 232927 w 607639"/>
              <a:gd name="connsiteY170" fmla="*/ 353935 h 414642"/>
              <a:gd name="connsiteX171" fmla="*/ 232927 w 607639"/>
              <a:gd name="connsiteY171" fmla="*/ 364067 h 414642"/>
              <a:gd name="connsiteX172" fmla="*/ 374712 w 607639"/>
              <a:gd name="connsiteY172" fmla="*/ 364067 h 414642"/>
              <a:gd name="connsiteX173" fmla="*/ 374712 w 607639"/>
              <a:gd name="connsiteY173" fmla="*/ 353935 h 414642"/>
              <a:gd name="connsiteX174" fmla="*/ 384859 w 607639"/>
              <a:gd name="connsiteY174" fmla="*/ 343802 h 414642"/>
              <a:gd name="connsiteX175" fmla="*/ 546848 w 607639"/>
              <a:gd name="connsiteY175" fmla="*/ 343802 h 414642"/>
              <a:gd name="connsiteX176" fmla="*/ 546848 w 607639"/>
              <a:gd name="connsiteY176" fmla="*/ 30309 h 414642"/>
              <a:gd name="connsiteX177" fmla="*/ 536702 w 607639"/>
              <a:gd name="connsiteY177" fmla="*/ 20177 h 414642"/>
              <a:gd name="connsiteX178" fmla="*/ 70848 w 607639"/>
              <a:gd name="connsiteY178" fmla="*/ 0 h 414642"/>
              <a:gd name="connsiteX179" fmla="*/ 536702 w 607639"/>
              <a:gd name="connsiteY179" fmla="*/ 0 h 414642"/>
              <a:gd name="connsiteX180" fmla="*/ 567142 w 607639"/>
              <a:gd name="connsiteY180" fmla="*/ 30309 h 414642"/>
              <a:gd name="connsiteX181" fmla="*/ 567142 w 607639"/>
              <a:gd name="connsiteY181" fmla="*/ 343802 h 414642"/>
              <a:gd name="connsiteX182" fmla="*/ 597492 w 607639"/>
              <a:gd name="connsiteY182" fmla="*/ 343802 h 414642"/>
              <a:gd name="connsiteX183" fmla="*/ 607639 w 607639"/>
              <a:gd name="connsiteY183" fmla="*/ 353935 h 414642"/>
              <a:gd name="connsiteX184" fmla="*/ 607639 w 607639"/>
              <a:gd name="connsiteY184" fmla="*/ 384244 h 414642"/>
              <a:gd name="connsiteX185" fmla="*/ 577199 w 607639"/>
              <a:gd name="connsiteY185" fmla="*/ 414642 h 414642"/>
              <a:gd name="connsiteX186" fmla="*/ 30351 w 607639"/>
              <a:gd name="connsiteY186" fmla="*/ 414642 h 414642"/>
              <a:gd name="connsiteX187" fmla="*/ 0 w 607639"/>
              <a:gd name="connsiteY187" fmla="*/ 384244 h 414642"/>
              <a:gd name="connsiteX188" fmla="*/ 0 w 607639"/>
              <a:gd name="connsiteY188" fmla="*/ 353935 h 414642"/>
              <a:gd name="connsiteX189" fmla="*/ 10147 w 607639"/>
              <a:gd name="connsiteY189" fmla="*/ 343802 h 414642"/>
              <a:gd name="connsiteX190" fmla="*/ 40497 w 607639"/>
              <a:gd name="connsiteY190" fmla="*/ 343802 h 414642"/>
              <a:gd name="connsiteX191" fmla="*/ 40497 w 607639"/>
              <a:gd name="connsiteY191" fmla="*/ 30309 h 414642"/>
              <a:gd name="connsiteX192" fmla="*/ 70848 w 607639"/>
              <a:gd name="connsiteY192" fmla="*/ 0 h 414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</a:cxnLst>
            <a:rect l="l" t="t" r="r" b="b"/>
            <a:pathLst>
              <a:path w="607639" h="414642">
                <a:moveTo>
                  <a:pt x="20293" y="364067"/>
                </a:moveTo>
                <a:lnTo>
                  <a:pt x="20293" y="384244"/>
                </a:lnTo>
                <a:cubicBezTo>
                  <a:pt x="20293" y="390377"/>
                  <a:pt x="24298" y="394377"/>
                  <a:pt x="30351" y="394377"/>
                </a:cubicBezTo>
                <a:lnTo>
                  <a:pt x="577199" y="394377"/>
                </a:lnTo>
                <a:cubicBezTo>
                  <a:pt x="583341" y="394377"/>
                  <a:pt x="587346" y="390377"/>
                  <a:pt x="587346" y="384244"/>
                </a:cubicBezTo>
                <a:lnTo>
                  <a:pt x="587346" y="364067"/>
                </a:lnTo>
                <a:lnTo>
                  <a:pt x="556995" y="364067"/>
                </a:lnTo>
                <a:lnTo>
                  <a:pt x="394916" y="364067"/>
                </a:lnTo>
                <a:lnTo>
                  <a:pt x="394916" y="374200"/>
                </a:lnTo>
                <a:cubicBezTo>
                  <a:pt x="394916" y="380244"/>
                  <a:pt x="390911" y="384244"/>
                  <a:pt x="384859" y="384244"/>
                </a:cubicBezTo>
                <a:lnTo>
                  <a:pt x="222780" y="384244"/>
                </a:lnTo>
                <a:cubicBezTo>
                  <a:pt x="216728" y="384244"/>
                  <a:pt x="212634" y="380244"/>
                  <a:pt x="212634" y="374200"/>
                </a:cubicBezTo>
                <a:lnTo>
                  <a:pt x="212634" y="364067"/>
                </a:lnTo>
                <a:lnTo>
                  <a:pt x="50644" y="364067"/>
                </a:lnTo>
                <a:close/>
                <a:moveTo>
                  <a:pt x="182270" y="273017"/>
                </a:moveTo>
                <a:lnTo>
                  <a:pt x="192432" y="273017"/>
                </a:lnTo>
                <a:cubicBezTo>
                  <a:pt x="198493" y="273017"/>
                  <a:pt x="202593" y="277018"/>
                  <a:pt x="202593" y="283153"/>
                </a:cubicBezTo>
                <a:cubicBezTo>
                  <a:pt x="202593" y="289198"/>
                  <a:pt x="198493" y="293199"/>
                  <a:pt x="192432" y="293199"/>
                </a:cubicBezTo>
                <a:lnTo>
                  <a:pt x="182270" y="293199"/>
                </a:lnTo>
                <a:cubicBezTo>
                  <a:pt x="176209" y="293199"/>
                  <a:pt x="172109" y="289198"/>
                  <a:pt x="172109" y="283153"/>
                </a:cubicBezTo>
                <a:cubicBezTo>
                  <a:pt x="172109" y="277018"/>
                  <a:pt x="176209" y="273017"/>
                  <a:pt x="182270" y="273017"/>
                </a:cubicBezTo>
                <a:close/>
                <a:moveTo>
                  <a:pt x="91153" y="273017"/>
                </a:moveTo>
                <a:lnTo>
                  <a:pt x="141783" y="273017"/>
                </a:lnTo>
                <a:cubicBezTo>
                  <a:pt x="147834" y="273017"/>
                  <a:pt x="151927" y="277018"/>
                  <a:pt x="151927" y="283153"/>
                </a:cubicBezTo>
                <a:cubicBezTo>
                  <a:pt x="151927" y="289198"/>
                  <a:pt x="147834" y="293199"/>
                  <a:pt x="141783" y="293199"/>
                </a:cubicBezTo>
                <a:lnTo>
                  <a:pt x="91153" y="293199"/>
                </a:lnTo>
                <a:cubicBezTo>
                  <a:pt x="85102" y="293199"/>
                  <a:pt x="81009" y="289198"/>
                  <a:pt x="81009" y="283153"/>
                </a:cubicBezTo>
                <a:cubicBezTo>
                  <a:pt x="81009" y="277018"/>
                  <a:pt x="85102" y="273017"/>
                  <a:pt x="91153" y="273017"/>
                </a:cubicBezTo>
                <a:close/>
                <a:moveTo>
                  <a:pt x="313935" y="242748"/>
                </a:moveTo>
                <a:cubicBezTo>
                  <a:pt x="302810" y="242748"/>
                  <a:pt x="293732" y="251813"/>
                  <a:pt x="293732" y="262923"/>
                </a:cubicBezTo>
                <a:cubicBezTo>
                  <a:pt x="293732" y="274032"/>
                  <a:pt x="302810" y="283186"/>
                  <a:pt x="313935" y="283186"/>
                </a:cubicBezTo>
                <a:cubicBezTo>
                  <a:pt x="325060" y="283186"/>
                  <a:pt x="334226" y="274032"/>
                  <a:pt x="334226" y="262923"/>
                </a:cubicBezTo>
                <a:cubicBezTo>
                  <a:pt x="334226" y="251813"/>
                  <a:pt x="325060" y="242748"/>
                  <a:pt x="313935" y="242748"/>
                </a:cubicBezTo>
                <a:close/>
                <a:moveTo>
                  <a:pt x="458728" y="235613"/>
                </a:moveTo>
                <a:cubicBezTo>
                  <a:pt x="462821" y="231525"/>
                  <a:pt x="468872" y="231525"/>
                  <a:pt x="472877" y="235613"/>
                </a:cubicBezTo>
                <a:lnTo>
                  <a:pt x="486046" y="248765"/>
                </a:lnTo>
                <a:lnTo>
                  <a:pt x="499215" y="235613"/>
                </a:lnTo>
                <a:cubicBezTo>
                  <a:pt x="503309" y="231525"/>
                  <a:pt x="509360" y="231525"/>
                  <a:pt x="513453" y="235613"/>
                </a:cubicBezTo>
                <a:cubicBezTo>
                  <a:pt x="517457" y="239612"/>
                  <a:pt x="517457" y="245744"/>
                  <a:pt x="513453" y="249743"/>
                </a:cubicBezTo>
                <a:lnTo>
                  <a:pt x="500283" y="262895"/>
                </a:lnTo>
                <a:lnTo>
                  <a:pt x="513453" y="276048"/>
                </a:lnTo>
                <a:cubicBezTo>
                  <a:pt x="517457" y="280136"/>
                  <a:pt x="517457" y="286179"/>
                  <a:pt x="513453" y="290178"/>
                </a:cubicBezTo>
                <a:cubicBezTo>
                  <a:pt x="511406" y="292222"/>
                  <a:pt x="509360" y="293199"/>
                  <a:pt x="506334" y="293199"/>
                </a:cubicBezTo>
                <a:cubicBezTo>
                  <a:pt x="503309" y="293199"/>
                  <a:pt x="501262" y="292222"/>
                  <a:pt x="499215" y="290178"/>
                </a:cubicBezTo>
                <a:lnTo>
                  <a:pt x="486046" y="277025"/>
                </a:lnTo>
                <a:lnTo>
                  <a:pt x="472877" y="290178"/>
                </a:lnTo>
                <a:cubicBezTo>
                  <a:pt x="470919" y="292222"/>
                  <a:pt x="468872" y="293199"/>
                  <a:pt x="465847" y="293199"/>
                </a:cubicBezTo>
                <a:cubicBezTo>
                  <a:pt x="462821" y="293199"/>
                  <a:pt x="460775" y="292222"/>
                  <a:pt x="458728" y="290178"/>
                </a:cubicBezTo>
                <a:cubicBezTo>
                  <a:pt x="454724" y="286179"/>
                  <a:pt x="454724" y="280136"/>
                  <a:pt x="458728" y="276048"/>
                </a:cubicBezTo>
                <a:lnTo>
                  <a:pt x="471898" y="262895"/>
                </a:lnTo>
                <a:lnTo>
                  <a:pt x="458728" y="249743"/>
                </a:lnTo>
                <a:cubicBezTo>
                  <a:pt x="454724" y="245744"/>
                  <a:pt x="454724" y="239612"/>
                  <a:pt x="458728" y="235613"/>
                </a:cubicBezTo>
                <a:close/>
                <a:moveTo>
                  <a:pt x="161988" y="232583"/>
                </a:moveTo>
                <a:lnTo>
                  <a:pt x="232948" y="232583"/>
                </a:lnTo>
                <a:cubicBezTo>
                  <a:pt x="239002" y="232583"/>
                  <a:pt x="243098" y="236584"/>
                  <a:pt x="243098" y="242719"/>
                </a:cubicBezTo>
                <a:cubicBezTo>
                  <a:pt x="243098" y="248764"/>
                  <a:pt x="239002" y="252765"/>
                  <a:pt x="232948" y="252765"/>
                </a:cubicBezTo>
                <a:lnTo>
                  <a:pt x="161988" y="252765"/>
                </a:lnTo>
                <a:cubicBezTo>
                  <a:pt x="155934" y="252765"/>
                  <a:pt x="151927" y="248764"/>
                  <a:pt x="151927" y="242719"/>
                </a:cubicBezTo>
                <a:cubicBezTo>
                  <a:pt x="151927" y="236584"/>
                  <a:pt x="155934" y="232583"/>
                  <a:pt x="161988" y="232583"/>
                </a:cubicBezTo>
                <a:close/>
                <a:moveTo>
                  <a:pt x="91146" y="232583"/>
                </a:moveTo>
                <a:lnTo>
                  <a:pt x="121467" y="232583"/>
                </a:lnTo>
                <a:cubicBezTo>
                  <a:pt x="127603" y="232583"/>
                  <a:pt x="131604" y="236584"/>
                  <a:pt x="131604" y="242719"/>
                </a:cubicBezTo>
                <a:cubicBezTo>
                  <a:pt x="131604" y="248764"/>
                  <a:pt x="127603" y="252765"/>
                  <a:pt x="121467" y="252765"/>
                </a:cubicBezTo>
                <a:lnTo>
                  <a:pt x="91146" y="252765"/>
                </a:lnTo>
                <a:cubicBezTo>
                  <a:pt x="85099" y="252765"/>
                  <a:pt x="81009" y="248764"/>
                  <a:pt x="81009" y="242719"/>
                </a:cubicBezTo>
                <a:cubicBezTo>
                  <a:pt x="81009" y="236584"/>
                  <a:pt x="85099" y="232583"/>
                  <a:pt x="91146" y="232583"/>
                </a:cubicBezTo>
                <a:close/>
                <a:moveTo>
                  <a:pt x="182270" y="192149"/>
                </a:moveTo>
                <a:lnTo>
                  <a:pt x="192432" y="192149"/>
                </a:lnTo>
                <a:cubicBezTo>
                  <a:pt x="198493" y="192149"/>
                  <a:pt x="202593" y="196150"/>
                  <a:pt x="202593" y="202196"/>
                </a:cubicBezTo>
                <a:cubicBezTo>
                  <a:pt x="202593" y="208330"/>
                  <a:pt x="198493" y="212331"/>
                  <a:pt x="192432" y="212331"/>
                </a:cubicBezTo>
                <a:lnTo>
                  <a:pt x="182270" y="212331"/>
                </a:lnTo>
                <a:cubicBezTo>
                  <a:pt x="176209" y="212331"/>
                  <a:pt x="172109" y="208330"/>
                  <a:pt x="172109" y="202196"/>
                </a:cubicBezTo>
                <a:cubicBezTo>
                  <a:pt x="172109" y="196150"/>
                  <a:pt x="176209" y="192149"/>
                  <a:pt x="182270" y="192149"/>
                </a:cubicBezTo>
                <a:close/>
                <a:moveTo>
                  <a:pt x="91153" y="192149"/>
                </a:moveTo>
                <a:lnTo>
                  <a:pt x="141783" y="192149"/>
                </a:lnTo>
                <a:cubicBezTo>
                  <a:pt x="147834" y="192149"/>
                  <a:pt x="151927" y="196150"/>
                  <a:pt x="151927" y="202196"/>
                </a:cubicBezTo>
                <a:cubicBezTo>
                  <a:pt x="151927" y="208330"/>
                  <a:pt x="147834" y="212331"/>
                  <a:pt x="141783" y="212331"/>
                </a:cubicBezTo>
                <a:lnTo>
                  <a:pt x="91153" y="212331"/>
                </a:lnTo>
                <a:cubicBezTo>
                  <a:pt x="85102" y="212331"/>
                  <a:pt x="81009" y="208330"/>
                  <a:pt x="81009" y="202196"/>
                </a:cubicBezTo>
                <a:cubicBezTo>
                  <a:pt x="81009" y="196150"/>
                  <a:pt x="85102" y="192149"/>
                  <a:pt x="91153" y="192149"/>
                </a:cubicBezTo>
                <a:close/>
                <a:moveTo>
                  <a:pt x="161988" y="151716"/>
                </a:moveTo>
                <a:lnTo>
                  <a:pt x="232948" y="151716"/>
                </a:lnTo>
                <a:cubicBezTo>
                  <a:pt x="239002" y="151716"/>
                  <a:pt x="243098" y="155717"/>
                  <a:pt x="243098" y="161763"/>
                </a:cubicBezTo>
                <a:cubicBezTo>
                  <a:pt x="243098" y="167897"/>
                  <a:pt x="239002" y="171898"/>
                  <a:pt x="232948" y="171898"/>
                </a:cubicBezTo>
                <a:lnTo>
                  <a:pt x="161988" y="171898"/>
                </a:lnTo>
                <a:cubicBezTo>
                  <a:pt x="155934" y="171898"/>
                  <a:pt x="151927" y="167897"/>
                  <a:pt x="151927" y="161763"/>
                </a:cubicBezTo>
                <a:cubicBezTo>
                  <a:pt x="151927" y="155717"/>
                  <a:pt x="155934" y="151716"/>
                  <a:pt x="161988" y="151716"/>
                </a:cubicBezTo>
                <a:close/>
                <a:moveTo>
                  <a:pt x="91146" y="151716"/>
                </a:moveTo>
                <a:lnTo>
                  <a:pt x="121467" y="151716"/>
                </a:lnTo>
                <a:cubicBezTo>
                  <a:pt x="127603" y="151716"/>
                  <a:pt x="131604" y="155717"/>
                  <a:pt x="131604" y="161763"/>
                </a:cubicBezTo>
                <a:cubicBezTo>
                  <a:pt x="131604" y="167897"/>
                  <a:pt x="127603" y="171898"/>
                  <a:pt x="121467" y="171898"/>
                </a:cubicBezTo>
                <a:lnTo>
                  <a:pt x="91146" y="171898"/>
                </a:lnTo>
                <a:cubicBezTo>
                  <a:pt x="85099" y="171898"/>
                  <a:pt x="81009" y="167897"/>
                  <a:pt x="81009" y="161763"/>
                </a:cubicBezTo>
                <a:cubicBezTo>
                  <a:pt x="81009" y="155717"/>
                  <a:pt x="85099" y="151716"/>
                  <a:pt x="91146" y="151716"/>
                </a:cubicBezTo>
                <a:close/>
                <a:moveTo>
                  <a:pt x="182270" y="111211"/>
                </a:moveTo>
                <a:lnTo>
                  <a:pt x="192432" y="111211"/>
                </a:lnTo>
                <a:cubicBezTo>
                  <a:pt x="198493" y="111211"/>
                  <a:pt x="202593" y="115297"/>
                  <a:pt x="202593" y="121337"/>
                </a:cubicBezTo>
                <a:cubicBezTo>
                  <a:pt x="202593" y="127377"/>
                  <a:pt x="198493" y="131463"/>
                  <a:pt x="192432" y="131463"/>
                </a:cubicBezTo>
                <a:lnTo>
                  <a:pt x="182270" y="131463"/>
                </a:lnTo>
                <a:cubicBezTo>
                  <a:pt x="176209" y="131463"/>
                  <a:pt x="172109" y="127377"/>
                  <a:pt x="172109" y="121337"/>
                </a:cubicBezTo>
                <a:cubicBezTo>
                  <a:pt x="172109" y="115297"/>
                  <a:pt x="176209" y="111211"/>
                  <a:pt x="182270" y="111211"/>
                </a:cubicBezTo>
                <a:close/>
                <a:moveTo>
                  <a:pt x="91153" y="111211"/>
                </a:moveTo>
                <a:lnTo>
                  <a:pt x="141783" y="111211"/>
                </a:lnTo>
                <a:cubicBezTo>
                  <a:pt x="147834" y="111211"/>
                  <a:pt x="151927" y="115297"/>
                  <a:pt x="151927" y="121337"/>
                </a:cubicBezTo>
                <a:cubicBezTo>
                  <a:pt x="151927" y="127377"/>
                  <a:pt x="147834" y="131463"/>
                  <a:pt x="141783" y="131463"/>
                </a:cubicBezTo>
                <a:lnTo>
                  <a:pt x="91153" y="131463"/>
                </a:lnTo>
                <a:cubicBezTo>
                  <a:pt x="85102" y="131463"/>
                  <a:pt x="81009" y="127377"/>
                  <a:pt x="81009" y="121337"/>
                </a:cubicBezTo>
                <a:cubicBezTo>
                  <a:pt x="81009" y="115297"/>
                  <a:pt x="85102" y="111211"/>
                  <a:pt x="91153" y="111211"/>
                </a:cubicBezTo>
                <a:close/>
                <a:moveTo>
                  <a:pt x="286570" y="83950"/>
                </a:moveTo>
                <a:cubicBezTo>
                  <a:pt x="290577" y="79951"/>
                  <a:pt x="296722" y="79951"/>
                  <a:pt x="300730" y="83950"/>
                </a:cubicBezTo>
                <a:lnTo>
                  <a:pt x="313910" y="97103"/>
                </a:lnTo>
                <a:lnTo>
                  <a:pt x="327090" y="83950"/>
                </a:lnTo>
                <a:cubicBezTo>
                  <a:pt x="331187" y="79951"/>
                  <a:pt x="337243" y="79951"/>
                  <a:pt x="341250" y="83950"/>
                </a:cubicBezTo>
                <a:cubicBezTo>
                  <a:pt x="345347" y="88038"/>
                  <a:pt x="345347" y="94081"/>
                  <a:pt x="341250" y="98169"/>
                </a:cubicBezTo>
                <a:lnTo>
                  <a:pt x="328070" y="111232"/>
                </a:lnTo>
                <a:lnTo>
                  <a:pt x="341250" y="124385"/>
                </a:lnTo>
                <a:cubicBezTo>
                  <a:pt x="345347" y="128473"/>
                  <a:pt x="345347" y="134516"/>
                  <a:pt x="341250" y="138604"/>
                </a:cubicBezTo>
                <a:cubicBezTo>
                  <a:pt x="339291" y="140559"/>
                  <a:pt x="337243" y="141625"/>
                  <a:pt x="334215" y="141625"/>
                </a:cubicBezTo>
                <a:cubicBezTo>
                  <a:pt x="331187" y="141625"/>
                  <a:pt x="329139" y="140559"/>
                  <a:pt x="327090" y="138604"/>
                </a:cubicBezTo>
                <a:lnTo>
                  <a:pt x="313910" y="125451"/>
                </a:lnTo>
                <a:lnTo>
                  <a:pt x="300730" y="138604"/>
                </a:lnTo>
                <a:cubicBezTo>
                  <a:pt x="298681" y="140559"/>
                  <a:pt x="296722" y="141625"/>
                  <a:pt x="293694" y="141625"/>
                </a:cubicBezTo>
                <a:cubicBezTo>
                  <a:pt x="290577" y="141625"/>
                  <a:pt x="288618" y="140559"/>
                  <a:pt x="286570" y="138604"/>
                </a:cubicBezTo>
                <a:cubicBezTo>
                  <a:pt x="282473" y="134516"/>
                  <a:pt x="282473" y="128473"/>
                  <a:pt x="286570" y="124385"/>
                </a:cubicBezTo>
                <a:lnTo>
                  <a:pt x="299750" y="111232"/>
                </a:lnTo>
                <a:lnTo>
                  <a:pt x="286570" y="98169"/>
                </a:lnTo>
                <a:cubicBezTo>
                  <a:pt x="282473" y="94081"/>
                  <a:pt x="282473" y="88038"/>
                  <a:pt x="286570" y="83950"/>
                </a:cubicBezTo>
                <a:close/>
                <a:moveTo>
                  <a:pt x="486056" y="70777"/>
                </a:moveTo>
                <a:cubicBezTo>
                  <a:pt x="490150" y="70777"/>
                  <a:pt x="493265" y="72555"/>
                  <a:pt x="494867" y="75576"/>
                </a:cubicBezTo>
                <a:lnTo>
                  <a:pt x="523524" y="104194"/>
                </a:lnTo>
                <a:cubicBezTo>
                  <a:pt x="527618" y="108193"/>
                  <a:pt x="527618" y="114325"/>
                  <a:pt x="523524" y="118325"/>
                </a:cubicBezTo>
                <a:cubicBezTo>
                  <a:pt x="521566" y="120369"/>
                  <a:pt x="519519" y="121346"/>
                  <a:pt x="516493" y="121346"/>
                </a:cubicBezTo>
                <a:cubicBezTo>
                  <a:pt x="513467" y="121346"/>
                  <a:pt x="511420" y="120369"/>
                  <a:pt x="509374" y="118325"/>
                </a:cubicBezTo>
                <a:lnTo>
                  <a:pt x="496202" y="105171"/>
                </a:lnTo>
                <a:lnTo>
                  <a:pt x="496202" y="131478"/>
                </a:lnTo>
                <a:cubicBezTo>
                  <a:pt x="496202" y="164806"/>
                  <a:pt x="468880" y="192179"/>
                  <a:pt x="435417" y="192179"/>
                </a:cubicBezTo>
                <a:lnTo>
                  <a:pt x="364574" y="192179"/>
                </a:lnTo>
                <a:cubicBezTo>
                  <a:pt x="345262" y="192179"/>
                  <a:pt x="328975" y="205865"/>
                  <a:pt x="324971" y="223996"/>
                </a:cubicBezTo>
                <a:cubicBezTo>
                  <a:pt x="341969" y="228884"/>
                  <a:pt x="354429" y="244526"/>
                  <a:pt x="354429" y="262923"/>
                </a:cubicBezTo>
                <a:cubicBezTo>
                  <a:pt x="354429" y="285141"/>
                  <a:pt x="336184" y="303360"/>
                  <a:pt x="313935" y="303360"/>
                </a:cubicBezTo>
                <a:cubicBezTo>
                  <a:pt x="291685" y="303360"/>
                  <a:pt x="273441" y="285141"/>
                  <a:pt x="273441" y="262923"/>
                </a:cubicBezTo>
                <a:cubicBezTo>
                  <a:pt x="273441" y="243903"/>
                  <a:pt x="286702" y="227906"/>
                  <a:pt x="304501" y="223640"/>
                </a:cubicBezTo>
                <a:cubicBezTo>
                  <a:pt x="308862" y="194490"/>
                  <a:pt x="334226" y="171916"/>
                  <a:pt x="364574" y="171916"/>
                </a:cubicBezTo>
                <a:lnTo>
                  <a:pt x="435417" y="171916"/>
                </a:lnTo>
                <a:cubicBezTo>
                  <a:pt x="457755" y="171916"/>
                  <a:pt x="475999" y="153696"/>
                  <a:pt x="475999" y="131478"/>
                </a:cubicBezTo>
                <a:lnTo>
                  <a:pt x="475999" y="105171"/>
                </a:lnTo>
                <a:lnTo>
                  <a:pt x="462828" y="118325"/>
                </a:lnTo>
                <a:cubicBezTo>
                  <a:pt x="460781" y="120369"/>
                  <a:pt x="458734" y="121346"/>
                  <a:pt x="455708" y="121346"/>
                </a:cubicBezTo>
                <a:cubicBezTo>
                  <a:pt x="452682" y="121346"/>
                  <a:pt x="450635" y="120369"/>
                  <a:pt x="448588" y="118325"/>
                </a:cubicBezTo>
                <a:cubicBezTo>
                  <a:pt x="444583" y="114325"/>
                  <a:pt x="444583" y="108193"/>
                  <a:pt x="448588" y="104194"/>
                </a:cubicBezTo>
                <a:lnTo>
                  <a:pt x="477245" y="75576"/>
                </a:lnTo>
                <a:cubicBezTo>
                  <a:pt x="478936" y="72555"/>
                  <a:pt x="482051" y="70777"/>
                  <a:pt x="486056" y="70777"/>
                </a:cubicBezTo>
                <a:close/>
                <a:moveTo>
                  <a:pt x="161988" y="70777"/>
                </a:moveTo>
                <a:lnTo>
                  <a:pt x="232948" y="70777"/>
                </a:lnTo>
                <a:cubicBezTo>
                  <a:pt x="239002" y="70777"/>
                  <a:pt x="243098" y="74863"/>
                  <a:pt x="243098" y="80903"/>
                </a:cubicBezTo>
                <a:cubicBezTo>
                  <a:pt x="243098" y="86943"/>
                  <a:pt x="239002" y="91029"/>
                  <a:pt x="232948" y="91029"/>
                </a:cubicBezTo>
                <a:lnTo>
                  <a:pt x="161988" y="91029"/>
                </a:lnTo>
                <a:cubicBezTo>
                  <a:pt x="155934" y="91029"/>
                  <a:pt x="151927" y="86943"/>
                  <a:pt x="151927" y="80903"/>
                </a:cubicBezTo>
                <a:cubicBezTo>
                  <a:pt x="151927" y="74863"/>
                  <a:pt x="155934" y="70777"/>
                  <a:pt x="161988" y="70777"/>
                </a:cubicBezTo>
                <a:close/>
                <a:moveTo>
                  <a:pt x="91146" y="70777"/>
                </a:moveTo>
                <a:lnTo>
                  <a:pt x="121467" y="70777"/>
                </a:lnTo>
                <a:cubicBezTo>
                  <a:pt x="127603" y="70777"/>
                  <a:pt x="131604" y="74863"/>
                  <a:pt x="131604" y="80903"/>
                </a:cubicBezTo>
                <a:cubicBezTo>
                  <a:pt x="131604" y="86943"/>
                  <a:pt x="127603" y="91029"/>
                  <a:pt x="121467" y="91029"/>
                </a:cubicBezTo>
                <a:lnTo>
                  <a:pt x="91146" y="91029"/>
                </a:lnTo>
                <a:cubicBezTo>
                  <a:pt x="85099" y="91029"/>
                  <a:pt x="81009" y="86943"/>
                  <a:pt x="81009" y="80903"/>
                </a:cubicBezTo>
                <a:cubicBezTo>
                  <a:pt x="81009" y="74863"/>
                  <a:pt x="85099" y="70777"/>
                  <a:pt x="91146" y="70777"/>
                </a:cubicBezTo>
                <a:close/>
                <a:moveTo>
                  <a:pt x="70848" y="20177"/>
                </a:moveTo>
                <a:cubicBezTo>
                  <a:pt x="64796" y="20177"/>
                  <a:pt x="60791" y="24265"/>
                  <a:pt x="60791" y="30309"/>
                </a:cubicBezTo>
                <a:lnTo>
                  <a:pt x="60791" y="343802"/>
                </a:lnTo>
                <a:lnTo>
                  <a:pt x="222780" y="343802"/>
                </a:lnTo>
                <a:cubicBezTo>
                  <a:pt x="228833" y="343802"/>
                  <a:pt x="232927" y="347891"/>
                  <a:pt x="232927" y="353935"/>
                </a:cubicBezTo>
                <a:lnTo>
                  <a:pt x="232927" y="364067"/>
                </a:lnTo>
                <a:lnTo>
                  <a:pt x="374712" y="364067"/>
                </a:lnTo>
                <a:lnTo>
                  <a:pt x="374712" y="353935"/>
                </a:lnTo>
                <a:cubicBezTo>
                  <a:pt x="374712" y="347891"/>
                  <a:pt x="378717" y="343802"/>
                  <a:pt x="384859" y="343802"/>
                </a:cubicBezTo>
                <a:lnTo>
                  <a:pt x="546848" y="343802"/>
                </a:lnTo>
                <a:lnTo>
                  <a:pt x="546848" y="30309"/>
                </a:lnTo>
                <a:cubicBezTo>
                  <a:pt x="546848" y="24265"/>
                  <a:pt x="542754" y="20177"/>
                  <a:pt x="536702" y="20177"/>
                </a:cubicBezTo>
                <a:close/>
                <a:moveTo>
                  <a:pt x="70848" y="0"/>
                </a:moveTo>
                <a:lnTo>
                  <a:pt x="536702" y="0"/>
                </a:lnTo>
                <a:cubicBezTo>
                  <a:pt x="553969" y="0"/>
                  <a:pt x="567142" y="13155"/>
                  <a:pt x="567142" y="30309"/>
                </a:cubicBezTo>
                <a:lnTo>
                  <a:pt x="567142" y="343802"/>
                </a:lnTo>
                <a:lnTo>
                  <a:pt x="597492" y="343802"/>
                </a:lnTo>
                <a:cubicBezTo>
                  <a:pt x="603545" y="343802"/>
                  <a:pt x="607639" y="347891"/>
                  <a:pt x="607639" y="353935"/>
                </a:cubicBezTo>
                <a:lnTo>
                  <a:pt x="607639" y="384244"/>
                </a:lnTo>
                <a:cubicBezTo>
                  <a:pt x="607639" y="401487"/>
                  <a:pt x="594466" y="414642"/>
                  <a:pt x="577199" y="414642"/>
                </a:cubicBezTo>
                <a:lnTo>
                  <a:pt x="30351" y="414642"/>
                </a:lnTo>
                <a:cubicBezTo>
                  <a:pt x="13173" y="414642"/>
                  <a:pt x="0" y="401487"/>
                  <a:pt x="0" y="384244"/>
                </a:cubicBezTo>
                <a:lnTo>
                  <a:pt x="0" y="353935"/>
                </a:lnTo>
                <a:cubicBezTo>
                  <a:pt x="0" y="347891"/>
                  <a:pt x="4094" y="343802"/>
                  <a:pt x="10147" y="343802"/>
                </a:cubicBezTo>
                <a:lnTo>
                  <a:pt x="40497" y="343802"/>
                </a:lnTo>
                <a:lnTo>
                  <a:pt x="40497" y="30309"/>
                </a:lnTo>
                <a:cubicBezTo>
                  <a:pt x="40497" y="13155"/>
                  <a:pt x="53670" y="0"/>
                  <a:pt x="7084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0" name="îSļîḋe">
            <a:extLst>
              <a:ext uri="{FF2B5EF4-FFF2-40B4-BE49-F238E27FC236}">
                <a16:creationId xmlns:a16="http://schemas.microsoft.com/office/drawing/2014/main" id="{58660469-0527-432A-A40E-65E535C10231}"/>
              </a:ext>
            </a:extLst>
          </p:cNvPr>
          <p:cNvSpPr/>
          <p:nvPr/>
        </p:nvSpPr>
        <p:spPr>
          <a:xfrm>
            <a:off x="9003416" y="5252071"/>
            <a:ext cx="889769" cy="889769"/>
          </a:xfrm>
          <a:prstGeom prst="ellipse">
            <a:avLst/>
          </a:prstGeom>
          <a:solidFill>
            <a:schemeClr val="accent3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t>join</a:t>
            </a:r>
          </a:p>
        </p:txBody>
      </p:sp>
      <p:sp>
        <p:nvSpPr>
          <p:cNvPr id="21" name="íṧľiḋè">
            <a:extLst>
              <a:ext uri="{FF2B5EF4-FFF2-40B4-BE49-F238E27FC236}">
                <a16:creationId xmlns:a16="http://schemas.microsoft.com/office/drawing/2014/main" id="{6377D062-4B9B-4E80-BCF1-FFBD7DC1995A}"/>
              </a:ext>
            </a:extLst>
          </p:cNvPr>
          <p:cNvSpPr/>
          <p:nvPr/>
        </p:nvSpPr>
        <p:spPr bwMode="auto">
          <a:xfrm>
            <a:off x="9228522" y="5546983"/>
            <a:ext cx="439555" cy="299944"/>
          </a:xfrm>
          <a:custGeom>
            <a:avLst/>
            <a:gdLst>
              <a:gd name="connsiteX0" fmla="*/ 20293 w 607639"/>
              <a:gd name="connsiteY0" fmla="*/ 364067 h 414642"/>
              <a:gd name="connsiteX1" fmla="*/ 20293 w 607639"/>
              <a:gd name="connsiteY1" fmla="*/ 384244 h 414642"/>
              <a:gd name="connsiteX2" fmla="*/ 30351 w 607639"/>
              <a:gd name="connsiteY2" fmla="*/ 394377 h 414642"/>
              <a:gd name="connsiteX3" fmla="*/ 577199 w 607639"/>
              <a:gd name="connsiteY3" fmla="*/ 394377 h 414642"/>
              <a:gd name="connsiteX4" fmla="*/ 587346 w 607639"/>
              <a:gd name="connsiteY4" fmla="*/ 384244 h 414642"/>
              <a:gd name="connsiteX5" fmla="*/ 587346 w 607639"/>
              <a:gd name="connsiteY5" fmla="*/ 364067 h 414642"/>
              <a:gd name="connsiteX6" fmla="*/ 556995 w 607639"/>
              <a:gd name="connsiteY6" fmla="*/ 364067 h 414642"/>
              <a:gd name="connsiteX7" fmla="*/ 394916 w 607639"/>
              <a:gd name="connsiteY7" fmla="*/ 364067 h 414642"/>
              <a:gd name="connsiteX8" fmla="*/ 394916 w 607639"/>
              <a:gd name="connsiteY8" fmla="*/ 374200 h 414642"/>
              <a:gd name="connsiteX9" fmla="*/ 384859 w 607639"/>
              <a:gd name="connsiteY9" fmla="*/ 384244 h 414642"/>
              <a:gd name="connsiteX10" fmla="*/ 222780 w 607639"/>
              <a:gd name="connsiteY10" fmla="*/ 384244 h 414642"/>
              <a:gd name="connsiteX11" fmla="*/ 212634 w 607639"/>
              <a:gd name="connsiteY11" fmla="*/ 374200 h 414642"/>
              <a:gd name="connsiteX12" fmla="*/ 212634 w 607639"/>
              <a:gd name="connsiteY12" fmla="*/ 364067 h 414642"/>
              <a:gd name="connsiteX13" fmla="*/ 50644 w 607639"/>
              <a:gd name="connsiteY13" fmla="*/ 364067 h 414642"/>
              <a:gd name="connsiteX14" fmla="*/ 182270 w 607639"/>
              <a:gd name="connsiteY14" fmla="*/ 262926 h 414642"/>
              <a:gd name="connsiteX15" fmla="*/ 192432 w 607639"/>
              <a:gd name="connsiteY15" fmla="*/ 262926 h 414642"/>
              <a:gd name="connsiteX16" fmla="*/ 202593 w 607639"/>
              <a:gd name="connsiteY16" fmla="*/ 273052 h 414642"/>
              <a:gd name="connsiteX17" fmla="*/ 192432 w 607639"/>
              <a:gd name="connsiteY17" fmla="*/ 283178 h 414642"/>
              <a:gd name="connsiteX18" fmla="*/ 182270 w 607639"/>
              <a:gd name="connsiteY18" fmla="*/ 283178 h 414642"/>
              <a:gd name="connsiteX19" fmla="*/ 172109 w 607639"/>
              <a:gd name="connsiteY19" fmla="*/ 273052 h 414642"/>
              <a:gd name="connsiteX20" fmla="*/ 182270 w 607639"/>
              <a:gd name="connsiteY20" fmla="*/ 262926 h 414642"/>
              <a:gd name="connsiteX21" fmla="*/ 91153 w 607639"/>
              <a:gd name="connsiteY21" fmla="*/ 262926 h 414642"/>
              <a:gd name="connsiteX22" fmla="*/ 141783 w 607639"/>
              <a:gd name="connsiteY22" fmla="*/ 262926 h 414642"/>
              <a:gd name="connsiteX23" fmla="*/ 151927 w 607639"/>
              <a:gd name="connsiteY23" fmla="*/ 273052 h 414642"/>
              <a:gd name="connsiteX24" fmla="*/ 141783 w 607639"/>
              <a:gd name="connsiteY24" fmla="*/ 283178 h 414642"/>
              <a:gd name="connsiteX25" fmla="*/ 91153 w 607639"/>
              <a:gd name="connsiteY25" fmla="*/ 283178 h 414642"/>
              <a:gd name="connsiteX26" fmla="*/ 81009 w 607639"/>
              <a:gd name="connsiteY26" fmla="*/ 273052 h 414642"/>
              <a:gd name="connsiteX27" fmla="*/ 91153 w 607639"/>
              <a:gd name="connsiteY27" fmla="*/ 262926 h 414642"/>
              <a:gd name="connsiteX28" fmla="*/ 161988 w 607639"/>
              <a:gd name="connsiteY28" fmla="*/ 222493 h 414642"/>
              <a:gd name="connsiteX29" fmla="*/ 232948 w 607639"/>
              <a:gd name="connsiteY29" fmla="*/ 222493 h 414642"/>
              <a:gd name="connsiteX30" fmla="*/ 243098 w 607639"/>
              <a:gd name="connsiteY30" fmla="*/ 232619 h 414642"/>
              <a:gd name="connsiteX31" fmla="*/ 232948 w 607639"/>
              <a:gd name="connsiteY31" fmla="*/ 242745 h 414642"/>
              <a:gd name="connsiteX32" fmla="*/ 161988 w 607639"/>
              <a:gd name="connsiteY32" fmla="*/ 242745 h 414642"/>
              <a:gd name="connsiteX33" fmla="*/ 151927 w 607639"/>
              <a:gd name="connsiteY33" fmla="*/ 232619 h 414642"/>
              <a:gd name="connsiteX34" fmla="*/ 161988 w 607639"/>
              <a:gd name="connsiteY34" fmla="*/ 222493 h 414642"/>
              <a:gd name="connsiteX35" fmla="*/ 91146 w 607639"/>
              <a:gd name="connsiteY35" fmla="*/ 222493 h 414642"/>
              <a:gd name="connsiteX36" fmla="*/ 121467 w 607639"/>
              <a:gd name="connsiteY36" fmla="*/ 222493 h 414642"/>
              <a:gd name="connsiteX37" fmla="*/ 131604 w 607639"/>
              <a:gd name="connsiteY37" fmla="*/ 232619 h 414642"/>
              <a:gd name="connsiteX38" fmla="*/ 121467 w 607639"/>
              <a:gd name="connsiteY38" fmla="*/ 242745 h 414642"/>
              <a:gd name="connsiteX39" fmla="*/ 91146 w 607639"/>
              <a:gd name="connsiteY39" fmla="*/ 242745 h 414642"/>
              <a:gd name="connsiteX40" fmla="*/ 81009 w 607639"/>
              <a:gd name="connsiteY40" fmla="*/ 232619 h 414642"/>
              <a:gd name="connsiteX41" fmla="*/ 91146 w 607639"/>
              <a:gd name="connsiteY41" fmla="*/ 222493 h 414642"/>
              <a:gd name="connsiteX42" fmla="*/ 182270 w 607639"/>
              <a:gd name="connsiteY42" fmla="*/ 182059 h 414642"/>
              <a:gd name="connsiteX43" fmla="*/ 192432 w 607639"/>
              <a:gd name="connsiteY43" fmla="*/ 182059 h 414642"/>
              <a:gd name="connsiteX44" fmla="*/ 202593 w 607639"/>
              <a:gd name="connsiteY44" fmla="*/ 192195 h 414642"/>
              <a:gd name="connsiteX45" fmla="*/ 192432 w 607639"/>
              <a:gd name="connsiteY45" fmla="*/ 202241 h 414642"/>
              <a:gd name="connsiteX46" fmla="*/ 182270 w 607639"/>
              <a:gd name="connsiteY46" fmla="*/ 202241 h 414642"/>
              <a:gd name="connsiteX47" fmla="*/ 172109 w 607639"/>
              <a:gd name="connsiteY47" fmla="*/ 192195 h 414642"/>
              <a:gd name="connsiteX48" fmla="*/ 182270 w 607639"/>
              <a:gd name="connsiteY48" fmla="*/ 182059 h 414642"/>
              <a:gd name="connsiteX49" fmla="*/ 91153 w 607639"/>
              <a:gd name="connsiteY49" fmla="*/ 182059 h 414642"/>
              <a:gd name="connsiteX50" fmla="*/ 141783 w 607639"/>
              <a:gd name="connsiteY50" fmla="*/ 182059 h 414642"/>
              <a:gd name="connsiteX51" fmla="*/ 151927 w 607639"/>
              <a:gd name="connsiteY51" fmla="*/ 192195 h 414642"/>
              <a:gd name="connsiteX52" fmla="*/ 141783 w 607639"/>
              <a:gd name="connsiteY52" fmla="*/ 202241 h 414642"/>
              <a:gd name="connsiteX53" fmla="*/ 91153 w 607639"/>
              <a:gd name="connsiteY53" fmla="*/ 202241 h 414642"/>
              <a:gd name="connsiteX54" fmla="*/ 81009 w 607639"/>
              <a:gd name="connsiteY54" fmla="*/ 192195 h 414642"/>
              <a:gd name="connsiteX55" fmla="*/ 91153 w 607639"/>
              <a:gd name="connsiteY55" fmla="*/ 182059 h 414642"/>
              <a:gd name="connsiteX56" fmla="*/ 161988 w 607639"/>
              <a:gd name="connsiteY56" fmla="*/ 141625 h 414642"/>
              <a:gd name="connsiteX57" fmla="*/ 232948 w 607639"/>
              <a:gd name="connsiteY57" fmla="*/ 141625 h 414642"/>
              <a:gd name="connsiteX58" fmla="*/ 243098 w 607639"/>
              <a:gd name="connsiteY58" fmla="*/ 151761 h 414642"/>
              <a:gd name="connsiteX59" fmla="*/ 232948 w 607639"/>
              <a:gd name="connsiteY59" fmla="*/ 161807 h 414642"/>
              <a:gd name="connsiteX60" fmla="*/ 161988 w 607639"/>
              <a:gd name="connsiteY60" fmla="*/ 161807 h 414642"/>
              <a:gd name="connsiteX61" fmla="*/ 151927 w 607639"/>
              <a:gd name="connsiteY61" fmla="*/ 151761 h 414642"/>
              <a:gd name="connsiteX62" fmla="*/ 161988 w 607639"/>
              <a:gd name="connsiteY62" fmla="*/ 141625 h 414642"/>
              <a:gd name="connsiteX63" fmla="*/ 91146 w 607639"/>
              <a:gd name="connsiteY63" fmla="*/ 141625 h 414642"/>
              <a:gd name="connsiteX64" fmla="*/ 121467 w 607639"/>
              <a:gd name="connsiteY64" fmla="*/ 141625 h 414642"/>
              <a:gd name="connsiteX65" fmla="*/ 131604 w 607639"/>
              <a:gd name="connsiteY65" fmla="*/ 151761 h 414642"/>
              <a:gd name="connsiteX66" fmla="*/ 121467 w 607639"/>
              <a:gd name="connsiteY66" fmla="*/ 161807 h 414642"/>
              <a:gd name="connsiteX67" fmla="*/ 91146 w 607639"/>
              <a:gd name="connsiteY67" fmla="*/ 161807 h 414642"/>
              <a:gd name="connsiteX68" fmla="*/ 81009 w 607639"/>
              <a:gd name="connsiteY68" fmla="*/ 151761 h 414642"/>
              <a:gd name="connsiteX69" fmla="*/ 91146 w 607639"/>
              <a:gd name="connsiteY69" fmla="*/ 141625 h 414642"/>
              <a:gd name="connsiteX70" fmla="*/ 364566 w 607639"/>
              <a:gd name="connsiteY70" fmla="*/ 102176 h 414642"/>
              <a:gd name="connsiteX71" fmla="*/ 283573 w 607639"/>
              <a:gd name="connsiteY71" fmla="*/ 192194 h 414642"/>
              <a:gd name="connsiteX72" fmla="*/ 374712 w 607639"/>
              <a:gd name="connsiteY72" fmla="*/ 283188 h 414642"/>
              <a:gd name="connsiteX73" fmla="*/ 464783 w 607639"/>
              <a:gd name="connsiteY73" fmla="*/ 202235 h 414642"/>
              <a:gd name="connsiteX74" fmla="*/ 374712 w 607639"/>
              <a:gd name="connsiteY74" fmla="*/ 202235 h 414642"/>
              <a:gd name="connsiteX75" fmla="*/ 364566 w 607639"/>
              <a:gd name="connsiteY75" fmla="*/ 192194 h 414642"/>
              <a:gd name="connsiteX76" fmla="*/ 182270 w 607639"/>
              <a:gd name="connsiteY76" fmla="*/ 101191 h 414642"/>
              <a:gd name="connsiteX77" fmla="*/ 192432 w 607639"/>
              <a:gd name="connsiteY77" fmla="*/ 101191 h 414642"/>
              <a:gd name="connsiteX78" fmla="*/ 202593 w 607639"/>
              <a:gd name="connsiteY78" fmla="*/ 111238 h 414642"/>
              <a:gd name="connsiteX79" fmla="*/ 192432 w 607639"/>
              <a:gd name="connsiteY79" fmla="*/ 121373 h 414642"/>
              <a:gd name="connsiteX80" fmla="*/ 182270 w 607639"/>
              <a:gd name="connsiteY80" fmla="*/ 121373 h 414642"/>
              <a:gd name="connsiteX81" fmla="*/ 172109 w 607639"/>
              <a:gd name="connsiteY81" fmla="*/ 111238 h 414642"/>
              <a:gd name="connsiteX82" fmla="*/ 182270 w 607639"/>
              <a:gd name="connsiteY82" fmla="*/ 101191 h 414642"/>
              <a:gd name="connsiteX83" fmla="*/ 91153 w 607639"/>
              <a:gd name="connsiteY83" fmla="*/ 101191 h 414642"/>
              <a:gd name="connsiteX84" fmla="*/ 141783 w 607639"/>
              <a:gd name="connsiteY84" fmla="*/ 101191 h 414642"/>
              <a:gd name="connsiteX85" fmla="*/ 151927 w 607639"/>
              <a:gd name="connsiteY85" fmla="*/ 111238 h 414642"/>
              <a:gd name="connsiteX86" fmla="*/ 141783 w 607639"/>
              <a:gd name="connsiteY86" fmla="*/ 121373 h 414642"/>
              <a:gd name="connsiteX87" fmla="*/ 91153 w 607639"/>
              <a:gd name="connsiteY87" fmla="*/ 121373 h 414642"/>
              <a:gd name="connsiteX88" fmla="*/ 81009 w 607639"/>
              <a:gd name="connsiteY88" fmla="*/ 111238 h 414642"/>
              <a:gd name="connsiteX89" fmla="*/ 91153 w 607639"/>
              <a:gd name="connsiteY89" fmla="*/ 101191 h 414642"/>
              <a:gd name="connsiteX90" fmla="*/ 374712 w 607639"/>
              <a:gd name="connsiteY90" fmla="*/ 80938 h 414642"/>
              <a:gd name="connsiteX91" fmla="*/ 384858 w 607639"/>
              <a:gd name="connsiteY91" fmla="*/ 91068 h 414642"/>
              <a:gd name="connsiteX92" fmla="*/ 384858 w 607639"/>
              <a:gd name="connsiteY92" fmla="*/ 182063 h 414642"/>
              <a:gd name="connsiteX93" fmla="*/ 475998 w 607639"/>
              <a:gd name="connsiteY93" fmla="*/ 182063 h 414642"/>
              <a:gd name="connsiteX94" fmla="*/ 486055 w 607639"/>
              <a:gd name="connsiteY94" fmla="*/ 192194 h 414642"/>
              <a:gd name="connsiteX95" fmla="*/ 374712 w 607639"/>
              <a:gd name="connsiteY95" fmla="*/ 303360 h 414642"/>
              <a:gd name="connsiteX96" fmla="*/ 263280 w 607639"/>
              <a:gd name="connsiteY96" fmla="*/ 192194 h 414642"/>
              <a:gd name="connsiteX97" fmla="*/ 374712 w 607639"/>
              <a:gd name="connsiteY97" fmla="*/ 80938 h 414642"/>
              <a:gd name="connsiteX98" fmla="*/ 425343 w 607639"/>
              <a:gd name="connsiteY98" fmla="*/ 61744 h 414642"/>
              <a:gd name="connsiteX99" fmla="*/ 425343 w 607639"/>
              <a:gd name="connsiteY99" fmla="*/ 141635 h 414642"/>
              <a:gd name="connsiteX100" fmla="*/ 505373 w 607639"/>
              <a:gd name="connsiteY100" fmla="*/ 141635 h 414642"/>
              <a:gd name="connsiteX101" fmla="*/ 425343 w 607639"/>
              <a:gd name="connsiteY101" fmla="*/ 61744 h 414642"/>
              <a:gd name="connsiteX102" fmla="*/ 161988 w 607639"/>
              <a:gd name="connsiteY102" fmla="*/ 60757 h 414642"/>
              <a:gd name="connsiteX103" fmla="*/ 232948 w 607639"/>
              <a:gd name="connsiteY103" fmla="*/ 60757 h 414642"/>
              <a:gd name="connsiteX104" fmla="*/ 243098 w 607639"/>
              <a:gd name="connsiteY104" fmla="*/ 70804 h 414642"/>
              <a:gd name="connsiteX105" fmla="*/ 232948 w 607639"/>
              <a:gd name="connsiteY105" fmla="*/ 80939 h 414642"/>
              <a:gd name="connsiteX106" fmla="*/ 161988 w 607639"/>
              <a:gd name="connsiteY106" fmla="*/ 80939 h 414642"/>
              <a:gd name="connsiteX107" fmla="*/ 151927 w 607639"/>
              <a:gd name="connsiteY107" fmla="*/ 70804 h 414642"/>
              <a:gd name="connsiteX108" fmla="*/ 161988 w 607639"/>
              <a:gd name="connsiteY108" fmla="*/ 60757 h 414642"/>
              <a:gd name="connsiteX109" fmla="*/ 91146 w 607639"/>
              <a:gd name="connsiteY109" fmla="*/ 60757 h 414642"/>
              <a:gd name="connsiteX110" fmla="*/ 121467 w 607639"/>
              <a:gd name="connsiteY110" fmla="*/ 60757 h 414642"/>
              <a:gd name="connsiteX111" fmla="*/ 131604 w 607639"/>
              <a:gd name="connsiteY111" fmla="*/ 70804 h 414642"/>
              <a:gd name="connsiteX112" fmla="*/ 121467 w 607639"/>
              <a:gd name="connsiteY112" fmla="*/ 80939 h 414642"/>
              <a:gd name="connsiteX113" fmla="*/ 91146 w 607639"/>
              <a:gd name="connsiteY113" fmla="*/ 80939 h 414642"/>
              <a:gd name="connsiteX114" fmla="*/ 81009 w 607639"/>
              <a:gd name="connsiteY114" fmla="*/ 70804 h 414642"/>
              <a:gd name="connsiteX115" fmla="*/ 91146 w 607639"/>
              <a:gd name="connsiteY115" fmla="*/ 60757 h 414642"/>
              <a:gd name="connsiteX116" fmla="*/ 415194 w 607639"/>
              <a:gd name="connsiteY116" fmla="*/ 40505 h 414642"/>
              <a:gd name="connsiteX117" fmla="*/ 526560 w 607639"/>
              <a:gd name="connsiteY117" fmla="*/ 151765 h 414642"/>
              <a:gd name="connsiteX118" fmla="*/ 516501 w 607639"/>
              <a:gd name="connsiteY118" fmla="*/ 161807 h 414642"/>
              <a:gd name="connsiteX119" fmla="*/ 415194 w 607639"/>
              <a:gd name="connsiteY119" fmla="*/ 161807 h 414642"/>
              <a:gd name="connsiteX120" fmla="*/ 405046 w 607639"/>
              <a:gd name="connsiteY120" fmla="*/ 151765 h 414642"/>
              <a:gd name="connsiteX121" fmla="*/ 405046 w 607639"/>
              <a:gd name="connsiteY121" fmla="*/ 50636 h 414642"/>
              <a:gd name="connsiteX122" fmla="*/ 415194 w 607639"/>
              <a:gd name="connsiteY122" fmla="*/ 40505 h 414642"/>
              <a:gd name="connsiteX123" fmla="*/ 70848 w 607639"/>
              <a:gd name="connsiteY123" fmla="*/ 20177 h 414642"/>
              <a:gd name="connsiteX124" fmla="*/ 60791 w 607639"/>
              <a:gd name="connsiteY124" fmla="*/ 30309 h 414642"/>
              <a:gd name="connsiteX125" fmla="*/ 60791 w 607639"/>
              <a:gd name="connsiteY125" fmla="*/ 343802 h 414642"/>
              <a:gd name="connsiteX126" fmla="*/ 222780 w 607639"/>
              <a:gd name="connsiteY126" fmla="*/ 343802 h 414642"/>
              <a:gd name="connsiteX127" fmla="*/ 232927 w 607639"/>
              <a:gd name="connsiteY127" fmla="*/ 353935 h 414642"/>
              <a:gd name="connsiteX128" fmla="*/ 232927 w 607639"/>
              <a:gd name="connsiteY128" fmla="*/ 364067 h 414642"/>
              <a:gd name="connsiteX129" fmla="*/ 374712 w 607639"/>
              <a:gd name="connsiteY129" fmla="*/ 364067 h 414642"/>
              <a:gd name="connsiteX130" fmla="*/ 374712 w 607639"/>
              <a:gd name="connsiteY130" fmla="*/ 353935 h 414642"/>
              <a:gd name="connsiteX131" fmla="*/ 384859 w 607639"/>
              <a:gd name="connsiteY131" fmla="*/ 343802 h 414642"/>
              <a:gd name="connsiteX132" fmla="*/ 546848 w 607639"/>
              <a:gd name="connsiteY132" fmla="*/ 343802 h 414642"/>
              <a:gd name="connsiteX133" fmla="*/ 546848 w 607639"/>
              <a:gd name="connsiteY133" fmla="*/ 30309 h 414642"/>
              <a:gd name="connsiteX134" fmla="*/ 536702 w 607639"/>
              <a:gd name="connsiteY134" fmla="*/ 20177 h 414642"/>
              <a:gd name="connsiteX135" fmla="*/ 70848 w 607639"/>
              <a:gd name="connsiteY135" fmla="*/ 0 h 414642"/>
              <a:gd name="connsiteX136" fmla="*/ 536702 w 607639"/>
              <a:gd name="connsiteY136" fmla="*/ 0 h 414642"/>
              <a:gd name="connsiteX137" fmla="*/ 567142 w 607639"/>
              <a:gd name="connsiteY137" fmla="*/ 30309 h 414642"/>
              <a:gd name="connsiteX138" fmla="*/ 567142 w 607639"/>
              <a:gd name="connsiteY138" fmla="*/ 343802 h 414642"/>
              <a:gd name="connsiteX139" fmla="*/ 597492 w 607639"/>
              <a:gd name="connsiteY139" fmla="*/ 343802 h 414642"/>
              <a:gd name="connsiteX140" fmla="*/ 607639 w 607639"/>
              <a:gd name="connsiteY140" fmla="*/ 353935 h 414642"/>
              <a:gd name="connsiteX141" fmla="*/ 607639 w 607639"/>
              <a:gd name="connsiteY141" fmla="*/ 384244 h 414642"/>
              <a:gd name="connsiteX142" fmla="*/ 577199 w 607639"/>
              <a:gd name="connsiteY142" fmla="*/ 414642 h 414642"/>
              <a:gd name="connsiteX143" fmla="*/ 30351 w 607639"/>
              <a:gd name="connsiteY143" fmla="*/ 414642 h 414642"/>
              <a:gd name="connsiteX144" fmla="*/ 0 w 607639"/>
              <a:gd name="connsiteY144" fmla="*/ 384244 h 414642"/>
              <a:gd name="connsiteX145" fmla="*/ 0 w 607639"/>
              <a:gd name="connsiteY145" fmla="*/ 353935 h 414642"/>
              <a:gd name="connsiteX146" fmla="*/ 10147 w 607639"/>
              <a:gd name="connsiteY146" fmla="*/ 343802 h 414642"/>
              <a:gd name="connsiteX147" fmla="*/ 40497 w 607639"/>
              <a:gd name="connsiteY147" fmla="*/ 343802 h 414642"/>
              <a:gd name="connsiteX148" fmla="*/ 40497 w 607639"/>
              <a:gd name="connsiteY148" fmla="*/ 30309 h 414642"/>
              <a:gd name="connsiteX149" fmla="*/ 70848 w 607639"/>
              <a:gd name="connsiteY149" fmla="*/ 0 h 414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607639" h="414642">
                <a:moveTo>
                  <a:pt x="20293" y="364067"/>
                </a:moveTo>
                <a:lnTo>
                  <a:pt x="20293" y="384244"/>
                </a:lnTo>
                <a:cubicBezTo>
                  <a:pt x="20293" y="390377"/>
                  <a:pt x="24299" y="394377"/>
                  <a:pt x="30351" y="394377"/>
                </a:cubicBezTo>
                <a:lnTo>
                  <a:pt x="577199" y="394377"/>
                </a:lnTo>
                <a:cubicBezTo>
                  <a:pt x="583341" y="394377"/>
                  <a:pt x="587346" y="390377"/>
                  <a:pt x="587346" y="384244"/>
                </a:cubicBezTo>
                <a:lnTo>
                  <a:pt x="587346" y="364067"/>
                </a:lnTo>
                <a:lnTo>
                  <a:pt x="556995" y="364067"/>
                </a:lnTo>
                <a:lnTo>
                  <a:pt x="394916" y="364067"/>
                </a:lnTo>
                <a:lnTo>
                  <a:pt x="394916" y="374200"/>
                </a:lnTo>
                <a:cubicBezTo>
                  <a:pt x="394916" y="380244"/>
                  <a:pt x="390911" y="384244"/>
                  <a:pt x="384859" y="384244"/>
                </a:cubicBezTo>
                <a:lnTo>
                  <a:pt x="222780" y="384244"/>
                </a:lnTo>
                <a:cubicBezTo>
                  <a:pt x="216728" y="384244"/>
                  <a:pt x="212634" y="380244"/>
                  <a:pt x="212634" y="374200"/>
                </a:cubicBezTo>
                <a:lnTo>
                  <a:pt x="212634" y="364067"/>
                </a:lnTo>
                <a:lnTo>
                  <a:pt x="50644" y="364067"/>
                </a:lnTo>
                <a:close/>
                <a:moveTo>
                  <a:pt x="182270" y="262926"/>
                </a:moveTo>
                <a:lnTo>
                  <a:pt x="192432" y="262926"/>
                </a:lnTo>
                <a:cubicBezTo>
                  <a:pt x="198493" y="262926"/>
                  <a:pt x="202593" y="267012"/>
                  <a:pt x="202593" y="273052"/>
                </a:cubicBezTo>
                <a:cubicBezTo>
                  <a:pt x="202593" y="279092"/>
                  <a:pt x="198493" y="283178"/>
                  <a:pt x="192432" y="283178"/>
                </a:cubicBezTo>
                <a:lnTo>
                  <a:pt x="182270" y="283178"/>
                </a:lnTo>
                <a:cubicBezTo>
                  <a:pt x="176209" y="283178"/>
                  <a:pt x="172109" y="279092"/>
                  <a:pt x="172109" y="273052"/>
                </a:cubicBezTo>
                <a:cubicBezTo>
                  <a:pt x="172109" y="267012"/>
                  <a:pt x="176209" y="262926"/>
                  <a:pt x="182270" y="262926"/>
                </a:cubicBezTo>
                <a:close/>
                <a:moveTo>
                  <a:pt x="91153" y="262926"/>
                </a:moveTo>
                <a:lnTo>
                  <a:pt x="141783" y="262926"/>
                </a:lnTo>
                <a:cubicBezTo>
                  <a:pt x="147834" y="262926"/>
                  <a:pt x="151927" y="267012"/>
                  <a:pt x="151927" y="273052"/>
                </a:cubicBezTo>
                <a:cubicBezTo>
                  <a:pt x="151927" y="279092"/>
                  <a:pt x="147834" y="283178"/>
                  <a:pt x="141783" y="283178"/>
                </a:cubicBezTo>
                <a:lnTo>
                  <a:pt x="91153" y="283178"/>
                </a:lnTo>
                <a:cubicBezTo>
                  <a:pt x="85102" y="283178"/>
                  <a:pt x="81009" y="279092"/>
                  <a:pt x="81009" y="273052"/>
                </a:cubicBezTo>
                <a:cubicBezTo>
                  <a:pt x="81009" y="267012"/>
                  <a:pt x="85102" y="262926"/>
                  <a:pt x="91153" y="262926"/>
                </a:cubicBezTo>
                <a:close/>
                <a:moveTo>
                  <a:pt x="161988" y="222493"/>
                </a:moveTo>
                <a:lnTo>
                  <a:pt x="232948" y="222493"/>
                </a:lnTo>
                <a:cubicBezTo>
                  <a:pt x="239002" y="222493"/>
                  <a:pt x="243098" y="226579"/>
                  <a:pt x="243098" y="232619"/>
                </a:cubicBezTo>
                <a:cubicBezTo>
                  <a:pt x="243098" y="238659"/>
                  <a:pt x="239002" y="242745"/>
                  <a:pt x="232948" y="242745"/>
                </a:cubicBezTo>
                <a:lnTo>
                  <a:pt x="161988" y="242745"/>
                </a:lnTo>
                <a:cubicBezTo>
                  <a:pt x="155934" y="242745"/>
                  <a:pt x="151927" y="238659"/>
                  <a:pt x="151927" y="232619"/>
                </a:cubicBezTo>
                <a:cubicBezTo>
                  <a:pt x="151927" y="226579"/>
                  <a:pt x="155934" y="222493"/>
                  <a:pt x="161988" y="222493"/>
                </a:cubicBezTo>
                <a:close/>
                <a:moveTo>
                  <a:pt x="91146" y="222493"/>
                </a:moveTo>
                <a:lnTo>
                  <a:pt x="121467" y="222493"/>
                </a:lnTo>
                <a:cubicBezTo>
                  <a:pt x="127603" y="222493"/>
                  <a:pt x="131604" y="226579"/>
                  <a:pt x="131604" y="232619"/>
                </a:cubicBezTo>
                <a:cubicBezTo>
                  <a:pt x="131604" y="238659"/>
                  <a:pt x="127603" y="242745"/>
                  <a:pt x="121467" y="242745"/>
                </a:cubicBezTo>
                <a:lnTo>
                  <a:pt x="91146" y="242745"/>
                </a:lnTo>
                <a:cubicBezTo>
                  <a:pt x="85099" y="242745"/>
                  <a:pt x="81009" y="238659"/>
                  <a:pt x="81009" y="232619"/>
                </a:cubicBezTo>
                <a:cubicBezTo>
                  <a:pt x="81009" y="226579"/>
                  <a:pt x="85099" y="222493"/>
                  <a:pt x="91146" y="222493"/>
                </a:cubicBezTo>
                <a:close/>
                <a:moveTo>
                  <a:pt x="182270" y="182059"/>
                </a:moveTo>
                <a:lnTo>
                  <a:pt x="192432" y="182059"/>
                </a:lnTo>
                <a:cubicBezTo>
                  <a:pt x="198493" y="182059"/>
                  <a:pt x="202593" y="186060"/>
                  <a:pt x="202593" y="192195"/>
                </a:cubicBezTo>
                <a:cubicBezTo>
                  <a:pt x="202593" y="198240"/>
                  <a:pt x="198493" y="202241"/>
                  <a:pt x="192432" y="202241"/>
                </a:cubicBezTo>
                <a:lnTo>
                  <a:pt x="182270" y="202241"/>
                </a:lnTo>
                <a:cubicBezTo>
                  <a:pt x="176209" y="202241"/>
                  <a:pt x="172109" y="198240"/>
                  <a:pt x="172109" y="192195"/>
                </a:cubicBezTo>
                <a:cubicBezTo>
                  <a:pt x="172109" y="186060"/>
                  <a:pt x="176209" y="182059"/>
                  <a:pt x="182270" y="182059"/>
                </a:cubicBezTo>
                <a:close/>
                <a:moveTo>
                  <a:pt x="91153" y="182059"/>
                </a:moveTo>
                <a:lnTo>
                  <a:pt x="141783" y="182059"/>
                </a:lnTo>
                <a:cubicBezTo>
                  <a:pt x="147834" y="182059"/>
                  <a:pt x="151927" y="186060"/>
                  <a:pt x="151927" y="192195"/>
                </a:cubicBezTo>
                <a:cubicBezTo>
                  <a:pt x="151927" y="198240"/>
                  <a:pt x="147834" y="202241"/>
                  <a:pt x="141783" y="202241"/>
                </a:cubicBezTo>
                <a:lnTo>
                  <a:pt x="91153" y="202241"/>
                </a:lnTo>
                <a:cubicBezTo>
                  <a:pt x="85102" y="202241"/>
                  <a:pt x="81009" y="198240"/>
                  <a:pt x="81009" y="192195"/>
                </a:cubicBezTo>
                <a:cubicBezTo>
                  <a:pt x="81009" y="186060"/>
                  <a:pt x="85102" y="182059"/>
                  <a:pt x="91153" y="182059"/>
                </a:cubicBezTo>
                <a:close/>
                <a:moveTo>
                  <a:pt x="161988" y="141625"/>
                </a:moveTo>
                <a:lnTo>
                  <a:pt x="232948" y="141625"/>
                </a:lnTo>
                <a:cubicBezTo>
                  <a:pt x="239002" y="141625"/>
                  <a:pt x="243098" y="145626"/>
                  <a:pt x="243098" y="151761"/>
                </a:cubicBezTo>
                <a:cubicBezTo>
                  <a:pt x="243098" y="157806"/>
                  <a:pt x="239002" y="161807"/>
                  <a:pt x="232948" y="161807"/>
                </a:cubicBezTo>
                <a:lnTo>
                  <a:pt x="161988" y="161807"/>
                </a:lnTo>
                <a:cubicBezTo>
                  <a:pt x="155934" y="161807"/>
                  <a:pt x="151927" y="157806"/>
                  <a:pt x="151927" y="151761"/>
                </a:cubicBezTo>
                <a:cubicBezTo>
                  <a:pt x="151927" y="145626"/>
                  <a:pt x="155934" y="141625"/>
                  <a:pt x="161988" y="141625"/>
                </a:cubicBezTo>
                <a:close/>
                <a:moveTo>
                  <a:pt x="91146" y="141625"/>
                </a:moveTo>
                <a:lnTo>
                  <a:pt x="121467" y="141625"/>
                </a:lnTo>
                <a:cubicBezTo>
                  <a:pt x="127603" y="141625"/>
                  <a:pt x="131604" y="145626"/>
                  <a:pt x="131604" y="151761"/>
                </a:cubicBezTo>
                <a:cubicBezTo>
                  <a:pt x="131604" y="157806"/>
                  <a:pt x="127603" y="161807"/>
                  <a:pt x="121467" y="161807"/>
                </a:cubicBezTo>
                <a:lnTo>
                  <a:pt x="91146" y="161807"/>
                </a:lnTo>
                <a:cubicBezTo>
                  <a:pt x="85099" y="161807"/>
                  <a:pt x="81009" y="157806"/>
                  <a:pt x="81009" y="151761"/>
                </a:cubicBezTo>
                <a:cubicBezTo>
                  <a:pt x="81009" y="145626"/>
                  <a:pt x="85099" y="141625"/>
                  <a:pt x="91146" y="141625"/>
                </a:cubicBezTo>
                <a:close/>
                <a:moveTo>
                  <a:pt x="364566" y="102176"/>
                </a:moveTo>
                <a:cubicBezTo>
                  <a:pt x="318996" y="107241"/>
                  <a:pt x="283573" y="145630"/>
                  <a:pt x="283573" y="192194"/>
                </a:cubicBezTo>
                <a:cubicBezTo>
                  <a:pt x="283573" y="242756"/>
                  <a:pt x="324069" y="283188"/>
                  <a:pt x="374712" y="283188"/>
                </a:cubicBezTo>
                <a:cubicBezTo>
                  <a:pt x="421261" y="283188"/>
                  <a:pt x="459799" y="247732"/>
                  <a:pt x="464783" y="202235"/>
                </a:cubicBezTo>
                <a:lnTo>
                  <a:pt x="374712" y="202235"/>
                </a:lnTo>
                <a:cubicBezTo>
                  <a:pt x="368660" y="202235"/>
                  <a:pt x="364566" y="198236"/>
                  <a:pt x="364566" y="192194"/>
                </a:cubicBezTo>
                <a:close/>
                <a:moveTo>
                  <a:pt x="182270" y="101191"/>
                </a:moveTo>
                <a:lnTo>
                  <a:pt x="192432" y="101191"/>
                </a:lnTo>
                <a:cubicBezTo>
                  <a:pt x="198493" y="101191"/>
                  <a:pt x="202593" y="105192"/>
                  <a:pt x="202593" y="111238"/>
                </a:cubicBezTo>
                <a:cubicBezTo>
                  <a:pt x="202593" y="117372"/>
                  <a:pt x="198493" y="121373"/>
                  <a:pt x="192432" y="121373"/>
                </a:cubicBezTo>
                <a:lnTo>
                  <a:pt x="182270" y="121373"/>
                </a:lnTo>
                <a:cubicBezTo>
                  <a:pt x="176209" y="121373"/>
                  <a:pt x="172109" y="117372"/>
                  <a:pt x="172109" y="111238"/>
                </a:cubicBezTo>
                <a:cubicBezTo>
                  <a:pt x="172109" y="105192"/>
                  <a:pt x="176209" y="101191"/>
                  <a:pt x="182270" y="101191"/>
                </a:cubicBezTo>
                <a:close/>
                <a:moveTo>
                  <a:pt x="91153" y="101191"/>
                </a:moveTo>
                <a:lnTo>
                  <a:pt x="141783" y="101191"/>
                </a:lnTo>
                <a:cubicBezTo>
                  <a:pt x="147834" y="101191"/>
                  <a:pt x="151927" y="105192"/>
                  <a:pt x="151927" y="111238"/>
                </a:cubicBezTo>
                <a:cubicBezTo>
                  <a:pt x="151927" y="117372"/>
                  <a:pt x="147834" y="121373"/>
                  <a:pt x="141783" y="121373"/>
                </a:cubicBezTo>
                <a:lnTo>
                  <a:pt x="91153" y="121373"/>
                </a:lnTo>
                <a:cubicBezTo>
                  <a:pt x="85102" y="121373"/>
                  <a:pt x="81009" y="117372"/>
                  <a:pt x="81009" y="111238"/>
                </a:cubicBezTo>
                <a:cubicBezTo>
                  <a:pt x="81009" y="105192"/>
                  <a:pt x="85102" y="101191"/>
                  <a:pt x="91153" y="101191"/>
                </a:cubicBezTo>
                <a:close/>
                <a:moveTo>
                  <a:pt x="374712" y="80938"/>
                </a:moveTo>
                <a:cubicBezTo>
                  <a:pt x="380764" y="80938"/>
                  <a:pt x="384858" y="85026"/>
                  <a:pt x="384858" y="91068"/>
                </a:cubicBezTo>
                <a:lnTo>
                  <a:pt x="384858" y="182063"/>
                </a:lnTo>
                <a:lnTo>
                  <a:pt x="475998" y="182063"/>
                </a:lnTo>
                <a:cubicBezTo>
                  <a:pt x="482050" y="182063"/>
                  <a:pt x="486055" y="186062"/>
                  <a:pt x="486055" y="192194"/>
                </a:cubicBezTo>
                <a:cubicBezTo>
                  <a:pt x="486055" y="253864"/>
                  <a:pt x="436480" y="303360"/>
                  <a:pt x="374712" y="303360"/>
                </a:cubicBezTo>
                <a:cubicBezTo>
                  <a:pt x="312944" y="303360"/>
                  <a:pt x="263280" y="253864"/>
                  <a:pt x="263280" y="192194"/>
                </a:cubicBezTo>
                <a:cubicBezTo>
                  <a:pt x="263280" y="130523"/>
                  <a:pt x="312944" y="80938"/>
                  <a:pt x="374712" y="80938"/>
                </a:cubicBezTo>
                <a:close/>
                <a:moveTo>
                  <a:pt x="425343" y="61744"/>
                </a:moveTo>
                <a:lnTo>
                  <a:pt x="425343" y="141635"/>
                </a:lnTo>
                <a:lnTo>
                  <a:pt x="505373" y="141635"/>
                </a:lnTo>
                <a:cubicBezTo>
                  <a:pt x="500299" y="99157"/>
                  <a:pt x="466827" y="65743"/>
                  <a:pt x="425343" y="61744"/>
                </a:cubicBezTo>
                <a:close/>
                <a:moveTo>
                  <a:pt x="161988" y="60757"/>
                </a:moveTo>
                <a:lnTo>
                  <a:pt x="232948" y="60757"/>
                </a:lnTo>
                <a:cubicBezTo>
                  <a:pt x="239002" y="60757"/>
                  <a:pt x="243098" y="64758"/>
                  <a:pt x="243098" y="70804"/>
                </a:cubicBezTo>
                <a:cubicBezTo>
                  <a:pt x="243098" y="76938"/>
                  <a:pt x="239002" y="80939"/>
                  <a:pt x="232948" y="80939"/>
                </a:cubicBezTo>
                <a:lnTo>
                  <a:pt x="161988" y="80939"/>
                </a:lnTo>
                <a:cubicBezTo>
                  <a:pt x="155934" y="80939"/>
                  <a:pt x="151927" y="76938"/>
                  <a:pt x="151927" y="70804"/>
                </a:cubicBezTo>
                <a:cubicBezTo>
                  <a:pt x="151927" y="64758"/>
                  <a:pt x="155934" y="60757"/>
                  <a:pt x="161988" y="60757"/>
                </a:cubicBezTo>
                <a:close/>
                <a:moveTo>
                  <a:pt x="91146" y="60757"/>
                </a:moveTo>
                <a:lnTo>
                  <a:pt x="121467" y="60757"/>
                </a:lnTo>
                <a:cubicBezTo>
                  <a:pt x="127603" y="60757"/>
                  <a:pt x="131604" y="64758"/>
                  <a:pt x="131604" y="70804"/>
                </a:cubicBezTo>
                <a:cubicBezTo>
                  <a:pt x="131604" y="76938"/>
                  <a:pt x="127603" y="80939"/>
                  <a:pt x="121467" y="80939"/>
                </a:cubicBezTo>
                <a:lnTo>
                  <a:pt x="91146" y="80939"/>
                </a:lnTo>
                <a:cubicBezTo>
                  <a:pt x="85099" y="80939"/>
                  <a:pt x="81009" y="76938"/>
                  <a:pt x="81009" y="70804"/>
                </a:cubicBezTo>
                <a:cubicBezTo>
                  <a:pt x="81009" y="64758"/>
                  <a:pt x="85099" y="60757"/>
                  <a:pt x="91146" y="60757"/>
                </a:cubicBezTo>
                <a:close/>
                <a:moveTo>
                  <a:pt x="415194" y="40505"/>
                </a:moveTo>
                <a:cubicBezTo>
                  <a:pt x="476975" y="40505"/>
                  <a:pt x="526560" y="90092"/>
                  <a:pt x="526560" y="151765"/>
                </a:cubicBezTo>
                <a:cubicBezTo>
                  <a:pt x="526560" y="157808"/>
                  <a:pt x="522554" y="161807"/>
                  <a:pt x="516501" y="161807"/>
                </a:cubicBezTo>
                <a:lnTo>
                  <a:pt x="415194" y="161807"/>
                </a:lnTo>
                <a:cubicBezTo>
                  <a:pt x="409141" y="161807"/>
                  <a:pt x="405046" y="157808"/>
                  <a:pt x="405046" y="151765"/>
                </a:cubicBezTo>
                <a:lnTo>
                  <a:pt x="405046" y="50636"/>
                </a:lnTo>
                <a:cubicBezTo>
                  <a:pt x="405046" y="44593"/>
                  <a:pt x="409141" y="40505"/>
                  <a:pt x="415194" y="40505"/>
                </a:cubicBezTo>
                <a:close/>
                <a:moveTo>
                  <a:pt x="70848" y="20177"/>
                </a:moveTo>
                <a:cubicBezTo>
                  <a:pt x="64796" y="20177"/>
                  <a:pt x="60791" y="24265"/>
                  <a:pt x="60791" y="30309"/>
                </a:cubicBezTo>
                <a:lnTo>
                  <a:pt x="60791" y="343802"/>
                </a:lnTo>
                <a:lnTo>
                  <a:pt x="222780" y="343802"/>
                </a:lnTo>
                <a:cubicBezTo>
                  <a:pt x="228833" y="343802"/>
                  <a:pt x="232927" y="347891"/>
                  <a:pt x="232927" y="353935"/>
                </a:cubicBezTo>
                <a:lnTo>
                  <a:pt x="232927" y="364067"/>
                </a:lnTo>
                <a:lnTo>
                  <a:pt x="374712" y="364067"/>
                </a:lnTo>
                <a:lnTo>
                  <a:pt x="374712" y="353935"/>
                </a:lnTo>
                <a:cubicBezTo>
                  <a:pt x="374712" y="347891"/>
                  <a:pt x="378718" y="343802"/>
                  <a:pt x="384859" y="343802"/>
                </a:cubicBezTo>
                <a:lnTo>
                  <a:pt x="546848" y="343802"/>
                </a:lnTo>
                <a:lnTo>
                  <a:pt x="546848" y="30309"/>
                </a:lnTo>
                <a:cubicBezTo>
                  <a:pt x="546848" y="24265"/>
                  <a:pt x="542754" y="20177"/>
                  <a:pt x="536702" y="20177"/>
                </a:cubicBezTo>
                <a:close/>
                <a:moveTo>
                  <a:pt x="70848" y="0"/>
                </a:moveTo>
                <a:lnTo>
                  <a:pt x="536702" y="0"/>
                </a:lnTo>
                <a:cubicBezTo>
                  <a:pt x="553969" y="0"/>
                  <a:pt x="567142" y="13155"/>
                  <a:pt x="567142" y="30309"/>
                </a:cubicBezTo>
                <a:lnTo>
                  <a:pt x="567142" y="343802"/>
                </a:lnTo>
                <a:lnTo>
                  <a:pt x="597492" y="343802"/>
                </a:lnTo>
                <a:cubicBezTo>
                  <a:pt x="603545" y="343802"/>
                  <a:pt x="607639" y="347891"/>
                  <a:pt x="607639" y="353935"/>
                </a:cubicBezTo>
                <a:lnTo>
                  <a:pt x="607639" y="384244"/>
                </a:lnTo>
                <a:cubicBezTo>
                  <a:pt x="607639" y="401487"/>
                  <a:pt x="594466" y="414642"/>
                  <a:pt x="577199" y="414642"/>
                </a:cubicBezTo>
                <a:lnTo>
                  <a:pt x="30351" y="414642"/>
                </a:lnTo>
                <a:cubicBezTo>
                  <a:pt x="13173" y="414642"/>
                  <a:pt x="0" y="401487"/>
                  <a:pt x="0" y="384244"/>
                </a:cubicBezTo>
                <a:lnTo>
                  <a:pt x="0" y="353935"/>
                </a:lnTo>
                <a:cubicBezTo>
                  <a:pt x="0" y="347891"/>
                  <a:pt x="4094" y="343802"/>
                  <a:pt x="10147" y="343802"/>
                </a:cubicBezTo>
                <a:lnTo>
                  <a:pt x="40497" y="343802"/>
                </a:lnTo>
                <a:lnTo>
                  <a:pt x="40497" y="30309"/>
                </a:lnTo>
                <a:cubicBezTo>
                  <a:pt x="40497" y="13155"/>
                  <a:pt x="53670" y="0"/>
                  <a:pt x="7084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2" name="ïṡļídè">
            <a:extLst>
              <a:ext uri="{FF2B5EF4-FFF2-40B4-BE49-F238E27FC236}">
                <a16:creationId xmlns:a16="http://schemas.microsoft.com/office/drawing/2014/main" id="{9BCF4287-040F-4FD5-95B2-376D04E3A09E}"/>
              </a:ext>
            </a:extLst>
          </p:cNvPr>
          <p:cNvSpPr txBox="1"/>
          <p:nvPr/>
        </p:nvSpPr>
        <p:spPr>
          <a:xfrm>
            <a:off x="1912607" y="3830299"/>
            <a:ext cx="2100276" cy="521720"/>
          </a:xfrm>
          <a:prstGeom prst="rect">
            <a:avLst/>
          </a:prstGeom>
          <a:noFill/>
        </p:spPr>
        <p:txBody>
          <a:bodyPr wrap="none" lIns="90000" tIns="46800" rIns="90000" bIns="46800" anchor="ctr" anchorCtr="0">
            <a:normAutofit/>
          </a:bodyPr>
          <a:lstStyle/>
          <a:p>
            <a:pPr algn="ctr"/>
            <a:r>
              <a:rPr lang="en-US" altLang="zh-CN" sz="1400" b="1" dirty="0"/>
              <a:t>条件分支</a:t>
            </a:r>
            <a:endParaRPr lang="zh-CN" altLang="en-US" sz="1400" b="1" dirty="0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4FF5B06F-2AB8-4220-B643-606131C2E06C}"/>
              </a:ext>
            </a:extLst>
          </p:cNvPr>
          <p:cNvCxnSpPr>
            <a:cxnSpLocks/>
            <a:stCxn id="27" idx="6"/>
            <a:endCxn id="31" idx="2"/>
          </p:cNvCxnSpPr>
          <p:nvPr/>
        </p:nvCxnSpPr>
        <p:spPr>
          <a:xfrm>
            <a:off x="1912609" y="4352020"/>
            <a:ext cx="1971306" cy="0"/>
          </a:xfrm>
          <a:prstGeom prst="straightConnector1">
            <a:avLst/>
          </a:prstGeom>
          <a:ln w="3175" cap="rnd">
            <a:solidFill>
              <a:schemeClr val="accent1"/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E0D036B6-9593-4499-A2BE-302673B911DE}"/>
              </a:ext>
            </a:extLst>
          </p:cNvPr>
          <p:cNvCxnSpPr>
            <a:stCxn id="31" idx="6"/>
            <a:endCxn id="35" idx="2"/>
          </p:cNvCxnSpPr>
          <p:nvPr/>
        </p:nvCxnSpPr>
        <p:spPr>
          <a:xfrm>
            <a:off x="4773684" y="4352020"/>
            <a:ext cx="1971306" cy="0"/>
          </a:xfrm>
          <a:prstGeom prst="straightConnector1">
            <a:avLst/>
          </a:prstGeom>
          <a:ln w="3175" cap="rnd">
            <a:solidFill>
              <a:schemeClr val="accent1"/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肘形连接符 8">
            <a:extLst>
              <a:ext uri="{FF2B5EF4-FFF2-40B4-BE49-F238E27FC236}">
                <a16:creationId xmlns:a16="http://schemas.microsoft.com/office/drawing/2014/main" id="{D54DAC8A-74C5-4FAA-8095-1ADEC602650C}"/>
              </a:ext>
            </a:extLst>
          </p:cNvPr>
          <p:cNvCxnSpPr>
            <a:stCxn id="35" idx="6"/>
            <a:endCxn id="18" idx="4"/>
          </p:cNvCxnSpPr>
          <p:nvPr/>
        </p:nvCxnSpPr>
        <p:spPr>
          <a:xfrm flipV="1">
            <a:off x="7634759" y="3616603"/>
            <a:ext cx="1813542" cy="735417"/>
          </a:xfrm>
          <a:prstGeom prst="bentConnector2">
            <a:avLst/>
          </a:prstGeom>
          <a:ln w="3175" cap="rnd">
            <a:solidFill>
              <a:schemeClr val="accent3"/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肘形连接符 9">
            <a:extLst>
              <a:ext uri="{FF2B5EF4-FFF2-40B4-BE49-F238E27FC236}">
                <a16:creationId xmlns:a16="http://schemas.microsoft.com/office/drawing/2014/main" id="{C2AAA3D3-679D-4AB1-B373-4A5D8E5CB861}"/>
              </a:ext>
            </a:extLst>
          </p:cNvPr>
          <p:cNvCxnSpPr>
            <a:stCxn id="35" idx="6"/>
            <a:endCxn id="20" idx="0"/>
          </p:cNvCxnSpPr>
          <p:nvPr/>
        </p:nvCxnSpPr>
        <p:spPr>
          <a:xfrm>
            <a:off x="7634759" y="4352020"/>
            <a:ext cx="1813542" cy="900051"/>
          </a:xfrm>
          <a:prstGeom prst="bentConnector2">
            <a:avLst/>
          </a:prstGeom>
          <a:ln w="3175" cap="rnd">
            <a:solidFill>
              <a:schemeClr val="accent3"/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ísľïḑê">
            <a:extLst>
              <a:ext uri="{FF2B5EF4-FFF2-40B4-BE49-F238E27FC236}">
                <a16:creationId xmlns:a16="http://schemas.microsoft.com/office/drawing/2014/main" id="{18CF0F06-0A0B-49B3-8689-4636CDADDD70}"/>
              </a:ext>
            </a:extLst>
          </p:cNvPr>
          <p:cNvSpPr/>
          <p:nvPr/>
        </p:nvSpPr>
        <p:spPr>
          <a:xfrm>
            <a:off x="1022840" y="3907135"/>
            <a:ext cx="889769" cy="889769"/>
          </a:xfrm>
          <a:prstGeom prst="ellipse">
            <a:avLst/>
          </a:prstGeom>
          <a:solidFill>
            <a:srgbClr val="1C50A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t>switch</a:t>
            </a:r>
          </a:p>
        </p:txBody>
      </p:sp>
      <p:sp>
        <p:nvSpPr>
          <p:cNvPr id="28" name="îšļîdè">
            <a:extLst>
              <a:ext uri="{FF2B5EF4-FFF2-40B4-BE49-F238E27FC236}">
                <a16:creationId xmlns:a16="http://schemas.microsoft.com/office/drawing/2014/main" id="{E547AE58-9F6F-4F58-9F07-F7C38360A7BB}"/>
              </a:ext>
            </a:extLst>
          </p:cNvPr>
          <p:cNvSpPr/>
          <p:nvPr/>
        </p:nvSpPr>
        <p:spPr bwMode="auto">
          <a:xfrm>
            <a:off x="1247946" y="4202047"/>
            <a:ext cx="439555" cy="299944"/>
          </a:xfrm>
          <a:custGeom>
            <a:avLst/>
            <a:gdLst>
              <a:gd name="connsiteX0" fmla="*/ 20293 w 607639"/>
              <a:gd name="connsiteY0" fmla="*/ 364062 h 414642"/>
              <a:gd name="connsiteX1" fmla="*/ 20293 w 607639"/>
              <a:gd name="connsiteY1" fmla="*/ 384241 h 414642"/>
              <a:gd name="connsiteX2" fmla="*/ 30351 w 607639"/>
              <a:gd name="connsiteY2" fmla="*/ 394374 h 414642"/>
              <a:gd name="connsiteX3" fmla="*/ 577199 w 607639"/>
              <a:gd name="connsiteY3" fmla="*/ 394374 h 414642"/>
              <a:gd name="connsiteX4" fmla="*/ 587346 w 607639"/>
              <a:gd name="connsiteY4" fmla="*/ 384241 h 414642"/>
              <a:gd name="connsiteX5" fmla="*/ 587346 w 607639"/>
              <a:gd name="connsiteY5" fmla="*/ 364062 h 414642"/>
              <a:gd name="connsiteX6" fmla="*/ 394917 w 607639"/>
              <a:gd name="connsiteY6" fmla="*/ 364062 h 414642"/>
              <a:gd name="connsiteX7" fmla="*/ 394917 w 607639"/>
              <a:gd name="connsiteY7" fmla="*/ 374196 h 414642"/>
              <a:gd name="connsiteX8" fmla="*/ 384859 w 607639"/>
              <a:gd name="connsiteY8" fmla="*/ 384241 h 414642"/>
              <a:gd name="connsiteX9" fmla="*/ 222780 w 607639"/>
              <a:gd name="connsiteY9" fmla="*/ 384241 h 414642"/>
              <a:gd name="connsiteX10" fmla="*/ 212634 w 607639"/>
              <a:gd name="connsiteY10" fmla="*/ 374196 h 414642"/>
              <a:gd name="connsiteX11" fmla="*/ 212634 w 607639"/>
              <a:gd name="connsiteY11" fmla="*/ 364062 h 414642"/>
              <a:gd name="connsiteX12" fmla="*/ 10146 w 607639"/>
              <a:gd name="connsiteY12" fmla="*/ 343794 h 414642"/>
              <a:gd name="connsiteX13" fmla="*/ 40505 w 607639"/>
              <a:gd name="connsiteY13" fmla="*/ 343794 h 414642"/>
              <a:gd name="connsiteX14" fmla="*/ 40505 w 607639"/>
              <a:gd name="connsiteY14" fmla="*/ 353920 h 414642"/>
              <a:gd name="connsiteX15" fmla="*/ 50652 w 607639"/>
              <a:gd name="connsiteY15" fmla="*/ 364052 h 414642"/>
              <a:gd name="connsiteX16" fmla="*/ 212637 w 607639"/>
              <a:gd name="connsiteY16" fmla="*/ 364052 h 414642"/>
              <a:gd name="connsiteX17" fmla="*/ 212637 w 607639"/>
              <a:gd name="connsiteY17" fmla="*/ 374185 h 414642"/>
              <a:gd name="connsiteX18" fmla="*/ 222783 w 607639"/>
              <a:gd name="connsiteY18" fmla="*/ 384228 h 414642"/>
              <a:gd name="connsiteX19" fmla="*/ 384857 w 607639"/>
              <a:gd name="connsiteY19" fmla="*/ 384228 h 414642"/>
              <a:gd name="connsiteX20" fmla="*/ 394915 w 607639"/>
              <a:gd name="connsiteY20" fmla="*/ 374185 h 414642"/>
              <a:gd name="connsiteX21" fmla="*/ 394915 w 607639"/>
              <a:gd name="connsiteY21" fmla="*/ 364052 h 414642"/>
              <a:gd name="connsiteX22" fmla="*/ 556989 w 607639"/>
              <a:gd name="connsiteY22" fmla="*/ 364052 h 414642"/>
              <a:gd name="connsiteX23" fmla="*/ 567135 w 607639"/>
              <a:gd name="connsiteY23" fmla="*/ 353920 h 414642"/>
              <a:gd name="connsiteX24" fmla="*/ 567135 w 607639"/>
              <a:gd name="connsiteY24" fmla="*/ 343794 h 414642"/>
              <a:gd name="connsiteX25" fmla="*/ 597493 w 607639"/>
              <a:gd name="connsiteY25" fmla="*/ 343794 h 414642"/>
              <a:gd name="connsiteX26" fmla="*/ 607639 w 607639"/>
              <a:gd name="connsiteY26" fmla="*/ 353928 h 414642"/>
              <a:gd name="connsiteX27" fmla="*/ 607639 w 607639"/>
              <a:gd name="connsiteY27" fmla="*/ 384241 h 414642"/>
              <a:gd name="connsiteX28" fmla="*/ 577199 w 607639"/>
              <a:gd name="connsiteY28" fmla="*/ 414642 h 414642"/>
              <a:gd name="connsiteX29" fmla="*/ 30351 w 607639"/>
              <a:gd name="connsiteY29" fmla="*/ 414642 h 414642"/>
              <a:gd name="connsiteX30" fmla="*/ 0 w 607639"/>
              <a:gd name="connsiteY30" fmla="*/ 384241 h 414642"/>
              <a:gd name="connsiteX31" fmla="*/ 0 w 607639"/>
              <a:gd name="connsiteY31" fmla="*/ 353928 h 414642"/>
              <a:gd name="connsiteX32" fmla="*/ 10146 w 607639"/>
              <a:gd name="connsiteY32" fmla="*/ 343794 h 414642"/>
              <a:gd name="connsiteX33" fmla="*/ 354415 w 607639"/>
              <a:gd name="connsiteY33" fmla="*/ 262926 h 414642"/>
              <a:gd name="connsiteX34" fmla="*/ 364541 w 607639"/>
              <a:gd name="connsiteY34" fmla="*/ 273063 h 414642"/>
              <a:gd name="connsiteX35" fmla="*/ 364541 w 607639"/>
              <a:gd name="connsiteY35" fmla="*/ 303384 h 414642"/>
              <a:gd name="connsiteX36" fmla="*/ 354415 w 607639"/>
              <a:gd name="connsiteY36" fmla="*/ 313521 h 414642"/>
              <a:gd name="connsiteX37" fmla="*/ 344289 w 607639"/>
              <a:gd name="connsiteY37" fmla="*/ 303384 h 414642"/>
              <a:gd name="connsiteX38" fmla="*/ 344289 w 607639"/>
              <a:gd name="connsiteY38" fmla="*/ 273063 h 414642"/>
              <a:gd name="connsiteX39" fmla="*/ 354415 w 607639"/>
              <a:gd name="connsiteY39" fmla="*/ 262926 h 414642"/>
              <a:gd name="connsiteX40" fmla="*/ 274426 w 607639"/>
              <a:gd name="connsiteY40" fmla="*/ 252429 h 414642"/>
              <a:gd name="connsiteX41" fmla="*/ 274426 w 607639"/>
              <a:gd name="connsiteY41" fmla="*/ 253836 h 414642"/>
              <a:gd name="connsiteX42" fmla="*/ 268732 w 607639"/>
              <a:gd name="connsiteY42" fmla="*/ 256281 h 414642"/>
              <a:gd name="connsiteX43" fmla="*/ 435415 w 607639"/>
              <a:gd name="connsiteY43" fmla="*/ 242745 h 414642"/>
              <a:gd name="connsiteX44" fmla="*/ 445550 w 607639"/>
              <a:gd name="connsiteY44" fmla="*/ 252793 h 414642"/>
              <a:gd name="connsiteX45" fmla="*/ 445550 w 607639"/>
              <a:gd name="connsiteY45" fmla="*/ 303386 h 414642"/>
              <a:gd name="connsiteX46" fmla="*/ 435415 w 607639"/>
              <a:gd name="connsiteY46" fmla="*/ 313522 h 414642"/>
              <a:gd name="connsiteX47" fmla="*/ 425368 w 607639"/>
              <a:gd name="connsiteY47" fmla="*/ 303386 h 414642"/>
              <a:gd name="connsiteX48" fmla="*/ 425368 w 607639"/>
              <a:gd name="connsiteY48" fmla="*/ 252793 h 414642"/>
              <a:gd name="connsiteX49" fmla="*/ 435415 w 607639"/>
              <a:gd name="connsiteY49" fmla="*/ 242745 h 414642"/>
              <a:gd name="connsiteX50" fmla="*/ 394911 w 607639"/>
              <a:gd name="connsiteY50" fmla="*/ 222493 h 414642"/>
              <a:gd name="connsiteX51" fmla="*/ 405046 w 607639"/>
              <a:gd name="connsiteY51" fmla="*/ 232627 h 414642"/>
              <a:gd name="connsiteX52" fmla="*/ 405046 w 607639"/>
              <a:gd name="connsiteY52" fmla="*/ 303388 h 414642"/>
              <a:gd name="connsiteX53" fmla="*/ 394911 w 607639"/>
              <a:gd name="connsiteY53" fmla="*/ 313522 h 414642"/>
              <a:gd name="connsiteX54" fmla="*/ 384864 w 607639"/>
              <a:gd name="connsiteY54" fmla="*/ 303388 h 414642"/>
              <a:gd name="connsiteX55" fmla="*/ 384864 w 607639"/>
              <a:gd name="connsiteY55" fmla="*/ 232627 h 414642"/>
              <a:gd name="connsiteX56" fmla="*/ 394911 w 607639"/>
              <a:gd name="connsiteY56" fmla="*/ 222493 h 414642"/>
              <a:gd name="connsiteX57" fmla="*/ 516514 w 607639"/>
              <a:gd name="connsiteY57" fmla="*/ 212331 h 414642"/>
              <a:gd name="connsiteX58" fmla="*/ 526560 w 607639"/>
              <a:gd name="connsiteY58" fmla="*/ 222468 h 414642"/>
              <a:gd name="connsiteX59" fmla="*/ 526560 w 607639"/>
              <a:gd name="connsiteY59" fmla="*/ 303385 h 414642"/>
              <a:gd name="connsiteX60" fmla="*/ 516514 w 607639"/>
              <a:gd name="connsiteY60" fmla="*/ 313522 h 414642"/>
              <a:gd name="connsiteX61" fmla="*/ 506378 w 607639"/>
              <a:gd name="connsiteY61" fmla="*/ 303385 h 414642"/>
              <a:gd name="connsiteX62" fmla="*/ 506378 w 607639"/>
              <a:gd name="connsiteY62" fmla="*/ 222468 h 414642"/>
              <a:gd name="connsiteX63" fmla="*/ 516514 w 607639"/>
              <a:gd name="connsiteY63" fmla="*/ 212331 h 414642"/>
              <a:gd name="connsiteX64" fmla="*/ 311213 w 607639"/>
              <a:gd name="connsiteY64" fmla="*/ 180188 h 414642"/>
              <a:gd name="connsiteX65" fmla="*/ 304717 w 607639"/>
              <a:gd name="connsiteY65" fmla="*/ 211903 h 414642"/>
              <a:gd name="connsiteX66" fmla="*/ 279633 w 607639"/>
              <a:gd name="connsiteY66" fmla="*/ 248906 h 414642"/>
              <a:gd name="connsiteX67" fmla="*/ 274426 w 607639"/>
              <a:gd name="connsiteY67" fmla="*/ 252429 h 414642"/>
              <a:gd name="connsiteX68" fmla="*/ 274426 w 607639"/>
              <a:gd name="connsiteY68" fmla="*/ 239622 h 414642"/>
              <a:gd name="connsiteX69" fmla="*/ 266991 w 607639"/>
              <a:gd name="connsiteY69" fmla="*/ 232204 h 414642"/>
              <a:gd name="connsiteX70" fmla="*/ 286105 w 607639"/>
              <a:gd name="connsiteY70" fmla="*/ 204050 h 414642"/>
              <a:gd name="connsiteX71" fmla="*/ 290618 w 607639"/>
              <a:gd name="connsiteY71" fmla="*/ 182059 h 414642"/>
              <a:gd name="connsiteX72" fmla="*/ 303796 w 607639"/>
              <a:gd name="connsiteY72" fmla="*/ 182059 h 414642"/>
              <a:gd name="connsiteX73" fmla="*/ 185290 w 607639"/>
              <a:gd name="connsiteY73" fmla="*/ 178985 h 414642"/>
              <a:gd name="connsiteX74" fmla="*/ 192421 w 607639"/>
              <a:gd name="connsiteY74" fmla="*/ 182059 h 414642"/>
              <a:gd name="connsiteX75" fmla="*/ 216731 w 607639"/>
              <a:gd name="connsiteY75" fmla="*/ 182059 h 414642"/>
              <a:gd name="connsiteX76" fmla="*/ 266991 w 607639"/>
              <a:gd name="connsiteY76" fmla="*/ 232204 h 414642"/>
              <a:gd name="connsiteX77" fmla="*/ 265358 w 607639"/>
              <a:gd name="connsiteY77" fmla="*/ 234609 h 414642"/>
              <a:gd name="connsiteX78" fmla="*/ 250836 w 607639"/>
              <a:gd name="connsiteY78" fmla="*/ 244426 h 414642"/>
              <a:gd name="connsiteX79" fmla="*/ 185290 w 607639"/>
              <a:gd name="connsiteY79" fmla="*/ 179031 h 414642"/>
              <a:gd name="connsiteX80" fmla="*/ 476009 w 607639"/>
              <a:gd name="connsiteY80" fmla="*/ 171897 h 414642"/>
              <a:gd name="connsiteX81" fmla="*/ 486055 w 607639"/>
              <a:gd name="connsiteY81" fmla="*/ 182032 h 414642"/>
              <a:gd name="connsiteX82" fmla="*/ 486055 w 607639"/>
              <a:gd name="connsiteY82" fmla="*/ 303387 h 414642"/>
              <a:gd name="connsiteX83" fmla="*/ 476009 w 607639"/>
              <a:gd name="connsiteY83" fmla="*/ 313522 h 414642"/>
              <a:gd name="connsiteX84" fmla="*/ 465873 w 607639"/>
              <a:gd name="connsiteY84" fmla="*/ 303387 h 414642"/>
              <a:gd name="connsiteX85" fmla="*/ 465873 w 607639"/>
              <a:gd name="connsiteY85" fmla="*/ 182032 h 414642"/>
              <a:gd name="connsiteX86" fmla="*/ 476009 w 607639"/>
              <a:gd name="connsiteY86" fmla="*/ 171897 h 414642"/>
              <a:gd name="connsiteX87" fmla="*/ 313921 w 607639"/>
              <a:gd name="connsiteY87" fmla="*/ 166965 h 414642"/>
              <a:gd name="connsiteX88" fmla="*/ 314925 w 607639"/>
              <a:gd name="connsiteY88" fmla="*/ 172904 h 414642"/>
              <a:gd name="connsiteX89" fmla="*/ 311898 w 607639"/>
              <a:gd name="connsiteY89" fmla="*/ 180015 h 414642"/>
              <a:gd name="connsiteX90" fmla="*/ 311213 w 607639"/>
              <a:gd name="connsiteY90" fmla="*/ 180188 h 414642"/>
              <a:gd name="connsiteX91" fmla="*/ 313685 w 607639"/>
              <a:gd name="connsiteY91" fmla="*/ 165567 h 414642"/>
              <a:gd name="connsiteX92" fmla="*/ 313946 w 607639"/>
              <a:gd name="connsiteY92" fmla="*/ 166842 h 414642"/>
              <a:gd name="connsiteX93" fmla="*/ 313921 w 607639"/>
              <a:gd name="connsiteY93" fmla="*/ 166965 h 414642"/>
              <a:gd name="connsiteX94" fmla="*/ 286557 w 607639"/>
              <a:gd name="connsiteY94" fmla="*/ 131875 h 414642"/>
              <a:gd name="connsiteX95" fmla="*/ 293736 w 607639"/>
              <a:gd name="connsiteY95" fmla="*/ 161794 h 414642"/>
              <a:gd name="connsiteX96" fmla="*/ 292704 w 607639"/>
              <a:gd name="connsiteY96" fmla="*/ 161794 h 414642"/>
              <a:gd name="connsiteX97" fmla="*/ 285987 w 607639"/>
              <a:gd name="connsiteY97" fmla="*/ 129499 h 414642"/>
              <a:gd name="connsiteX98" fmla="*/ 286105 w 607639"/>
              <a:gd name="connsiteY98" fmla="*/ 129672 h 414642"/>
              <a:gd name="connsiteX99" fmla="*/ 286557 w 607639"/>
              <a:gd name="connsiteY99" fmla="*/ 131875 h 414642"/>
              <a:gd name="connsiteX100" fmla="*/ 304744 w 607639"/>
              <a:gd name="connsiteY100" fmla="*/ 121927 h 414642"/>
              <a:gd name="connsiteX101" fmla="*/ 306857 w 607639"/>
              <a:gd name="connsiteY101" fmla="*/ 125153 h 414642"/>
              <a:gd name="connsiteX102" fmla="*/ 313685 w 607639"/>
              <a:gd name="connsiteY102" fmla="*/ 165567 h 414642"/>
              <a:gd name="connsiteX103" fmla="*/ 303006 w 607639"/>
              <a:gd name="connsiteY103" fmla="*/ 119273 h 414642"/>
              <a:gd name="connsiteX104" fmla="*/ 304717 w 607639"/>
              <a:gd name="connsiteY104" fmla="*/ 121796 h 414642"/>
              <a:gd name="connsiteX105" fmla="*/ 304744 w 607639"/>
              <a:gd name="connsiteY105" fmla="*/ 121927 h 414642"/>
              <a:gd name="connsiteX106" fmla="*/ 266335 w 607639"/>
              <a:gd name="connsiteY106" fmla="*/ 100547 h 414642"/>
              <a:gd name="connsiteX107" fmla="*/ 285579 w 607639"/>
              <a:gd name="connsiteY107" fmla="*/ 127797 h 414642"/>
              <a:gd name="connsiteX108" fmla="*/ 285987 w 607639"/>
              <a:gd name="connsiteY108" fmla="*/ 129499 h 414642"/>
              <a:gd name="connsiteX109" fmla="*/ 263955 w 607639"/>
              <a:gd name="connsiteY109" fmla="*/ 98160 h 414642"/>
              <a:gd name="connsiteX110" fmla="*/ 265358 w 607639"/>
              <a:gd name="connsiteY110" fmla="*/ 99109 h 414642"/>
              <a:gd name="connsiteX111" fmla="*/ 266335 w 607639"/>
              <a:gd name="connsiteY111" fmla="*/ 100547 h 414642"/>
              <a:gd name="connsiteX112" fmla="*/ 265336 w 607639"/>
              <a:gd name="connsiteY112" fmla="*/ 99133 h 414642"/>
              <a:gd name="connsiteX113" fmla="*/ 518470 w 607639"/>
              <a:gd name="connsiteY113" fmla="*/ 91029 h 414642"/>
              <a:gd name="connsiteX114" fmla="*/ 520515 w 607639"/>
              <a:gd name="connsiteY114" fmla="*/ 92007 h 414642"/>
              <a:gd name="connsiteX115" fmla="*/ 522559 w 607639"/>
              <a:gd name="connsiteY115" fmla="*/ 93074 h 414642"/>
              <a:gd name="connsiteX116" fmla="*/ 524604 w 607639"/>
              <a:gd name="connsiteY116" fmla="*/ 94052 h 414642"/>
              <a:gd name="connsiteX117" fmla="*/ 526560 w 607639"/>
              <a:gd name="connsiteY117" fmla="*/ 101165 h 414642"/>
              <a:gd name="connsiteX118" fmla="*/ 523537 w 607639"/>
              <a:gd name="connsiteY118" fmla="*/ 108188 h 414642"/>
              <a:gd name="connsiteX119" fmla="*/ 521581 w 607639"/>
              <a:gd name="connsiteY119" fmla="*/ 109255 h 414642"/>
              <a:gd name="connsiteX120" fmla="*/ 519537 w 607639"/>
              <a:gd name="connsiteY120" fmla="*/ 110233 h 414642"/>
              <a:gd name="connsiteX121" fmla="*/ 517492 w 607639"/>
              <a:gd name="connsiteY121" fmla="*/ 111211 h 414642"/>
              <a:gd name="connsiteX122" fmla="*/ 516514 w 607639"/>
              <a:gd name="connsiteY122" fmla="*/ 111211 h 414642"/>
              <a:gd name="connsiteX123" fmla="*/ 509401 w 607639"/>
              <a:gd name="connsiteY123" fmla="*/ 108188 h 414642"/>
              <a:gd name="connsiteX124" fmla="*/ 507356 w 607639"/>
              <a:gd name="connsiteY124" fmla="*/ 105165 h 414642"/>
              <a:gd name="connsiteX125" fmla="*/ 506378 w 607639"/>
              <a:gd name="connsiteY125" fmla="*/ 101165 h 414642"/>
              <a:gd name="connsiteX126" fmla="*/ 509401 w 607639"/>
              <a:gd name="connsiteY126" fmla="*/ 94052 h 414642"/>
              <a:gd name="connsiteX127" fmla="*/ 518470 w 607639"/>
              <a:gd name="connsiteY127" fmla="*/ 91029 h 414642"/>
              <a:gd name="connsiteX128" fmla="*/ 384846 w 607639"/>
              <a:gd name="connsiteY128" fmla="*/ 91029 h 414642"/>
              <a:gd name="connsiteX129" fmla="*/ 465819 w 607639"/>
              <a:gd name="connsiteY129" fmla="*/ 91029 h 414642"/>
              <a:gd name="connsiteX130" fmla="*/ 475963 w 607639"/>
              <a:gd name="connsiteY130" fmla="*/ 101165 h 414642"/>
              <a:gd name="connsiteX131" fmla="*/ 465819 w 607639"/>
              <a:gd name="connsiteY131" fmla="*/ 111211 h 414642"/>
              <a:gd name="connsiteX132" fmla="*/ 384846 w 607639"/>
              <a:gd name="connsiteY132" fmla="*/ 111211 h 414642"/>
              <a:gd name="connsiteX133" fmla="*/ 374702 w 607639"/>
              <a:gd name="connsiteY133" fmla="*/ 101165 h 414642"/>
              <a:gd name="connsiteX134" fmla="*/ 384846 w 607639"/>
              <a:gd name="connsiteY134" fmla="*/ 91029 h 414642"/>
              <a:gd name="connsiteX135" fmla="*/ 234861 w 607639"/>
              <a:gd name="connsiteY135" fmla="*/ 78470 h 414642"/>
              <a:gd name="connsiteX136" fmla="*/ 236624 w 607639"/>
              <a:gd name="connsiteY136" fmla="*/ 78890 h 414642"/>
              <a:gd name="connsiteX137" fmla="*/ 263955 w 607639"/>
              <a:gd name="connsiteY137" fmla="*/ 98160 h 414642"/>
              <a:gd name="connsiteX138" fmla="*/ 233277 w 607639"/>
              <a:gd name="connsiteY138" fmla="*/ 78093 h 414642"/>
              <a:gd name="connsiteX139" fmla="*/ 234749 w 607639"/>
              <a:gd name="connsiteY139" fmla="*/ 78395 h 414642"/>
              <a:gd name="connsiteX140" fmla="*/ 234861 w 607639"/>
              <a:gd name="connsiteY140" fmla="*/ 78470 h 414642"/>
              <a:gd name="connsiteX141" fmla="*/ 264684 w 607639"/>
              <a:gd name="connsiteY141" fmla="*/ 74721 h 414642"/>
              <a:gd name="connsiteX142" fmla="*/ 280560 w 607639"/>
              <a:gd name="connsiteY142" fmla="*/ 85001 h 414642"/>
              <a:gd name="connsiteX143" fmla="*/ 303006 w 607639"/>
              <a:gd name="connsiteY143" fmla="*/ 119273 h 414642"/>
              <a:gd name="connsiteX144" fmla="*/ 279633 w 607639"/>
              <a:gd name="connsiteY144" fmla="*/ 84823 h 414642"/>
              <a:gd name="connsiteX145" fmla="*/ 202570 w 607639"/>
              <a:gd name="connsiteY145" fmla="*/ 70780 h 414642"/>
              <a:gd name="connsiteX146" fmla="*/ 233277 w 607639"/>
              <a:gd name="connsiteY146" fmla="*/ 78093 h 414642"/>
              <a:gd name="connsiteX147" fmla="*/ 202570 w 607639"/>
              <a:gd name="connsiteY147" fmla="*/ 71804 h 414642"/>
              <a:gd name="connsiteX148" fmla="*/ 197522 w 607639"/>
              <a:gd name="connsiteY148" fmla="*/ 70770 h 414642"/>
              <a:gd name="connsiteX149" fmla="*/ 202570 w 607639"/>
              <a:gd name="connsiteY149" fmla="*/ 71804 h 414642"/>
              <a:gd name="connsiteX150" fmla="*/ 202570 w 607639"/>
              <a:gd name="connsiteY150" fmla="*/ 161794 h 414642"/>
              <a:gd name="connsiteX151" fmla="*/ 292704 w 607639"/>
              <a:gd name="connsiteY151" fmla="*/ 161794 h 414642"/>
              <a:gd name="connsiteX152" fmla="*/ 293741 w 607639"/>
              <a:gd name="connsiteY152" fmla="*/ 166842 h 414642"/>
              <a:gd name="connsiteX153" fmla="*/ 290618 w 607639"/>
              <a:gd name="connsiteY153" fmla="*/ 182059 h 414642"/>
              <a:gd name="connsiteX154" fmla="*/ 216731 w 607639"/>
              <a:gd name="connsiteY154" fmla="*/ 182059 h 414642"/>
              <a:gd name="connsiteX155" fmla="*/ 199449 w 607639"/>
              <a:gd name="connsiteY155" fmla="*/ 164816 h 414642"/>
              <a:gd name="connsiteX156" fmla="*/ 185290 w 607639"/>
              <a:gd name="connsiteY156" fmla="*/ 164816 h 414642"/>
              <a:gd name="connsiteX157" fmla="*/ 185290 w 607639"/>
              <a:gd name="connsiteY157" fmla="*/ 178985 h 414642"/>
              <a:gd name="connsiteX158" fmla="*/ 185076 w 607639"/>
              <a:gd name="connsiteY158" fmla="*/ 178893 h 414642"/>
              <a:gd name="connsiteX159" fmla="*/ 182271 w 607639"/>
              <a:gd name="connsiteY159" fmla="*/ 171927 h 414642"/>
              <a:gd name="connsiteX160" fmla="*/ 182271 w 607639"/>
              <a:gd name="connsiteY160" fmla="*/ 73890 h 414642"/>
              <a:gd name="connsiteX161" fmla="*/ 241194 w 607639"/>
              <a:gd name="connsiteY161" fmla="*/ 59511 h 414642"/>
              <a:gd name="connsiteX162" fmla="*/ 242600 w 607639"/>
              <a:gd name="connsiteY162" fmla="*/ 59798 h 414642"/>
              <a:gd name="connsiteX163" fmla="*/ 264684 w 607639"/>
              <a:gd name="connsiteY163" fmla="*/ 74721 h 414642"/>
              <a:gd name="connsiteX164" fmla="*/ 223078 w 607639"/>
              <a:gd name="connsiteY164" fmla="*/ 55812 h 414642"/>
              <a:gd name="connsiteX165" fmla="*/ 239895 w 607639"/>
              <a:gd name="connsiteY165" fmla="*/ 58670 h 414642"/>
              <a:gd name="connsiteX166" fmla="*/ 241194 w 607639"/>
              <a:gd name="connsiteY166" fmla="*/ 59511 h 414642"/>
              <a:gd name="connsiteX167" fmla="*/ 187739 w 607639"/>
              <a:gd name="connsiteY167" fmla="*/ 52590 h 414642"/>
              <a:gd name="connsiteX168" fmla="*/ 185298 w 607639"/>
              <a:gd name="connsiteY168" fmla="*/ 53626 h 414642"/>
              <a:gd name="connsiteX169" fmla="*/ 182271 w 607639"/>
              <a:gd name="connsiteY169" fmla="*/ 60736 h 414642"/>
              <a:gd name="connsiteX170" fmla="*/ 182271 w 607639"/>
              <a:gd name="connsiteY170" fmla="*/ 73890 h 414642"/>
              <a:gd name="connsiteX171" fmla="*/ 160258 w 607639"/>
              <a:gd name="connsiteY171" fmla="*/ 78395 h 414642"/>
              <a:gd name="connsiteX172" fmla="*/ 101303 w 607639"/>
              <a:gd name="connsiteY172" fmla="*/ 166842 h 414642"/>
              <a:gd name="connsiteX173" fmla="*/ 197522 w 607639"/>
              <a:gd name="connsiteY173" fmla="*/ 262915 h 414642"/>
              <a:gd name="connsiteX174" fmla="*/ 234749 w 607639"/>
              <a:gd name="connsiteY174" fmla="*/ 255302 h 414642"/>
              <a:gd name="connsiteX175" fmla="*/ 250836 w 607639"/>
              <a:gd name="connsiteY175" fmla="*/ 244426 h 414642"/>
              <a:gd name="connsiteX176" fmla="*/ 260268 w 607639"/>
              <a:gd name="connsiteY176" fmla="*/ 253836 h 414642"/>
              <a:gd name="connsiteX177" fmla="*/ 267391 w 607639"/>
              <a:gd name="connsiteY177" fmla="*/ 256857 h 414642"/>
              <a:gd name="connsiteX178" fmla="*/ 268732 w 607639"/>
              <a:gd name="connsiteY178" fmla="*/ 256281 h 414642"/>
              <a:gd name="connsiteX179" fmla="*/ 242600 w 607639"/>
              <a:gd name="connsiteY179" fmla="*/ 273962 h 414642"/>
              <a:gd name="connsiteX180" fmla="*/ 197522 w 607639"/>
              <a:gd name="connsiteY180" fmla="*/ 283178 h 414642"/>
              <a:gd name="connsiteX181" fmla="*/ 81009 w 607639"/>
              <a:gd name="connsiteY181" fmla="*/ 166842 h 414642"/>
              <a:gd name="connsiteX182" fmla="*/ 152393 w 607639"/>
              <a:gd name="connsiteY182" fmla="*/ 59798 h 414642"/>
              <a:gd name="connsiteX183" fmla="*/ 192421 w 607639"/>
              <a:gd name="connsiteY183" fmla="*/ 50604 h 414642"/>
              <a:gd name="connsiteX184" fmla="*/ 195181 w 607639"/>
              <a:gd name="connsiteY184" fmla="*/ 51073 h 414642"/>
              <a:gd name="connsiteX185" fmla="*/ 187739 w 607639"/>
              <a:gd name="connsiteY185" fmla="*/ 52590 h 414642"/>
              <a:gd name="connsiteX186" fmla="*/ 197522 w 607639"/>
              <a:gd name="connsiteY186" fmla="*/ 50595 h 414642"/>
              <a:gd name="connsiteX187" fmla="*/ 223078 w 607639"/>
              <a:gd name="connsiteY187" fmla="*/ 55812 h 414642"/>
              <a:gd name="connsiteX188" fmla="*/ 195181 w 607639"/>
              <a:gd name="connsiteY188" fmla="*/ 51073 h 414642"/>
              <a:gd name="connsiteX189" fmla="*/ 449651 w 607639"/>
              <a:gd name="connsiteY189" fmla="*/ 41472 h 414642"/>
              <a:gd name="connsiteX190" fmla="*/ 452682 w 607639"/>
              <a:gd name="connsiteY190" fmla="*/ 43516 h 414642"/>
              <a:gd name="connsiteX191" fmla="*/ 455712 w 607639"/>
              <a:gd name="connsiteY191" fmla="*/ 50626 h 414642"/>
              <a:gd name="connsiteX192" fmla="*/ 452682 w 607639"/>
              <a:gd name="connsiteY192" fmla="*/ 57647 h 414642"/>
              <a:gd name="connsiteX193" fmla="*/ 445551 w 607639"/>
              <a:gd name="connsiteY193" fmla="*/ 60757 h 414642"/>
              <a:gd name="connsiteX194" fmla="*/ 438509 w 607639"/>
              <a:gd name="connsiteY194" fmla="*/ 57647 h 414642"/>
              <a:gd name="connsiteX195" fmla="*/ 435389 w 607639"/>
              <a:gd name="connsiteY195" fmla="*/ 50626 h 414642"/>
              <a:gd name="connsiteX196" fmla="*/ 438509 w 607639"/>
              <a:gd name="connsiteY196" fmla="*/ 43516 h 414642"/>
              <a:gd name="connsiteX197" fmla="*/ 449651 w 607639"/>
              <a:gd name="connsiteY197" fmla="*/ 41472 h 414642"/>
              <a:gd name="connsiteX198" fmla="*/ 486030 w 607639"/>
              <a:gd name="connsiteY198" fmla="*/ 40505 h 414642"/>
              <a:gd name="connsiteX199" fmla="*/ 516494 w 607639"/>
              <a:gd name="connsiteY199" fmla="*/ 40505 h 414642"/>
              <a:gd name="connsiteX200" fmla="*/ 526559 w 607639"/>
              <a:gd name="connsiteY200" fmla="*/ 50631 h 414642"/>
              <a:gd name="connsiteX201" fmla="*/ 516494 w 607639"/>
              <a:gd name="connsiteY201" fmla="*/ 60757 h 414642"/>
              <a:gd name="connsiteX202" fmla="*/ 486030 w 607639"/>
              <a:gd name="connsiteY202" fmla="*/ 60757 h 414642"/>
              <a:gd name="connsiteX203" fmla="*/ 475964 w 607639"/>
              <a:gd name="connsiteY203" fmla="*/ 50631 h 414642"/>
              <a:gd name="connsiteX204" fmla="*/ 486030 w 607639"/>
              <a:gd name="connsiteY204" fmla="*/ 40505 h 414642"/>
              <a:gd name="connsiteX205" fmla="*/ 384851 w 607639"/>
              <a:gd name="connsiteY205" fmla="*/ 40505 h 414642"/>
              <a:gd name="connsiteX206" fmla="*/ 405059 w 607639"/>
              <a:gd name="connsiteY206" fmla="*/ 40505 h 414642"/>
              <a:gd name="connsiteX207" fmla="*/ 415207 w 607639"/>
              <a:gd name="connsiteY207" fmla="*/ 50631 h 414642"/>
              <a:gd name="connsiteX208" fmla="*/ 405059 w 607639"/>
              <a:gd name="connsiteY208" fmla="*/ 60757 h 414642"/>
              <a:gd name="connsiteX209" fmla="*/ 384851 w 607639"/>
              <a:gd name="connsiteY209" fmla="*/ 60757 h 414642"/>
              <a:gd name="connsiteX210" fmla="*/ 374702 w 607639"/>
              <a:gd name="connsiteY210" fmla="*/ 50631 h 414642"/>
              <a:gd name="connsiteX211" fmla="*/ 384851 w 607639"/>
              <a:gd name="connsiteY211" fmla="*/ 40505 h 414642"/>
              <a:gd name="connsiteX212" fmla="*/ 70855 w 607639"/>
              <a:gd name="connsiteY212" fmla="*/ 20176 h 414642"/>
              <a:gd name="connsiteX213" fmla="*/ 60798 w 607639"/>
              <a:gd name="connsiteY213" fmla="*/ 30308 h 414642"/>
              <a:gd name="connsiteX214" fmla="*/ 60798 w 607639"/>
              <a:gd name="connsiteY214" fmla="*/ 343788 h 414642"/>
              <a:gd name="connsiteX215" fmla="*/ 222783 w 607639"/>
              <a:gd name="connsiteY215" fmla="*/ 343788 h 414642"/>
              <a:gd name="connsiteX216" fmla="*/ 232929 w 607639"/>
              <a:gd name="connsiteY216" fmla="*/ 353920 h 414642"/>
              <a:gd name="connsiteX217" fmla="*/ 232929 w 607639"/>
              <a:gd name="connsiteY217" fmla="*/ 364052 h 414642"/>
              <a:gd name="connsiteX218" fmla="*/ 374711 w 607639"/>
              <a:gd name="connsiteY218" fmla="*/ 364052 h 414642"/>
              <a:gd name="connsiteX219" fmla="*/ 374711 w 607639"/>
              <a:gd name="connsiteY219" fmla="*/ 353920 h 414642"/>
              <a:gd name="connsiteX220" fmla="*/ 384857 w 607639"/>
              <a:gd name="connsiteY220" fmla="*/ 343788 h 414642"/>
              <a:gd name="connsiteX221" fmla="*/ 546843 w 607639"/>
              <a:gd name="connsiteY221" fmla="*/ 343788 h 414642"/>
              <a:gd name="connsiteX222" fmla="*/ 546843 w 607639"/>
              <a:gd name="connsiteY222" fmla="*/ 30308 h 414642"/>
              <a:gd name="connsiteX223" fmla="*/ 536696 w 607639"/>
              <a:gd name="connsiteY223" fmla="*/ 20176 h 414642"/>
              <a:gd name="connsiteX224" fmla="*/ 70855 w 607639"/>
              <a:gd name="connsiteY224" fmla="*/ 0 h 414642"/>
              <a:gd name="connsiteX225" fmla="*/ 536696 w 607639"/>
              <a:gd name="connsiteY225" fmla="*/ 0 h 414642"/>
              <a:gd name="connsiteX226" fmla="*/ 567135 w 607639"/>
              <a:gd name="connsiteY226" fmla="*/ 30308 h 414642"/>
              <a:gd name="connsiteX227" fmla="*/ 567135 w 607639"/>
              <a:gd name="connsiteY227" fmla="*/ 343794 h 414642"/>
              <a:gd name="connsiteX228" fmla="*/ 384859 w 607639"/>
              <a:gd name="connsiteY228" fmla="*/ 343794 h 414642"/>
              <a:gd name="connsiteX229" fmla="*/ 374712 w 607639"/>
              <a:gd name="connsiteY229" fmla="*/ 353928 h 414642"/>
              <a:gd name="connsiteX230" fmla="*/ 374712 w 607639"/>
              <a:gd name="connsiteY230" fmla="*/ 364062 h 414642"/>
              <a:gd name="connsiteX231" fmla="*/ 232927 w 607639"/>
              <a:gd name="connsiteY231" fmla="*/ 364062 h 414642"/>
              <a:gd name="connsiteX232" fmla="*/ 232927 w 607639"/>
              <a:gd name="connsiteY232" fmla="*/ 353928 h 414642"/>
              <a:gd name="connsiteX233" fmla="*/ 222780 w 607639"/>
              <a:gd name="connsiteY233" fmla="*/ 343794 h 414642"/>
              <a:gd name="connsiteX234" fmla="*/ 40505 w 607639"/>
              <a:gd name="connsiteY234" fmla="*/ 343794 h 414642"/>
              <a:gd name="connsiteX235" fmla="*/ 40505 w 607639"/>
              <a:gd name="connsiteY235" fmla="*/ 30308 h 414642"/>
              <a:gd name="connsiteX236" fmla="*/ 70855 w 607639"/>
              <a:gd name="connsiteY236" fmla="*/ 0 h 414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</a:cxnLst>
            <a:rect l="l" t="t" r="r" b="b"/>
            <a:pathLst>
              <a:path w="607639" h="414642">
                <a:moveTo>
                  <a:pt x="20293" y="364062"/>
                </a:moveTo>
                <a:lnTo>
                  <a:pt x="20293" y="384241"/>
                </a:lnTo>
                <a:cubicBezTo>
                  <a:pt x="20293" y="390374"/>
                  <a:pt x="24298" y="394374"/>
                  <a:pt x="30351" y="394374"/>
                </a:cubicBezTo>
                <a:lnTo>
                  <a:pt x="577199" y="394374"/>
                </a:lnTo>
                <a:cubicBezTo>
                  <a:pt x="583341" y="394374"/>
                  <a:pt x="587346" y="390374"/>
                  <a:pt x="587346" y="384241"/>
                </a:cubicBezTo>
                <a:lnTo>
                  <a:pt x="587346" y="364062"/>
                </a:lnTo>
                <a:lnTo>
                  <a:pt x="394917" y="364062"/>
                </a:lnTo>
                <a:lnTo>
                  <a:pt x="394917" y="374196"/>
                </a:lnTo>
                <a:cubicBezTo>
                  <a:pt x="394917" y="380240"/>
                  <a:pt x="390911" y="384241"/>
                  <a:pt x="384859" y="384241"/>
                </a:cubicBezTo>
                <a:lnTo>
                  <a:pt x="222780" y="384241"/>
                </a:lnTo>
                <a:cubicBezTo>
                  <a:pt x="216728" y="384241"/>
                  <a:pt x="212634" y="380240"/>
                  <a:pt x="212634" y="374196"/>
                </a:cubicBezTo>
                <a:lnTo>
                  <a:pt x="212634" y="364062"/>
                </a:lnTo>
                <a:close/>
                <a:moveTo>
                  <a:pt x="10146" y="343794"/>
                </a:moveTo>
                <a:lnTo>
                  <a:pt x="40505" y="343794"/>
                </a:lnTo>
                <a:lnTo>
                  <a:pt x="40505" y="353920"/>
                </a:lnTo>
                <a:cubicBezTo>
                  <a:pt x="40505" y="359964"/>
                  <a:pt x="44599" y="364052"/>
                  <a:pt x="50652" y="364052"/>
                </a:cubicBezTo>
                <a:lnTo>
                  <a:pt x="212637" y="364052"/>
                </a:lnTo>
                <a:lnTo>
                  <a:pt x="212637" y="374185"/>
                </a:lnTo>
                <a:cubicBezTo>
                  <a:pt x="212637" y="380229"/>
                  <a:pt x="216731" y="384228"/>
                  <a:pt x="222783" y="384228"/>
                </a:cubicBezTo>
                <a:lnTo>
                  <a:pt x="384857" y="384228"/>
                </a:lnTo>
                <a:cubicBezTo>
                  <a:pt x="390910" y="384228"/>
                  <a:pt x="394915" y="380229"/>
                  <a:pt x="394915" y="374185"/>
                </a:cubicBezTo>
                <a:lnTo>
                  <a:pt x="394915" y="364052"/>
                </a:lnTo>
                <a:lnTo>
                  <a:pt x="556989" y="364052"/>
                </a:lnTo>
                <a:cubicBezTo>
                  <a:pt x="563041" y="364052"/>
                  <a:pt x="567135" y="359964"/>
                  <a:pt x="567135" y="353920"/>
                </a:cubicBezTo>
                <a:lnTo>
                  <a:pt x="567135" y="343794"/>
                </a:lnTo>
                <a:lnTo>
                  <a:pt x="597493" y="343794"/>
                </a:lnTo>
                <a:cubicBezTo>
                  <a:pt x="603545" y="343794"/>
                  <a:pt x="607639" y="347883"/>
                  <a:pt x="607639" y="353928"/>
                </a:cubicBezTo>
                <a:lnTo>
                  <a:pt x="607639" y="384241"/>
                </a:lnTo>
                <a:cubicBezTo>
                  <a:pt x="607639" y="401486"/>
                  <a:pt x="594466" y="414642"/>
                  <a:pt x="577199" y="414642"/>
                </a:cubicBezTo>
                <a:lnTo>
                  <a:pt x="30351" y="414642"/>
                </a:lnTo>
                <a:cubicBezTo>
                  <a:pt x="13173" y="414642"/>
                  <a:pt x="0" y="401486"/>
                  <a:pt x="0" y="384241"/>
                </a:cubicBezTo>
                <a:lnTo>
                  <a:pt x="0" y="353928"/>
                </a:lnTo>
                <a:cubicBezTo>
                  <a:pt x="0" y="347883"/>
                  <a:pt x="4094" y="343794"/>
                  <a:pt x="10146" y="343794"/>
                </a:cubicBezTo>
                <a:close/>
                <a:moveTo>
                  <a:pt x="354415" y="262926"/>
                </a:moveTo>
                <a:cubicBezTo>
                  <a:pt x="360455" y="262926"/>
                  <a:pt x="364541" y="267016"/>
                  <a:pt x="364541" y="273063"/>
                </a:cubicBezTo>
                <a:lnTo>
                  <a:pt x="364541" y="303384"/>
                </a:lnTo>
                <a:cubicBezTo>
                  <a:pt x="364541" y="309431"/>
                  <a:pt x="360455" y="313521"/>
                  <a:pt x="354415" y="313521"/>
                </a:cubicBezTo>
                <a:cubicBezTo>
                  <a:pt x="348375" y="313521"/>
                  <a:pt x="344289" y="309431"/>
                  <a:pt x="344289" y="303384"/>
                </a:cubicBezTo>
                <a:lnTo>
                  <a:pt x="344289" y="273063"/>
                </a:lnTo>
                <a:cubicBezTo>
                  <a:pt x="344289" y="267016"/>
                  <a:pt x="348375" y="262926"/>
                  <a:pt x="354415" y="262926"/>
                </a:cubicBezTo>
                <a:close/>
                <a:moveTo>
                  <a:pt x="274426" y="252429"/>
                </a:moveTo>
                <a:lnTo>
                  <a:pt x="274426" y="253836"/>
                </a:lnTo>
                <a:lnTo>
                  <a:pt x="268732" y="256281"/>
                </a:lnTo>
                <a:close/>
                <a:moveTo>
                  <a:pt x="435415" y="242745"/>
                </a:moveTo>
                <a:cubicBezTo>
                  <a:pt x="441549" y="242745"/>
                  <a:pt x="445550" y="246746"/>
                  <a:pt x="445550" y="252793"/>
                </a:cubicBezTo>
                <a:lnTo>
                  <a:pt x="445550" y="303386"/>
                </a:lnTo>
                <a:cubicBezTo>
                  <a:pt x="445550" y="309432"/>
                  <a:pt x="441549" y="313522"/>
                  <a:pt x="435415" y="313522"/>
                </a:cubicBezTo>
                <a:cubicBezTo>
                  <a:pt x="429369" y="313522"/>
                  <a:pt x="425368" y="309432"/>
                  <a:pt x="425368" y="303386"/>
                </a:cubicBezTo>
                <a:lnTo>
                  <a:pt x="425368" y="252793"/>
                </a:lnTo>
                <a:cubicBezTo>
                  <a:pt x="425368" y="246746"/>
                  <a:pt x="429369" y="242745"/>
                  <a:pt x="435415" y="242745"/>
                </a:cubicBezTo>
                <a:close/>
                <a:moveTo>
                  <a:pt x="394911" y="222493"/>
                </a:moveTo>
                <a:cubicBezTo>
                  <a:pt x="401045" y="222493"/>
                  <a:pt x="405046" y="226582"/>
                  <a:pt x="405046" y="232627"/>
                </a:cubicBezTo>
                <a:lnTo>
                  <a:pt x="405046" y="303388"/>
                </a:lnTo>
                <a:cubicBezTo>
                  <a:pt x="405046" y="309433"/>
                  <a:pt x="401045" y="313522"/>
                  <a:pt x="394911" y="313522"/>
                </a:cubicBezTo>
                <a:cubicBezTo>
                  <a:pt x="388865" y="313522"/>
                  <a:pt x="384864" y="309433"/>
                  <a:pt x="384864" y="303388"/>
                </a:cubicBezTo>
                <a:lnTo>
                  <a:pt x="384864" y="232627"/>
                </a:lnTo>
                <a:cubicBezTo>
                  <a:pt x="384864" y="226582"/>
                  <a:pt x="388865" y="222493"/>
                  <a:pt x="394911" y="222493"/>
                </a:cubicBezTo>
                <a:close/>
                <a:moveTo>
                  <a:pt x="516514" y="212331"/>
                </a:moveTo>
                <a:cubicBezTo>
                  <a:pt x="522559" y="212331"/>
                  <a:pt x="526560" y="216421"/>
                  <a:pt x="526560" y="222468"/>
                </a:cubicBezTo>
                <a:lnTo>
                  <a:pt x="526560" y="303385"/>
                </a:lnTo>
                <a:cubicBezTo>
                  <a:pt x="526560" y="309432"/>
                  <a:pt x="522559" y="313522"/>
                  <a:pt x="516514" y="313522"/>
                </a:cubicBezTo>
                <a:cubicBezTo>
                  <a:pt x="510379" y="313522"/>
                  <a:pt x="506378" y="309432"/>
                  <a:pt x="506378" y="303385"/>
                </a:cubicBezTo>
                <a:lnTo>
                  <a:pt x="506378" y="222468"/>
                </a:lnTo>
                <a:cubicBezTo>
                  <a:pt x="506378" y="216421"/>
                  <a:pt x="510379" y="212331"/>
                  <a:pt x="516514" y="212331"/>
                </a:cubicBezTo>
                <a:close/>
                <a:moveTo>
                  <a:pt x="311213" y="180188"/>
                </a:moveTo>
                <a:lnTo>
                  <a:pt x="304717" y="211903"/>
                </a:lnTo>
                <a:cubicBezTo>
                  <a:pt x="298781" y="225796"/>
                  <a:pt x="290203" y="238347"/>
                  <a:pt x="279633" y="248906"/>
                </a:cubicBezTo>
                <a:lnTo>
                  <a:pt x="274426" y="252429"/>
                </a:lnTo>
                <a:lnTo>
                  <a:pt x="274426" y="239622"/>
                </a:lnTo>
                <a:lnTo>
                  <a:pt x="266991" y="232204"/>
                </a:lnTo>
                <a:lnTo>
                  <a:pt x="286105" y="204050"/>
                </a:lnTo>
                <a:lnTo>
                  <a:pt x="290618" y="182059"/>
                </a:lnTo>
                <a:lnTo>
                  <a:pt x="303796" y="182059"/>
                </a:lnTo>
                <a:close/>
                <a:moveTo>
                  <a:pt x="185290" y="178985"/>
                </a:moveTo>
                <a:lnTo>
                  <a:pt x="192421" y="182059"/>
                </a:lnTo>
                <a:lnTo>
                  <a:pt x="216731" y="182059"/>
                </a:lnTo>
                <a:lnTo>
                  <a:pt x="266991" y="232204"/>
                </a:lnTo>
                <a:lnTo>
                  <a:pt x="265358" y="234609"/>
                </a:lnTo>
                <a:lnTo>
                  <a:pt x="250836" y="244426"/>
                </a:lnTo>
                <a:lnTo>
                  <a:pt x="185290" y="179031"/>
                </a:lnTo>
                <a:close/>
                <a:moveTo>
                  <a:pt x="476009" y="171897"/>
                </a:moveTo>
                <a:cubicBezTo>
                  <a:pt x="482054" y="171897"/>
                  <a:pt x="486055" y="175987"/>
                  <a:pt x="486055" y="182032"/>
                </a:cubicBezTo>
                <a:lnTo>
                  <a:pt x="486055" y="303387"/>
                </a:lnTo>
                <a:cubicBezTo>
                  <a:pt x="486055" y="309433"/>
                  <a:pt x="482054" y="313522"/>
                  <a:pt x="476009" y="313522"/>
                </a:cubicBezTo>
                <a:cubicBezTo>
                  <a:pt x="469874" y="313522"/>
                  <a:pt x="465873" y="309433"/>
                  <a:pt x="465873" y="303387"/>
                </a:cubicBezTo>
                <a:lnTo>
                  <a:pt x="465873" y="182032"/>
                </a:lnTo>
                <a:cubicBezTo>
                  <a:pt x="465873" y="175987"/>
                  <a:pt x="469874" y="171897"/>
                  <a:pt x="476009" y="171897"/>
                </a:cubicBezTo>
                <a:close/>
                <a:moveTo>
                  <a:pt x="313921" y="166965"/>
                </a:moveTo>
                <a:lnTo>
                  <a:pt x="314925" y="172904"/>
                </a:lnTo>
                <a:cubicBezTo>
                  <a:pt x="314925" y="176015"/>
                  <a:pt x="313946" y="177971"/>
                  <a:pt x="311898" y="180015"/>
                </a:cubicBezTo>
                <a:lnTo>
                  <a:pt x="311213" y="180188"/>
                </a:lnTo>
                <a:close/>
                <a:moveTo>
                  <a:pt x="313685" y="165567"/>
                </a:moveTo>
                <a:lnTo>
                  <a:pt x="313946" y="166842"/>
                </a:lnTo>
                <a:lnTo>
                  <a:pt x="313921" y="166965"/>
                </a:lnTo>
                <a:close/>
                <a:moveTo>
                  <a:pt x="286557" y="131875"/>
                </a:moveTo>
                <a:lnTo>
                  <a:pt x="293736" y="161794"/>
                </a:lnTo>
                <a:lnTo>
                  <a:pt x="292704" y="161794"/>
                </a:lnTo>
                <a:close/>
                <a:moveTo>
                  <a:pt x="285987" y="129499"/>
                </a:moveTo>
                <a:lnTo>
                  <a:pt x="286105" y="129672"/>
                </a:lnTo>
                <a:lnTo>
                  <a:pt x="286557" y="131875"/>
                </a:lnTo>
                <a:close/>
                <a:moveTo>
                  <a:pt x="304744" y="121927"/>
                </a:moveTo>
                <a:lnTo>
                  <a:pt x="306857" y="125153"/>
                </a:lnTo>
                <a:lnTo>
                  <a:pt x="313685" y="165567"/>
                </a:lnTo>
                <a:close/>
                <a:moveTo>
                  <a:pt x="303006" y="119273"/>
                </a:moveTo>
                <a:lnTo>
                  <a:pt x="304717" y="121796"/>
                </a:lnTo>
                <a:lnTo>
                  <a:pt x="304744" y="121927"/>
                </a:lnTo>
                <a:close/>
                <a:moveTo>
                  <a:pt x="266335" y="100547"/>
                </a:moveTo>
                <a:lnTo>
                  <a:pt x="285579" y="127797"/>
                </a:lnTo>
                <a:lnTo>
                  <a:pt x="285987" y="129499"/>
                </a:lnTo>
                <a:close/>
                <a:moveTo>
                  <a:pt x="263955" y="98160"/>
                </a:moveTo>
                <a:lnTo>
                  <a:pt x="265358" y="99109"/>
                </a:lnTo>
                <a:lnTo>
                  <a:pt x="266335" y="100547"/>
                </a:lnTo>
                <a:lnTo>
                  <a:pt x="265336" y="99133"/>
                </a:lnTo>
                <a:close/>
                <a:moveTo>
                  <a:pt x="518470" y="91029"/>
                </a:moveTo>
                <a:cubicBezTo>
                  <a:pt x="519537" y="91029"/>
                  <a:pt x="519537" y="91029"/>
                  <a:pt x="520515" y="92007"/>
                </a:cubicBezTo>
                <a:cubicBezTo>
                  <a:pt x="521581" y="92007"/>
                  <a:pt x="521581" y="93074"/>
                  <a:pt x="522559" y="93074"/>
                </a:cubicBezTo>
                <a:cubicBezTo>
                  <a:pt x="523537" y="93074"/>
                  <a:pt x="523537" y="94052"/>
                  <a:pt x="524604" y="94052"/>
                </a:cubicBezTo>
                <a:cubicBezTo>
                  <a:pt x="525582" y="96097"/>
                  <a:pt x="526560" y="98142"/>
                  <a:pt x="526560" y="101165"/>
                </a:cubicBezTo>
                <a:cubicBezTo>
                  <a:pt x="526560" y="104187"/>
                  <a:pt x="525582" y="106232"/>
                  <a:pt x="523537" y="108188"/>
                </a:cubicBezTo>
                <a:cubicBezTo>
                  <a:pt x="523537" y="108188"/>
                  <a:pt x="522559" y="109255"/>
                  <a:pt x="521581" y="109255"/>
                </a:cubicBezTo>
                <a:cubicBezTo>
                  <a:pt x="521581" y="109255"/>
                  <a:pt x="520515" y="110233"/>
                  <a:pt x="519537" y="110233"/>
                </a:cubicBezTo>
                <a:cubicBezTo>
                  <a:pt x="518470" y="110233"/>
                  <a:pt x="518470" y="110233"/>
                  <a:pt x="517492" y="111211"/>
                </a:cubicBezTo>
                <a:lnTo>
                  <a:pt x="516514" y="111211"/>
                </a:lnTo>
                <a:cubicBezTo>
                  <a:pt x="513491" y="111211"/>
                  <a:pt x="511446" y="110233"/>
                  <a:pt x="509401" y="108188"/>
                </a:cubicBezTo>
                <a:cubicBezTo>
                  <a:pt x="508423" y="107210"/>
                  <a:pt x="507356" y="106232"/>
                  <a:pt x="507356" y="105165"/>
                </a:cubicBezTo>
                <a:cubicBezTo>
                  <a:pt x="507356" y="104187"/>
                  <a:pt x="506378" y="103121"/>
                  <a:pt x="506378" y="101165"/>
                </a:cubicBezTo>
                <a:cubicBezTo>
                  <a:pt x="506378" y="98142"/>
                  <a:pt x="507356" y="96097"/>
                  <a:pt x="509401" y="94052"/>
                </a:cubicBezTo>
                <a:cubicBezTo>
                  <a:pt x="511446" y="92007"/>
                  <a:pt x="515447" y="91029"/>
                  <a:pt x="518470" y="91029"/>
                </a:cubicBezTo>
                <a:close/>
                <a:moveTo>
                  <a:pt x="384846" y="91029"/>
                </a:moveTo>
                <a:lnTo>
                  <a:pt x="465819" y="91029"/>
                </a:lnTo>
                <a:cubicBezTo>
                  <a:pt x="471870" y="91029"/>
                  <a:pt x="475963" y="95030"/>
                  <a:pt x="475963" y="101165"/>
                </a:cubicBezTo>
                <a:cubicBezTo>
                  <a:pt x="475963" y="107210"/>
                  <a:pt x="471870" y="111211"/>
                  <a:pt x="465819" y="111211"/>
                </a:cubicBezTo>
                <a:lnTo>
                  <a:pt x="384846" y="111211"/>
                </a:lnTo>
                <a:cubicBezTo>
                  <a:pt x="378706" y="111211"/>
                  <a:pt x="374702" y="107210"/>
                  <a:pt x="374702" y="101165"/>
                </a:cubicBezTo>
                <a:cubicBezTo>
                  <a:pt x="374702" y="95030"/>
                  <a:pt x="378706" y="91029"/>
                  <a:pt x="384846" y="91029"/>
                </a:cubicBezTo>
                <a:close/>
                <a:moveTo>
                  <a:pt x="234861" y="78470"/>
                </a:moveTo>
                <a:lnTo>
                  <a:pt x="236624" y="78890"/>
                </a:lnTo>
                <a:lnTo>
                  <a:pt x="263955" y="98160"/>
                </a:lnTo>
                <a:close/>
                <a:moveTo>
                  <a:pt x="233277" y="78093"/>
                </a:moveTo>
                <a:lnTo>
                  <a:pt x="234749" y="78395"/>
                </a:lnTo>
                <a:lnTo>
                  <a:pt x="234861" y="78470"/>
                </a:lnTo>
                <a:close/>
                <a:moveTo>
                  <a:pt x="264684" y="74721"/>
                </a:moveTo>
                <a:lnTo>
                  <a:pt x="280560" y="85001"/>
                </a:lnTo>
                <a:lnTo>
                  <a:pt x="303006" y="119273"/>
                </a:lnTo>
                <a:lnTo>
                  <a:pt x="279633" y="84823"/>
                </a:lnTo>
                <a:close/>
                <a:moveTo>
                  <a:pt x="202570" y="70780"/>
                </a:moveTo>
                <a:lnTo>
                  <a:pt x="233277" y="78093"/>
                </a:lnTo>
                <a:lnTo>
                  <a:pt x="202570" y="71804"/>
                </a:lnTo>
                <a:close/>
                <a:moveTo>
                  <a:pt x="197522" y="70770"/>
                </a:moveTo>
                <a:lnTo>
                  <a:pt x="202570" y="71804"/>
                </a:lnTo>
                <a:lnTo>
                  <a:pt x="202570" y="161794"/>
                </a:lnTo>
                <a:lnTo>
                  <a:pt x="292704" y="161794"/>
                </a:lnTo>
                <a:lnTo>
                  <a:pt x="293741" y="166842"/>
                </a:lnTo>
                <a:lnTo>
                  <a:pt x="290618" y="182059"/>
                </a:lnTo>
                <a:lnTo>
                  <a:pt x="216731" y="182059"/>
                </a:lnTo>
                <a:lnTo>
                  <a:pt x="199449" y="164816"/>
                </a:lnTo>
                <a:cubicBezTo>
                  <a:pt x="195442" y="160818"/>
                  <a:pt x="189386" y="160818"/>
                  <a:pt x="185290" y="164816"/>
                </a:cubicBezTo>
                <a:lnTo>
                  <a:pt x="185290" y="178985"/>
                </a:lnTo>
                <a:lnTo>
                  <a:pt x="185076" y="178893"/>
                </a:lnTo>
                <a:cubicBezTo>
                  <a:pt x="183295" y="176993"/>
                  <a:pt x="182271" y="174460"/>
                  <a:pt x="182271" y="171927"/>
                </a:cubicBezTo>
                <a:lnTo>
                  <a:pt x="182271" y="73890"/>
                </a:lnTo>
                <a:close/>
                <a:moveTo>
                  <a:pt x="241194" y="59511"/>
                </a:moveTo>
                <a:lnTo>
                  <a:pt x="242600" y="59798"/>
                </a:lnTo>
                <a:lnTo>
                  <a:pt x="264684" y="74721"/>
                </a:lnTo>
                <a:close/>
                <a:moveTo>
                  <a:pt x="223078" y="55812"/>
                </a:moveTo>
                <a:lnTo>
                  <a:pt x="239895" y="58670"/>
                </a:lnTo>
                <a:lnTo>
                  <a:pt x="241194" y="59511"/>
                </a:lnTo>
                <a:close/>
                <a:moveTo>
                  <a:pt x="187739" y="52590"/>
                </a:moveTo>
                <a:lnTo>
                  <a:pt x="185298" y="53626"/>
                </a:lnTo>
                <a:cubicBezTo>
                  <a:pt x="183251" y="55670"/>
                  <a:pt x="182271" y="57625"/>
                  <a:pt x="182271" y="60736"/>
                </a:cubicBezTo>
                <a:lnTo>
                  <a:pt x="182271" y="73890"/>
                </a:lnTo>
                <a:lnTo>
                  <a:pt x="160258" y="78395"/>
                </a:lnTo>
                <a:cubicBezTo>
                  <a:pt x="125786" y="93105"/>
                  <a:pt x="101303" y="127449"/>
                  <a:pt x="101303" y="166842"/>
                </a:cubicBezTo>
                <a:cubicBezTo>
                  <a:pt x="101303" y="219456"/>
                  <a:pt x="144829" y="262915"/>
                  <a:pt x="197522" y="262915"/>
                </a:cubicBezTo>
                <a:cubicBezTo>
                  <a:pt x="210673" y="262915"/>
                  <a:pt x="223263" y="260199"/>
                  <a:pt x="234749" y="255302"/>
                </a:cubicBezTo>
                <a:lnTo>
                  <a:pt x="250836" y="244426"/>
                </a:lnTo>
                <a:lnTo>
                  <a:pt x="260268" y="253836"/>
                </a:lnTo>
                <a:cubicBezTo>
                  <a:pt x="262316" y="255791"/>
                  <a:pt x="264364" y="256857"/>
                  <a:pt x="267391" y="256857"/>
                </a:cubicBezTo>
                <a:lnTo>
                  <a:pt x="268732" y="256281"/>
                </a:lnTo>
                <a:lnTo>
                  <a:pt x="242600" y="273962"/>
                </a:lnTo>
                <a:cubicBezTo>
                  <a:pt x="228698" y="279890"/>
                  <a:pt x="213455" y="283178"/>
                  <a:pt x="197522" y="283178"/>
                </a:cubicBezTo>
                <a:cubicBezTo>
                  <a:pt x="133703" y="283178"/>
                  <a:pt x="81009" y="230565"/>
                  <a:pt x="81009" y="166842"/>
                </a:cubicBezTo>
                <a:cubicBezTo>
                  <a:pt x="81009" y="119050"/>
                  <a:pt x="110649" y="77557"/>
                  <a:pt x="152393" y="59798"/>
                </a:cubicBezTo>
                <a:close/>
                <a:moveTo>
                  <a:pt x="192421" y="50604"/>
                </a:moveTo>
                <a:lnTo>
                  <a:pt x="195181" y="51073"/>
                </a:lnTo>
                <a:lnTo>
                  <a:pt x="187739" y="52590"/>
                </a:lnTo>
                <a:close/>
                <a:moveTo>
                  <a:pt x="197522" y="50595"/>
                </a:moveTo>
                <a:lnTo>
                  <a:pt x="223078" y="55812"/>
                </a:lnTo>
                <a:lnTo>
                  <a:pt x="195181" y="51073"/>
                </a:lnTo>
                <a:close/>
                <a:moveTo>
                  <a:pt x="449651" y="41472"/>
                </a:moveTo>
                <a:cubicBezTo>
                  <a:pt x="450631" y="42539"/>
                  <a:pt x="451612" y="42539"/>
                  <a:pt x="452682" y="43516"/>
                </a:cubicBezTo>
                <a:cubicBezTo>
                  <a:pt x="454732" y="45560"/>
                  <a:pt x="455712" y="47604"/>
                  <a:pt x="455712" y="50626"/>
                </a:cubicBezTo>
                <a:cubicBezTo>
                  <a:pt x="455712" y="53648"/>
                  <a:pt x="454732" y="55692"/>
                  <a:pt x="452682" y="57647"/>
                </a:cubicBezTo>
                <a:cubicBezTo>
                  <a:pt x="450631" y="59691"/>
                  <a:pt x="448581" y="60757"/>
                  <a:pt x="445551" y="60757"/>
                </a:cubicBezTo>
                <a:cubicBezTo>
                  <a:pt x="442520" y="60757"/>
                  <a:pt x="440470" y="59691"/>
                  <a:pt x="438509" y="57647"/>
                </a:cubicBezTo>
                <a:cubicBezTo>
                  <a:pt x="436459" y="55692"/>
                  <a:pt x="435389" y="53648"/>
                  <a:pt x="435389" y="50626"/>
                </a:cubicBezTo>
                <a:cubicBezTo>
                  <a:pt x="435389" y="47604"/>
                  <a:pt x="436459" y="45560"/>
                  <a:pt x="438509" y="43516"/>
                </a:cubicBezTo>
                <a:cubicBezTo>
                  <a:pt x="441540" y="40495"/>
                  <a:pt x="445551" y="39517"/>
                  <a:pt x="449651" y="41472"/>
                </a:cubicBezTo>
                <a:close/>
                <a:moveTo>
                  <a:pt x="486030" y="40505"/>
                </a:moveTo>
                <a:lnTo>
                  <a:pt x="516494" y="40505"/>
                </a:lnTo>
                <a:cubicBezTo>
                  <a:pt x="522551" y="40505"/>
                  <a:pt x="526559" y="44591"/>
                  <a:pt x="526559" y="50631"/>
                </a:cubicBezTo>
                <a:cubicBezTo>
                  <a:pt x="526559" y="56671"/>
                  <a:pt x="522551" y="60757"/>
                  <a:pt x="516494" y="60757"/>
                </a:cubicBezTo>
                <a:lnTo>
                  <a:pt x="486030" y="60757"/>
                </a:lnTo>
                <a:cubicBezTo>
                  <a:pt x="479973" y="60757"/>
                  <a:pt x="475964" y="56671"/>
                  <a:pt x="475964" y="50631"/>
                </a:cubicBezTo>
                <a:cubicBezTo>
                  <a:pt x="475964" y="44591"/>
                  <a:pt x="479973" y="40505"/>
                  <a:pt x="486030" y="40505"/>
                </a:cubicBezTo>
                <a:close/>
                <a:moveTo>
                  <a:pt x="384851" y="40505"/>
                </a:moveTo>
                <a:lnTo>
                  <a:pt x="405059" y="40505"/>
                </a:lnTo>
                <a:cubicBezTo>
                  <a:pt x="411112" y="40505"/>
                  <a:pt x="415207" y="44591"/>
                  <a:pt x="415207" y="50631"/>
                </a:cubicBezTo>
                <a:cubicBezTo>
                  <a:pt x="415207" y="56671"/>
                  <a:pt x="411112" y="60757"/>
                  <a:pt x="405059" y="60757"/>
                </a:cubicBezTo>
                <a:lnTo>
                  <a:pt x="384851" y="60757"/>
                </a:lnTo>
                <a:cubicBezTo>
                  <a:pt x="378708" y="60757"/>
                  <a:pt x="374702" y="56671"/>
                  <a:pt x="374702" y="50631"/>
                </a:cubicBezTo>
                <a:cubicBezTo>
                  <a:pt x="374702" y="44591"/>
                  <a:pt x="378708" y="40505"/>
                  <a:pt x="384851" y="40505"/>
                </a:cubicBezTo>
                <a:close/>
                <a:moveTo>
                  <a:pt x="70855" y="20176"/>
                </a:moveTo>
                <a:cubicBezTo>
                  <a:pt x="64803" y="20176"/>
                  <a:pt x="60798" y="24264"/>
                  <a:pt x="60798" y="30308"/>
                </a:cubicBezTo>
                <a:lnTo>
                  <a:pt x="60798" y="343788"/>
                </a:lnTo>
                <a:lnTo>
                  <a:pt x="222783" y="343788"/>
                </a:lnTo>
                <a:cubicBezTo>
                  <a:pt x="228835" y="343788"/>
                  <a:pt x="232929" y="347876"/>
                  <a:pt x="232929" y="353920"/>
                </a:cubicBezTo>
                <a:lnTo>
                  <a:pt x="232929" y="364052"/>
                </a:lnTo>
                <a:lnTo>
                  <a:pt x="374711" y="364052"/>
                </a:lnTo>
                <a:lnTo>
                  <a:pt x="374711" y="353920"/>
                </a:lnTo>
                <a:cubicBezTo>
                  <a:pt x="374711" y="347876"/>
                  <a:pt x="378716" y="343788"/>
                  <a:pt x="384857" y="343788"/>
                </a:cubicBezTo>
                <a:lnTo>
                  <a:pt x="546843" y="343788"/>
                </a:lnTo>
                <a:lnTo>
                  <a:pt x="546843" y="30308"/>
                </a:lnTo>
                <a:cubicBezTo>
                  <a:pt x="546843" y="24264"/>
                  <a:pt x="542748" y="20176"/>
                  <a:pt x="536696" y="20176"/>
                </a:cubicBezTo>
                <a:close/>
                <a:moveTo>
                  <a:pt x="70855" y="0"/>
                </a:moveTo>
                <a:lnTo>
                  <a:pt x="536696" y="0"/>
                </a:lnTo>
                <a:cubicBezTo>
                  <a:pt x="553963" y="0"/>
                  <a:pt x="567135" y="13154"/>
                  <a:pt x="567135" y="30308"/>
                </a:cubicBezTo>
                <a:lnTo>
                  <a:pt x="567135" y="343794"/>
                </a:lnTo>
                <a:lnTo>
                  <a:pt x="384859" y="343794"/>
                </a:lnTo>
                <a:cubicBezTo>
                  <a:pt x="378718" y="343794"/>
                  <a:pt x="374712" y="347883"/>
                  <a:pt x="374712" y="353928"/>
                </a:cubicBezTo>
                <a:lnTo>
                  <a:pt x="374712" y="364062"/>
                </a:lnTo>
                <a:lnTo>
                  <a:pt x="232927" y="364062"/>
                </a:lnTo>
                <a:lnTo>
                  <a:pt x="232927" y="353928"/>
                </a:lnTo>
                <a:cubicBezTo>
                  <a:pt x="232927" y="347883"/>
                  <a:pt x="228833" y="343794"/>
                  <a:pt x="222780" y="343794"/>
                </a:cubicBezTo>
                <a:lnTo>
                  <a:pt x="40505" y="343794"/>
                </a:lnTo>
                <a:lnTo>
                  <a:pt x="40505" y="30308"/>
                </a:lnTo>
                <a:cubicBezTo>
                  <a:pt x="40505" y="13154"/>
                  <a:pt x="53678" y="0"/>
                  <a:pt x="7085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9" name="ïsḻídê">
            <a:extLst>
              <a:ext uri="{FF2B5EF4-FFF2-40B4-BE49-F238E27FC236}">
                <a16:creationId xmlns:a16="http://schemas.microsoft.com/office/drawing/2014/main" id="{AE0D96ED-CA3F-4AC3-B428-F2A150AB1EB2}"/>
              </a:ext>
            </a:extLst>
          </p:cNvPr>
          <p:cNvSpPr/>
          <p:nvPr/>
        </p:nvSpPr>
        <p:spPr bwMode="auto">
          <a:xfrm>
            <a:off x="669925" y="5355066"/>
            <a:ext cx="1595598" cy="67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  <a:tabLst>
                <a:tab pos="228594" algn="l"/>
              </a:tabLst>
              <a:defRPr/>
            </a:pPr>
            <a:r>
              <a:rPr lang="en-US" altLang="zh-CN" sz="800" dirty="0"/>
              <a:t>if/else条件判断</a:t>
            </a:r>
          </a:p>
          <a:p>
            <a:pPr algn="ctr">
              <a:lnSpc>
                <a:spcPct val="150000"/>
              </a:lnSpc>
              <a:tabLst>
                <a:tab pos="228594" algn="l"/>
              </a:tabLst>
              <a:defRPr/>
            </a:pPr>
            <a:r>
              <a:rPr lang="en-US" altLang="zh-CN" sz="800" dirty="0"/>
              <a:t>支持guard标签</a:t>
            </a:r>
          </a:p>
        </p:txBody>
      </p:sp>
      <p:sp>
        <p:nvSpPr>
          <p:cNvPr id="30" name="îśľîḑè">
            <a:extLst>
              <a:ext uri="{FF2B5EF4-FFF2-40B4-BE49-F238E27FC236}">
                <a16:creationId xmlns:a16="http://schemas.microsoft.com/office/drawing/2014/main" id="{6D5FB171-9AB4-4AC1-BD0D-4ED34B836593}"/>
              </a:ext>
            </a:extLst>
          </p:cNvPr>
          <p:cNvSpPr txBox="1"/>
          <p:nvPr/>
        </p:nvSpPr>
        <p:spPr bwMode="auto">
          <a:xfrm>
            <a:off x="669925" y="4935831"/>
            <a:ext cx="1595598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b="1" dirty="0">
                <a:solidFill>
                  <a:schemeClr val="accent1"/>
                </a:solidFill>
              </a:rPr>
              <a:t>repeat</a:t>
            </a:r>
          </a:p>
        </p:txBody>
      </p:sp>
      <p:sp>
        <p:nvSpPr>
          <p:cNvPr id="31" name="ïşľïḍé">
            <a:extLst>
              <a:ext uri="{FF2B5EF4-FFF2-40B4-BE49-F238E27FC236}">
                <a16:creationId xmlns:a16="http://schemas.microsoft.com/office/drawing/2014/main" id="{214CE760-C9C4-4C81-94CB-1F14E4B9A650}"/>
              </a:ext>
            </a:extLst>
          </p:cNvPr>
          <p:cNvSpPr/>
          <p:nvPr/>
        </p:nvSpPr>
        <p:spPr>
          <a:xfrm>
            <a:off x="3883915" y="3907135"/>
            <a:ext cx="889769" cy="889769"/>
          </a:xfrm>
          <a:prstGeom prst="ellipse">
            <a:avLst/>
          </a:prstGeom>
          <a:solidFill>
            <a:srgbClr val="1C50A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2" name="îsḷïḋè">
            <a:extLst>
              <a:ext uri="{FF2B5EF4-FFF2-40B4-BE49-F238E27FC236}">
                <a16:creationId xmlns:a16="http://schemas.microsoft.com/office/drawing/2014/main" id="{3196CE52-ECB7-42BF-B720-7936AFFBC901}"/>
              </a:ext>
            </a:extLst>
          </p:cNvPr>
          <p:cNvSpPr/>
          <p:nvPr/>
        </p:nvSpPr>
        <p:spPr bwMode="auto">
          <a:xfrm>
            <a:off x="4109021" y="4202047"/>
            <a:ext cx="439555" cy="299944"/>
          </a:xfrm>
          <a:custGeom>
            <a:avLst/>
            <a:gdLst>
              <a:gd name="connsiteX0" fmla="*/ 20293 w 607639"/>
              <a:gd name="connsiteY0" fmla="*/ 364062 h 414642"/>
              <a:gd name="connsiteX1" fmla="*/ 20293 w 607639"/>
              <a:gd name="connsiteY1" fmla="*/ 384241 h 414642"/>
              <a:gd name="connsiteX2" fmla="*/ 30351 w 607639"/>
              <a:gd name="connsiteY2" fmla="*/ 394374 h 414642"/>
              <a:gd name="connsiteX3" fmla="*/ 577199 w 607639"/>
              <a:gd name="connsiteY3" fmla="*/ 394374 h 414642"/>
              <a:gd name="connsiteX4" fmla="*/ 587346 w 607639"/>
              <a:gd name="connsiteY4" fmla="*/ 384241 h 414642"/>
              <a:gd name="connsiteX5" fmla="*/ 587346 w 607639"/>
              <a:gd name="connsiteY5" fmla="*/ 364062 h 414642"/>
              <a:gd name="connsiteX6" fmla="*/ 394917 w 607639"/>
              <a:gd name="connsiteY6" fmla="*/ 364062 h 414642"/>
              <a:gd name="connsiteX7" fmla="*/ 394917 w 607639"/>
              <a:gd name="connsiteY7" fmla="*/ 374196 h 414642"/>
              <a:gd name="connsiteX8" fmla="*/ 384859 w 607639"/>
              <a:gd name="connsiteY8" fmla="*/ 384241 h 414642"/>
              <a:gd name="connsiteX9" fmla="*/ 222780 w 607639"/>
              <a:gd name="connsiteY9" fmla="*/ 384241 h 414642"/>
              <a:gd name="connsiteX10" fmla="*/ 212634 w 607639"/>
              <a:gd name="connsiteY10" fmla="*/ 374196 h 414642"/>
              <a:gd name="connsiteX11" fmla="*/ 212634 w 607639"/>
              <a:gd name="connsiteY11" fmla="*/ 364062 h 414642"/>
              <a:gd name="connsiteX12" fmla="*/ 10146 w 607639"/>
              <a:gd name="connsiteY12" fmla="*/ 343794 h 414642"/>
              <a:gd name="connsiteX13" fmla="*/ 40505 w 607639"/>
              <a:gd name="connsiteY13" fmla="*/ 343794 h 414642"/>
              <a:gd name="connsiteX14" fmla="*/ 40505 w 607639"/>
              <a:gd name="connsiteY14" fmla="*/ 353920 h 414642"/>
              <a:gd name="connsiteX15" fmla="*/ 50652 w 607639"/>
              <a:gd name="connsiteY15" fmla="*/ 364052 h 414642"/>
              <a:gd name="connsiteX16" fmla="*/ 212637 w 607639"/>
              <a:gd name="connsiteY16" fmla="*/ 364052 h 414642"/>
              <a:gd name="connsiteX17" fmla="*/ 212637 w 607639"/>
              <a:gd name="connsiteY17" fmla="*/ 374185 h 414642"/>
              <a:gd name="connsiteX18" fmla="*/ 222783 w 607639"/>
              <a:gd name="connsiteY18" fmla="*/ 384228 h 414642"/>
              <a:gd name="connsiteX19" fmla="*/ 384857 w 607639"/>
              <a:gd name="connsiteY19" fmla="*/ 384228 h 414642"/>
              <a:gd name="connsiteX20" fmla="*/ 394915 w 607639"/>
              <a:gd name="connsiteY20" fmla="*/ 374185 h 414642"/>
              <a:gd name="connsiteX21" fmla="*/ 394915 w 607639"/>
              <a:gd name="connsiteY21" fmla="*/ 364052 h 414642"/>
              <a:gd name="connsiteX22" fmla="*/ 556989 w 607639"/>
              <a:gd name="connsiteY22" fmla="*/ 364052 h 414642"/>
              <a:gd name="connsiteX23" fmla="*/ 567135 w 607639"/>
              <a:gd name="connsiteY23" fmla="*/ 353920 h 414642"/>
              <a:gd name="connsiteX24" fmla="*/ 567135 w 607639"/>
              <a:gd name="connsiteY24" fmla="*/ 343794 h 414642"/>
              <a:gd name="connsiteX25" fmla="*/ 597493 w 607639"/>
              <a:gd name="connsiteY25" fmla="*/ 343794 h 414642"/>
              <a:gd name="connsiteX26" fmla="*/ 607639 w 607639"/>
              <a:gd name="connsiteY26" fmla="*/ 353928 h 414642"/>
              <a:gd name="connsiteX27" fmla="*/ 607639 w 607639"/>
              <a:gd name="connsiteY27" fmla="*/ 384241 h 414642"/>
              <a:gd name="connsiteX28" fmla="*/ 577199 w 607639"/>
              <a:gd name="connsiteY28" fmla="*/ 414642 h 414642"/>
              <a:gd name="connsiteX29" fmla="*/ 30351 w 607639"/>
              <a:gd name="connsiteY29" fmla="*/ 414642 h 414642"/>
              <a:gd name="connsiteX30" fmla="*/ 0 w 607639"/>
              <a:gd name="connsiteY30" fmla="*/ 384241 h 414642"/>
              <a:gd name="connsiteX31" fmla="*/ 0 w 607639"/>
              <a:gd name="connsiteY31" fmla="*/ 353928 h 414642"/>
              <a:gd name="connsiteX32" fmla="*/ 10146 w 607639"/>
              <a:gd name="connsiteY32" fmla="*/ 343794 h 414642"/>
              <a:gd name="connsiteX33" fmla="*/ 354415 w 607639"/>
              <a:gd name="connsiteY33" fmla="*/ 262926 h 414642"/>
              <a:gd name="connsiteX34" fmla="*/ 364541 w 607639"/>
              <a:gd name="connsiteY34" fmla="*/ 273063 h 414642"/>
              <a:gd name="connsiteX35" fmla="*/ 364541 w 607639"/>
              <a:gd name="connsiteY35" fmla="*/ 303384 h 414642"/>
              <a:gd name="connsiteX36" fmla="*/ 354415 w 607639"/>
              <a:gd name="connsiteY36" fmla="*/ 313521 h 414642"/>
              <a:gd name="connsiteX37" fmla="*/ 344289 w 607639"/>
              <a:gd name="connsiteY37" fmla="*/ 303384 h 414642"/>
              <a:gd name="connsiteX38" fmla="*/ 344289 w 607639"/>
              <a:gd name="connsiteY38" fmla="*/ 273063 h 414642"/>
              <a:gd name="connsiteX39" fmla="*/ 354415 w 607639"/>
              <a:gd name="connsiteY39" fmla="*/ 262926 h 414642"/>
              <a:gd name="connsiteX40" fmla="*/ 274426 w 607639"/>
              <a:gd name="connsiteY40" fmla="*/ 252429 h 414642"/>
              <a:gd name="connsiteX41" fmla="*/ 274426 w 607639"/>
              <a:gd name="connsiteY41" fmla="*/ 253836 h 414642"/>
              <a:gd name="connsiteX42" fmla="*/ 268732 w 607639"/>
              <a:gd name="connsiteY42" fmla="*/ 256281 h 414642"/>
              <a:gd name="connsiteX43" fmla="*/ 435415 w 607639"/>
              <a:gd name="connsiteY43" fmla="*/ 242745 h 414642"/>
              <a:gd name="connsiteX44" fmla="*/ 445550 w 607639"/>
              <a:gd name="connsiteY44" fmla="*/ 252793 h 414642"/>
              <a:gd name="connsiteX45" fmla="*/ 445550 w 607639"/>
              <a:gd name="connsiteY45" fmla="*/ 303386 h 414642"/>
              <a:gd name="connsiteX46" fmla="*/ 435415 w 607639"/>
              <a:gd name="connsiteY46" fmla="*/ 313522 h 414642"/>
              <a:gd name="connsiteX47" fmla="*/ 425368 w 607639"/>
              <a:gd name="connsiteY47" fmla="*/ 303386 h 414642"/>
              <a:gd name="connsiteX48" fmla="*/ 425368 w 607639"/>
              <a:gd name="connsiteY48" fmla="*/ 252793 h 414642"/>
              <a:gd name="connsiteX49" fmla="*/ 435415 w 607639"/>
              <a:gd name="connsiteY49" fmla="*/ 242745 h 414642"/>
              <a:gd name="connsiteX50" fmla="*/ 394911 w 607639"/>
              <a:gd name="connsiteY50" fmla="*/ 222493 h 414642"/>
              <a:gd name="connsiteX51" fmla="*/ 405046 w 607639"/>
              <a:gd name="connsiteY51" fmla="*/ 232627 h 414642"/>
              <a:gd name="connsiteX52" fmla="*/ 405046 w 607639"/>
              <a:gd name="connsiteY52" fmla="*/ 303388 h 414642"/>
              <a:gd name="connsiteX53" fmla="*/ 394911 w 607639"/>
              <a:gd name="connsiteY53" fmla="*/ 313522 h 414642"/>
              <a:gd name="connsiteX54" fmla="*/ 384864 w 607639"/>
              <a:gd name="connsiteY54" fmla="*/ 303388 h 414642"/>
              <a:gd name="connsiteX55" fmla="*/ 384864 w 607639"/>
              <a:gd name="connsiteY55" fmla="*/ 232627 h 414642"/>
              <a:gd name="connsiteX56" fmla="*/ 394911 w 607639"/>
              <a:gd name="connsiteY56" fmla="*/ 222493 h 414642"/>
              <a:gd name="connsiteX57" fmla="*/ 516514 w 607639"/>
              <a:gd name="connsiteY57" fmla="*/ 212331 h 414642"/>
              <a:gd name="connsiteX58" fmla="*/ 526560 w 607639"/>
              <a:gd name="connsiteY58" fmla="*/ 222468 h 414642"/>
              <a:gd name="connsiteX59" fmla="*/ 526560 w 607639"/>
              <a:gd name="connsiteY59" fmla="*/ 303385 h 414642"/>
              <a:gd name="connsiteX60" fmla="*/ 516514 w 607639"/>
              <a:gd name="connsiteY60" fmla="*/ 313522 h 414642"/>
              <a:gd name="connsiteX61" fmla="*/ 506378 w 607639"/>
              <a:gd name="connsiteY61" fmla="*/ 303385 h 414642"/>
              <a:gd name="connsiteX62" fmla="*/ 506378 w 607639"/>
              <a:gd name="connsiteY62" fmla="*/ 222468 h 414642"/>
              <a:gd name="connsiteX63" fmla="*/ 516514 w 607639"/>
              <a:gd name="connsiteY63" fmla="*/ 212331 h 414642"/>
              <a:gd name="connsiteX64" fmla="*/ 311213 w 607639"/>
              <a:gd name="connsiteY64" fmla="*/ 180188 h 414642"/>
              <a:gd name="connsiteX65" fmla="*/ 304717 w 607639"/>
              <a:gd name="connsiteY65" fmla="*/ 211903 h 414642"/>
              <a:gd name="connsiteX66" fmla="*/ 279633 w 607639"/>
              <a:gd name="connsiteY66" fmla="*/ 248906 h 414642"/>
              <a:gd name="connsiteX67" fmla="*/ 274426 w 607639"/>
              <a:gd name="connsiteY67" fmla="*/ 252429 h 414642"/>
              <a:gd name="connsiteX68" fmla="*/ 274426 w 607639"/>
              <a:gd name="connsiteY68" fmla="*/ 239622 h 414642"/>
              <a:gd name="connsiteX69" fmla="*/ 266991 w 607639"/>
              <a:gd name="connsiteY69" fmla="*/ 232204 h 414642"/>
              <a:gd name="connsiteX70" fmla="*/ 286105 w 607639"/>
              <a:gd name="connsiteY70" fmla="*/ 204050 h 414642"/>
              <a:gd name="connsiteX71" fmla="*/ 290618 w 607639"/>
              <a:gd name="connsiteY71" fmla="*/ 182059 h 414642"/>
              <a:gd name="connsiteX72" fmla="*/ 303796 w 607639"/>
              <a:gd name="connsiteY72" fmla="*/ 182059 h 414642"/>
              <a:gd name="connsiteX73" fmla="*/ 185290 w 607639"/>
              <a:gd name="connsiteY73" fmla="*/ 178985 h 414642"/>
              <a:gd name="connsiteX74" fmla="*/ 192421 w 607639"/>
              <a:gd name="connsiteY74" fmla="*/ 182059 h 414642"/>
              <a:gd name="connsiteX75" fmla="*/ 216731 w 607639"/>
              <a:gd name="connsiteY75" fmla="*/ 182059 h 414642"/>
              <a:gd name="connsiteX76" fmla="*/ 266991 w 607639"/>
              <a:gd name="connsiteY76" fmla="*/ 232204 h 414642"/>
              <a:gd name="connsiteX77" fmla="*/ 265358 w 607639"/>
              <a:gd name="connsiteY77" fmla="*/ 234609 h 414642"/>
              <a:gd name="connsiteX78" fmla="*/ 250836 w 607639"/>
              <a:gd name="connsiteY78" fmla="*/ 244426 h 414642"/>
              <a:gd name="connsiteX79" fmla="*/ 185290 w 607639"/>
              <a:gd name="connsiteY79" fmla="*/ 179031 h 414642"/>
              <a:gd name="connsiteX80" fmla="*/ 476009 w 607639"/>
              <a:gd name="connsiteY80" fmla="*/ 171897 h 414642"/>
              <a:gd name="connsiteX81" fmla="*/ 486055 w 607639"/>
              <a:gd name="connsiteY81" fmla="*/ 182032 h 414642"/>
              <a:gd name="connsiteX82" fmla="*/ 486055 w 607639"/>
              <a:gd name="connsiteY82" fmla="*/ 303387 h 414642"/>
              <a:gd name="connsiteX83" fmla="*/ 476009 w 607639"/>
              <a:gd name="connsiteY83" fmla="*/ 313522 h 414642"/>
              <a:gd name="connsiteX84" fmla="*/ 465873 w 607639"/>
              <a:gd name="connsiteY84" fmla="*/ 303387 h 414642"/>
              <a:gd name="connsiteX85" fmla="*/ 465873 w 607639"/>
              <a:gd name="connsiteY85" fmla="*/ 182032 h 414642"/>
              <a:gd name="connsiteX86" fmla="*/ 476009 w 607639"/>
              <a:gd name="connsiteY86" fmla="*/ 171897 h 414642"/>
              <a:gd name="connsiteX87" fmla="*/ 313921 w 607639"/>
              <a:gd name="connsiteY87" fmla="*/ 166965 h 414642"/>
              <a:gd name="connsiteX88" fmla="*/ 314925 w 607639"/>
              <a:gd name="connsiteY88" fmla="*/ 172904 h 414642"/>
              <a:gd name="connsiteX89" fmla="*/ 311898 w 607639"/>
              <a:gd name="connsiteY89" fmla="*/ 180015 h 414642"/>
              <a:gd name="connsiteX90" fmla="*/ 311213 w 607639"/>
              <a:gd name="connsiteY90" fmla="*/ 180188 h 414642"/>
              <a:gd name="connsiteX91" fmla="*/ 313685 w 607639"/>
              <a:gd name="connsiteY91" fmla="*/ 165567 h 414642"/>
              <a:gd name="connsiteX92" fmla="*/ 313946 w 607639"/>
              <a:gd name="connsiteY92" fmla="*/ 166842 h 414642"/>
              <a:gd name="connsiteX93" fmla="*/ 313921 w 607639"/>
              <a:gd name="connsiteY93" fmla="*/ 166965 h 414642"/>
              <a:gd name="connsiteX94" fmla="*/ 286557 w 607639"/>
              <a:gd name="connsiteY94" fmla="*/ 131875 h 414642"/>
              <a:gd name="connsiteX95" fmla="*/ 293736 w 607639"/>
              <a:gd name="connsiteY95" fmla="*/ 161794 h 414642"/>
              <a:gd name="connsiteX96" fmla="*/ 292704 w 607639"/>
              <a:gd name="connsiteY96" fmla="*/ 161794 h 414642"/>
              <a:gd name="connsiteX97" fmla="*/ 285987 w 607639"/>
              <a:gd name="connsiteY97" fmla="*/ 129499 h 414642"/>
              <a:gd name="connsiteX98" fmla="*/ 286105 w 607639"/>
              <a:gd name="connsiteY98" fmla="*/ 129672 h 414642"/>
              <a:gd name="connsiteX99" fmla="*/ 286557 w 607639"/>
              <a:gd name="connsiteY99" fmla="*/ 131875 h 414642"/>
              <a:gd name="connsiteX100" fmla="*/ 304744 w 607639"/>
              <a:gd name="connsiteY100" fmla="*/ 121927 h 414642"/>
              <a:gd name="connsiteX101" fmla="*/ 306857 w 607639"/>
              <a:gd name="connsiteY101" fmla="*/ 125153 h 414642"/>
              <a:gd name="connsiteX102" fmla="*/ 313685 w 607639"/>
              <a:gd name="connsiteY102" fmla="*/ 165567 h 414642"/>
              <a:gd name="connsiteX103" fmla="*/ 303006 w 607639"/>
              <a:gd name="connsiteY103" fmla="*/ 119273 h 414642"/>
              <a:gd name="connsiteX104" fmla="*/ 304717 w 607639"/>
              <a:gd name="connsiteY104" fmla="*/ 121796 h 414642"/>
              <a:gd name="connsiteX105" fmla="*/ 304744 w 607639"/>
              <a:gd name="connsiteY105" fmla="*/ 121927 h 414642"/>
              <a:gd name="connsiteX106" fmla="*/ 266335 w 607639"/>
              <a:gd name="connsiteY106" fmla="*/ 100547 h 414642"/>
              <a:gd name="connsiteX107" fmla="*/ 285579 w 607639"/>
              <a:gd name="connsiteY107" fmla="*/ 127797 h 414642"/>
              <a:gd name="connsiteX108" fmla="*/ 285987 w 607639"/>
              <a:gd name="connsiteY108" fmla="*/ 129499 h 414642"/>
              <a:gd name="connsiteX109" fmla="*/ 263955 w 607639"/>
              <a:gd name="connsiteY109" fmla="*/ 98160 h 414642"/>
              <a:gd name="connsiteX110" fmla="*/ 265358 w 607639"/>
              <a:gd name="connsiteY110" fmla="*/ 99109 h 414642"/>
              <a:gd name="connsiteX111" fmla="*/ 266335 w 607639"/>
              <a:gd name="connsiteY111" fmla="*/ 100547 h 414642"/>
              <a:gd name="connsiteX112" fmla="*/ 265336 w 607639"/>
              <a:gd name="connsiteY112" fmla="*/ 99133 h 414642"/>
              <a:gd name="connsiteX113" fmla="*/ 518470 w 607639"/>
              <a:gd name="connsiteY113" fmla="*/ 91029 h 414642"/>
              <a:gd name="connsiteX114" fmla="*/ 520515 w 607639"/>
              <a:gd name="connsiteY114" fmla="*/ 92007 h 414642"/>
              <a:gd name="connsiteX115" fmla="*/ 522559 w 607639"/>
              <a:gd name="connsiteY115" fmla="*/ 93074 h 414642"/>
              <a:gd name="connsiteX116" fmla="*/ 524604 w 607639"/>
              <a:gd name="connsiteY116" fmla="*/ 94052 h 414642"/>
              <a:gd name="connsiteX117" fmla="*/ 526560 w 607639"/>
              <a:gd name="connsiteY117" fmla="*/ 101165 h 414642"/>
              <a:gd name="connsiteX118" fmla="*/ 523537 w 607639"/>
              <a:gd name="connsiteY118" fmla="*/ 108188 h 414642"/>
              <a:gd name="connsiteX119" fmla="*/ 521581 w 607639"/>
              <a:gd name="connsiteY119" fmla="*/ 109255 h 414642"/>
              <a:gd name="connsiteX120" fmla="*/ 519537 w 607639"/>
              <a:gd name="connsiteY120" fmla="*/ 110233 h 414642"/>
              <a:gd name="connsiteX121" fmla="*/ 517492 w 607639"/>
              <a:gd name="connsiteY121" fmla="*/ 111211 h 414642"/>
              <a:gd name="connsiteX122" fmla="*/ 516514 w 607639"/>
              <a:gd name="connsiteY122" fmla="*/ 111211 h 414642"/>
              <a:gd name="connsiteX123" fmla="*/ 509401 w 607639"/>
              <a:gd name="connsiteY123" fmla="*/ 108188 h 414642"/>
              <a:gd name="connsiteX124" fmla="*/ 507356 w 607639"/>
              <a:gd name="connsiteY124" fmla="*/ 105165 h 414642"/>
              <a:gd name="connsiteX125" fmla="*/ 506378 w 607639"/>
              <a:gd name="connsiteY125" fmla="*/ 101165 h 414642"/>
              <a:gd name="connsiteX126" fmla="*/ 509401 w 607639"/>
              <a:gd name="connsiteY126" fmla="*/ 94052 h 414642"/>
              <a:gd name="connsiteX127" fmla="*/ 518470 w 607639"/>
              <a:gd name="connsiteY127" fmla="*/ 91029 h 414642"/>
              <a:gd name="connsiteX128" fmla="*/ 384846 w 607639"/>
              <a:gd name="connsiteY128" fmla="*/ 91029 h 414642"/>
              <a:gd name="connsiteX129" fmla="*/ 465819 w 607639"/>
              <a:gd name="connsiteY129" fmla="*/ 91029 h 414642"/>
              <a:gd name="connsiteX130" fmla="*/ 475963 w 607639"/>
              <a:gd name="connsiteY130" fmla="*/ 101165 h 414642"/>
              <a:gd name="connsiteX131" fmla="*/ 465819 w 607639"/>
              <a:gd name="connsiteY131" fmla="*/ 111211 h 414642"/>
              <a:gd name="connsiteX132" fmla="*/ 384846 w 607639"/>
              <a:gd name="connsiteY132" fmla="*/ 111211 h 414642"/>
              <a:gd name="connsiteX133" fmla="*/ 374702 w 607639"/>
              <a:gd name="connsiteY133" fmla="*/ 101165 h 414642"/>
              <a:gd name="connsiteX134" fmla="*/ 384846 w 607639"/>
              <a:gd name="connsiteY134" fmla="*/ 91029 h 414642"/>
              <a:gd name="connsiteX135" fmla="*/ 234861 w 607639"/>
              <a:gd name="connsiteY135" fmla="*/ 78470 h 414642"/>
              <a:gd name="connsiteX136" fmla="*/ 236624 w 607639"/>
              <a:gd name="connsiteY136" fmla="*/ 78890 h 414642"/>
              <a:gd name="connsiteX137" fmla="*/ 263955 w 607639"/>
              <a:gd name="connsiteY137" fmla="*/ 98160 h 414642"/>
              <a:gd name="connsiteX138" fmla="*/ 233277 w 607639"/>
              <a:gd name="connsiteY138" fmla="*/ 78093 h 414642"/>
              <a:gd name="connsiteX139" fmla="*/ 234749 w 607639"/>
              <a:gd name="connsiteY139" fmla="*/ 78395 h 414642"/>
              <a:gd name="connsiteX140" fmla="*/ 234861 w 607639"/>
              <a:gd name="connsiteY140" fmla="*/ 78470 h 414642"/>
              <a:gd name="connsiteX141" fmla="*/ 264684 w 607639"/>
              <a:gd name="connsiteY141" fmla="*/ 74721 h 414642"/>
              <a:gd name="connsiteX142" fmla="*/ 280560 w 607639"/>
              <a:gd name="connsiteY142" fmla="*/ 85001 h 414642"/>
              <a:gd name="connsiteX143" fmla="*/ 303006 w 607639"/>
              <a:gd name="connsiteY143" fmla="*/ 119273 h 414642"/>
              <a:gd name="connsiteX144" fmla="*/ 279633 w 607639"/>
              <a:gd name="connsiteY144" fmla="*/ 84823 h 414642"/>
              <a:gd name="connsiteX145" fmla="*/ 202570 w 607639"/>
              <a:gd name="connsiteY145" fmla="*/ 70780 h 414642"/>
              <a:gd name="connsiteX146" fmla="*/ 233277 w 607639"/>
              <a:gd name="connsiteY146" fmla="*/ 78093 h 414642"/>
              <a:gd name="connsiteX147" fmla="*/ 202570 w 607639"/>
              <a:gd name="connsiteY147" fmla="*/ 71804 h 414642"/>
              <a:gd name="connsiteX148" fmla="*/ 197522 w 607639"/>
              <a:gd name="connsiteY148" fmla="*/ 70770 h 414642"/>
              <a:gd name="connsiteX149" fmla="*/ 202570 w 607639"/>
              <a:gd name="connsiteY149" fmla="*/ 71804 h 414642"/>
              <a:gd name="connsiteX150" fmla="*/ 202570 w 607639"/>
              <a:gd name="connsiteY150" fmla="*/ 161794 h 414642"/>
              <a:gd name="connsiteX151" fmla="*/ 292704 w 607639"/>
              <a:gd name="connsiteY151" fmla="*/ 161794 h 414642"/>
              <a:gd name="connsiteX152" fmla="*/ 293741 w 607639"/>
              <a:gd name="connsiteY152" fmla="*/ 166842 h 414642"/>
              <a:gd name="connsiteX153" fmla="*/ 290618 w 607639"/>
              <a:gd name="connsiteY153" fmla="*/ 182059 h 414642"/>
              <a:gd name="connsiteX154" fmla="*/ 216731 w 607639"/>
              <a:gd name="connsiteY154" fmla="*/ 182059 h 414642"/>
              <a:gd name="connsiteX155" fmla="*/ 199449 w 607639"/>
              <a:gd name="connsiteY155" fmla="*/ 164816 h 414642"/>
              <a:gd name="connsiteX156" fmla="*/ 185290 w 607639"/>
              <a:gd name="connsiteY156" fmla="*/ 164816 h 414642"/>
              <a:gd name="connsiteX157" fmla="*/ 185290 w 607639"/>
              <a:gd name="connsiteY157" fmla="*/ 178985 h 414642"/>
              <a:gd name="connsiteX158" fmla="*/ 185076 w 607639"/>
              <a:gd name="connsiteY158" fmla="*/ 178893 h 414642"/>
              <a:gd name="connsiteX159" fmla="*/ 182271 w 607639"/>
              <a:gd name="connsiteY159" fmla="*/ 171927 h 414642"/>
              <a:gd name="connsiteX160" fmla="*/ 182271 w 607639"/>
              <a:gd name="connsiteY160" fmla="*/ 73890 h 414642"/>
              <a:gd name="connsiteX161" fmla="*/ 241194 w 607639"/>
              <a:gd name="connsiteY161" fmla="*/ 59511 h 414642"/>
              <a:gd name="connsiteX162" fmla="*/ 242600 w 607639"/>
              <a:gd name="connsiteY162" fmla="*/ 59798 h 414642"/>
              <a:gd name="connsiteX163" fmla="*/ 264684 w 607639"/>
              <a:gd name="connsiteY163" fmla="*/ 74721 h 414642"/>
              <a:gd name="connsiteX164" fmla="*/ 223078 w 607639"/>
              <a:gd name="connsiteY164" fmla="*/ 55812 h 414642"/>
              <a:gd name="connsiteX165" fmla="*/ 239895 w 607639"/>
              <a:gd name="connsiteY165" fmla="*/ 58670 h 414642"/>
              <a:gd name="connsiteX166" fmla="*/ 241194 w 607639"/>
              <a:gd name="connsiteY166" fmla="*/ 59511 h 414642"/>
              <a:gd name="connsiteX167" fmla="*/ 187739 w 607639"/>
              <a:gd name="connsiteY167" fmla="*/ 52590 h 414642"/>
              <a:gd name="connsiteX168" fmla="*/ 185298 w 607639"/>
              <a:gd name="connsiteY168" fmla="*/ 53626 h 414642"/>
              <a:gd name="connsiteX169" fmla="*/ 182271 w 607639"/>
              <a:gd name="connsiteY169" fmla="*/ 60736 h 414642"/>
              <a:gd name="connsiteX170" fmla="*/ 182271 w 607639"/>
              <a:gd name="connsiteY170" fmla="*/ 73890 h 414642"/>
              <a:gd name="connsiteX171" fmla="*/ 160258 w 607639"/>
              <a:gd name="connsiteY171" fmla="*/ 78395 h 414642"/>
              <a:gd name="connsiteX172" fmla="*/ 101303 w 607639"/>
              <a:gd name="connsiteY172" fmla="*/ 166842 h 414642"/>
              <a:gd name="connsiteX173" fmla="*/ 197522 w 607639"/>
              <a:gd name="connsiteY173" fmla="*/ 262915 h 414642"/>
              <a:gd name="connsiteX174" fmla="*/ 234749 w 607639"/>
              <a:gd name="connsiteY174" fmla="*/ 255302 h 414642"/>
              <a:gd name="connsiteX175" fmla="*/ 250836 w 607639"/>
              <a:gd name="connsiteY175" fmla="*/ 244426 h 414642"/>
              <a:gd name="connsiteX176" fmla="*/ 260268 w 607639"/>
              <a:gd name="connsiteY176" fmla="*/ 253836 h 414642"/>
              <a:gd name="connsiteX177" fmla="*/ 267391 w 607639"/>
              <a:gd name="connsiteY177" fmla="*/ 256857 h 414642"/>
              <a:gd name="connsiteX178" fmla="*/ 268732 w 607639"/>
              <a:gd name="connsiteY178" fmla="*/ 256281 h 414642"/>
              <a:gd name="connsiteX179" fmla="*/ 242600 w 607639"/>
              <a:gd name="connsiteY179" fmla="*/ 273962 h 414642"/>
              <a:gd name="connsiteX180" fmla="*/ 197522 w 607639"/>
              <a:gd name="connsiteY180" fmla="*/ 283178 h 414642"/>
              <a:gd name="connsiteX181" fmla="*/ 81009 w 607639"/>
              <a:gd name="connsiteY181" fmla="*/ 166842 h 414642"/>
              <a:gd name="connsiteX182" fmla="*/ 152393 w 607639"/>
              <a:gd name="connsiteY182" fmla="*/ 59798 h 414642"/>
              <a:gd name="connsiteX183" fmla="*/ 192421 w 607639"/>
              <a:gd name="connsiteY183" fmla="*/ 50604 h 414642"/>
              <a:gd name="connsiteX184" fmla="*/ 195181 w 607639"/>
              <a:gd name="connsiteY184" fmla="*/ 51073 h 414642"/>
              <a:gd name="connsiteX185" fmla="*/ 187739 w 607639"/>
              <a:gd name="connsiteY185" fmla="*/ 52590 h 414642"/>
              <a:gd name="connsiteX186" fmla="*/ 197522 w 607639"/>
              <a:gd name="connsiteY186" fmla="*/ 50595 h 414642"/>
              <a:gd name="connsiteX187" fmla="*/ 223078 w 607639"/>
              <a:gd name="connsiteY187" fmla="*/ 55812 h 414642"/>
              <a:gd name="connsiteX188" fmla="*/ 195181 w 607639"/>
              <a:gd name="connsiteY188" fmla="*/ 51073 h 414642"/>
              <a:gd name="connsiteX189" fmla="*/ 449651 w 607639"/>
              <a:gd name="connsiteY189" fmla="*/ 41472 h 414642"/>
              <a:gd name="connsiteX190" fmla="*/ 452682 w 607639"/>
              <a:gd name="connsiteY190" fmla="*/ 43516 h 414642"/>
              <a:gd name="connsiteX191" fmla="*/ 455712 w 607639"/>
              <a:gd name="connsiteY191" fmla="*/ 50626 h 414642"/>
              <a:gd name="connsiteX192" fmla="*/ 452682 w 607639"/>
              <a:gd name="connsiteY192" fmla="*/ 57647 h 414642"/>
              <a:gd name="connsiteX193" fmla="*/ 445551 w 607639"/>
              <a:gd name="connsiteY193" fmla="*/ 60757 h 414642"/>
              <a:gd name="connsiteX194" fmla="*/ 438509 w 607639"/>
              <a:gd name="connsiteY194" fmla="*/ 57647 h 414642"/>
              <a:gd name="connsiteX195" fmla="*/ 435389 w 607639"/>
              <a:gd name="connsiteY195" fmla="*/ 50626 h 414642"/>
              <a:gd name="connsiteX196" fmla="*/ 438509 w 607639"/>
              <a:gd name="connsiteY196" fmla="*/ 43516 h 414642"/>
              <a:gd name="connsiteX197" fmla="*/ 449651 w 607639"/>
              <a:gd name="connsiteY197" fmla="*/ 41472 h 414642"/>
              <a:gd name="connsiteX198" fmla="*/ 486030 w 607639"/>
              <a:gd name="connsiteY198" fmla="*/ 40505 h 414642"/>
              <a:gd name="connsiteX199" fmla="*/ 516494 w 607639"/>
              <a:gd name="connsiteY199" fmla="*/ 40505 h 414642"/>
              <a:gd name="connsiteX200" fmla="*/ 526559 w 607639"/>
              <a:gd name="connsiteY200" fmla="*/ 50631 h 414642"/>
              <a:gd name="connsiteX201" fmla="*/ 516494 w 607639"/>
              <a:gd name="connsiteY201" fmla="*/ 60757 h 414642"/>
              <a:gd name="connsiteX202" fmla="*/ 486030 w 607639"/>
              <a:gd name="connsiteY202" fmla="*/ 60757 h 414642"/>
              <a:gd name="connsiteX203" fmla="*/ 475964 w 607639"/>
              <a:gd name="connsiteY203" fmla="*/ 50631 h 414642"/>
              <a:gd name="connsiteX204" fmla="*/ 486030 w 607639"/>
              <a:gd name="connsiteY204" fmla="*/ 40505 h 414642"/>
              <a:gd name="connsiteX205" fmla="*/ 384851 w 607639"/>
              <a:gd name="connsiteY205" fmla="*/ 40505 h 414642"/>
              <a:gd name="connsiteX206" fmla="*/ 405059 w 607639"/>
              <a:gd name="connsiteY206" fmla="*/ 40505 h 414642"/>
              <a:gd name="connsiteX207" fmla="*/ 415207 w 607639"/>
              <a:gd name="connsiteY207" fmla="*/ 50631 h 414642"/>
              <a:gd name="connsiteX208" fmla="*/ 405059 w 607639"/>
              <a:gd name="connsiteY208" fmla="*/ 60757 h 414642"/>
              <a:gd name="connsiteX209" fmla="*/ 384851 w 607639"/>
              <a:gd name="connsiteY209" fmla="*/ 60757 h 414642"/>
              <a:gd name="connsiteX210" fmla="*/ 374702 w 607639"/>
              <a:gd name="connsiteY210" fmla="*/ 50631 h 414642"/>
              <a:gd name="connsiteX211" fmla="*/ 384851 w 607639"/>
              <a:gd name="connsiteY211" fmla="*/ 40505 h 414642"/>
              <a:gd name="connsiteX212" fmla="*/ 70855 w 607639"/>
              <a:gd name="connsiteY212" fmla="*/ 20176 h 414642"/>
              <a:gd name="connsiteX213" fmla="*/ 60798 w 607639"/>
              <a:gd name="connsiteY213" fmla="*/ 30308 h 414642"/>
              <a:gd name="connsiteX214" fmla="*/ 60798 w 607639"/>
              <a:gd name="connsiteY214" fmla="*/ 343788 h 414642"/>
              <a:gd name="connsiteX215" fmla="*/ 222783 w 607639"/>
              <a:gd name="connsiteY215" fmla="*/ 343788 h 414642"/>
              <a:gd name="connsiteX216" fmla="*/ 232929 w 607639"/>
              <a:gd name="connsiteY216" fmla="*/ 353920 h 414642"/>
              <a:gd name="connsiteX217" fmla="*/ 232929 w 607639"/>
              <a:gd name="connsiteY217" fmla="*/ 364052 h 414642"/>
              <a:gd name="connsiteX218" fmla="*/ 374711 w 607639"/>
              <a:gd name="connsiteY218" fmla="*/ 364052 h 414642"/>
              <a:gd name="connsiteX219" fmla="*/ 374711 w 607639"/>
              <a:gd name="connsiteY219" fmla="*/ 353920 h 414642"/>
              <a:gd name="connsiteX220" fmla="*/ 384857 w 607639"/>
              <a:gd name="connsiteY220" fmla="*/ 343788 h 414642"/>
              <a:gd name="connsiteX221" fmla="*/ 546843 w 607639"/>
              <a:gd name="connsiteY221" fmla="*/ 343788 h 414642"/>
              <a:gd name="connsiteX222" fmla="*/ 546843 w 607639"/>
              <a:gd name="connsiteY222" fmla="*/ 30308 h 414642"/>
              <a:gd name="connsiteX223" fmla="*/ 536696 w 607639"/>
              <a:gd name="connsiteY223" fmla="*/ 20176 h 414642"/>
              <a:gd name="connsiteX224" fmla="*/ 70855 w 607639"/>
              <a:gd name="connsiteY224" fmla="*/ 0 h 414642"/>
              <a:gd name="connsiteX225" fmla="*/ 536696 w 607639"/>
              <a:gd name="connsiteY225" fmla="*/ 0 h 414642"/>
              <a:gd name="connsiteX226" fmla="*/ 567135 w 607639"/>
              <a:gd name="connsiteY226" fmla="*/ 30308 h 414642"/>
              <a:gd name="connsiteX227" fmla="*/ 567135 w 607639"/>
              <a:gd name="connsiteY227" fmla="*/ 343794 h 414642"/>
              <a:gd name="connsiteX228" fmla="*/ 384859 w 607639"/>
              <a:gd name="connsiteY228" fmla="*/ 343794 h 414642"/>
              <a:gd name="connsiteX229" fmla="*/ 374712 w 607639"/>
              <a:gd name="connsiteY229" fmla="*/ 353928 h 414642"/>
              <a:gd name="connsiteX230" fmla="*/ 374712 w 607639"/>
              <a:gd name="connsiteY230" fmla="*/ 364062 h 414642"/>
              <a:gd name="connsiteX231" fmla="*/ 232927 w 607639"/>
              <a:gd name="connsiteY231" fmla="*/ 364062 h 414642"/>
              <a:gd name="connsiteX232" fmla="*/ 232927 w 607639"/>
              <a:gd name="connsiteY232" fmla="*/ 353928 h 414642"/>
              <a:gd name="connsiteX233" fmla="*/ 222780 w 607639"/>
              <a:gd name="connsiteY233" fmla="*/ 343794 h 414642"/>
              <a:gd name="connsiteX234" fmla="*/ 40505 w 607639"/>
              <a:gd name="connsiteY234" fmla="*/ 343794 h 414642"/>
              <a:gd name="connsiteX235" fmla="*/ 40505 w 607639"/>
              <a:gd name="connsiteY235" fmla="*/ 30308 h 414642"/>
              <a:gd name="connsiteX236" fmla="*/ 70855 w 607639"/>
              <a:gd name="connsiteY236" fmla="*/ 0 h 414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</a:cxnLst>
            <a:rect l="l" t="t" r="r" b="b"/>
            <a:pathLst>
              <a:path w="607639" h="414642">
                <a:moveTo>
                  <a:pt x="20293" y="364062"/>
                </a:moveTo>
                <a:lnTo>
                  <a:pt x="20293" y="384241"/>
                </a:lnTo>
                <a:cubicBezTo>
                  <a:pt x="20293" y="390374"/>
                  <a:pt x="24298" y="394374"/>
                  <a:pt x="30351" y="394374"/>
                </a:cubicBezTo>
                <a:lnTo>
                  <a:pt x="577199" y="394374"/>
                </a:lnTo>
                <a:cubicBezTo>
                  <a:pt x="583341" y="394374"/>
                  <a:pt x="587346" y="390374"/>
                  <a:pt x="587346" y="384241"/>
                </a:cubicBezTo>
                <a:lnTo>
                  <a:pt x="587346" y="364062"/>
                </a:lnTo>
                <a:lnTo>
                  <a:pt x="394917" y="364062"/>
                </a:lnTo>
                <a:lnTo>
                  <a:pt x="394917" y="374196"/>
                </a:lnTo>
                <a:cubicBezTo>
                  <a:pt x="394917" y="380240"/>
                  <a:pt x="390911" y="384241"/>
                  <a:pt x="384859" y="384241"/>
                </a:cubicBezTo>
                <a:lnTo>
                  <a:pt x="222780" y="384241"/>
                </a:lnTo>
                <a:cubicBezTo>
                  <a:pt x="216728" y="384241"/>
                  <a:pt x="212634" y="380240"/>
                  <a:pt x="212634" y="374196"/>
                </a:cubicBezTo>
                <a:lnTo>
                  <a:pt x="212634" y="364062"/>
                </a:lnTo>
                <a:close/>
                <a:moveTo>
                  <a:pt x="10146" y="343794"/>
                </a:moveTo>
                <a:lnTo>
                  <a:pt x="40505" y="343794"/>
                </a:lnTo>
                <a:lnTo>
                  <a:pt x="40505" y="353920"/>
                </a:lnTo>
                <a:cubicBezTo>
                  <a:pt x="40505" y="359964"/>
                  <a:pt x="44599" y="364052"/>
                  <a:pt x="50652" y="364052"/>
                </a:cubicBezTo>
                <a:lnTo>
                  <a:pt x="212637" y="364052"/>
                </a:lnTo>
                <a:lnTo>
                  <a:pt x="212637" y="374185"/>
                </a:lnTo>
                <a:cubicBezTo>
                  <a:pt x="212637" y="380229"/>
                  <a:pt x="216731" y="384228"/>
                  <a:pt x="222783" y="384228"/>
                </a:cubicBezTo>
                <a:lnTo>
                  <a:pt x="384857" y="384228"/>
                </a:lnTo>
                <a:cubicBezTo>
                  <a:pt x="390910" y="384228"/>
                  <a:pt x="394915" y="380229"/>
                  <a:pt x="394915" y="374185"/>
                </a:cubicBezTo>
                <a:lnTo>
                  <a:pt x="394915" y="364052"/>
                </a:lnTo>
                <a:lnTo>
                  <a:pt x="556989" y="364052"/>
                </a:lnTo>
                <a:cubicBezTo>
                  <a:pt x="563041" y="364052"/>
                  <a:pt x="567135" y="359964"/>
                  <a:pt x="567135" y="353920"/>
                </a:cubicBezTo>
                <a:lnTo>
                  <a:pt x="567135" y="343794"/>
                </a:lnTo>
                <a:lnTo>
                  <a:pt x="597493" y="343794"/>
                </a:lnTo>
                <a:cubicBezTo>
                  <a:pt x="603545" y="343794"/>
                  <a:pt x="607639" y="347883"/>
                  <a:pt x="607639" y="353928"/>
                </a:cubicBezTo>
                <a:lnTo>
                  <a:pt x="607639" y="384241"/>
                </a:lnTo>
                <a:cubicBezTo>
                  <a:pt x="607639" y="401486"/>
                  <a:pt x="594466" y="414642"/>
                  <a:pt x="577199" y="414642"/>
                </a:cubicBezTo>
                <a:lnTo>
                  <a:pt x="30351" y="414642"/>
                </a:lnTo>
                <a:cubicBezTo>
                  <a:pt x="13173" y="414642"/>
                  <a:pt x="0" y="401486"/>
                  <a:pt x="0" y="384241"/>
                </a:cubicBezTo>
                <a:lnTo>
                  <a:pt x="0" y="353928"/>
                </a:lnTo>
                <a:cubicBezTo>
                  <a:pt x="0" y="347883"/>
                  <a:pt x="4094" y="343794"/>
                  <a:pt x="10146" y="343794"/>
                </a:cubicBezTo>
                <a:close/>
                <a:moveTo>
                  <a:pt x="354415" y="262926"/>
                </a:moveTo>
                <a:cubicBezTo>
                  <a:pt x="360455" y="262926"/>
                  <a:pt x="364541" y="267016"/>
                  <a:pt x="364541" y="273063"/>
                </a:cubicBezTo>
                <a:lnTo>
                  <a:pt x="364541" y="303384"/>
                </a:lnTo>
                <a:cubicBezTo>
                  <a:pt x="364541" y="309431"/>
                  <a:pt x="360455" y="313521"/>
                  <a:pt x="354415" y="313521"/>
                </a:cubicBezTo>
                <a:cubicBezTo>
                  <a:pt x="348375" y="313521"/>
                  <a:pt x="344289" y="309431"/>
                  <a:pt x="344289" y="303384"/>
                </a:cubicBezTo>
                <a:lnTo>
                  <a:pt x="344289" y="273063"/>
                </a:lnTo>
                <a:cubicBezTo>
                  <a:pt x="344289" y="267016"/>
                  <a:pt x="348375" y="262926"/>
                  <a:pt x="354415" y="262926"/>
                </a:cubicBezTo>
                <a:close/>
                <a:moveTo>
                  <a:pt x="274426" y="252429"/>
                </a:moveTo>
                <a:lnTo>
                  <a:pt x="274426" y="253836"/>
                </a:lnTo>
                <a:lnTo>
                  <a:pt x="268732" y="256281"/>
                </a:lnTo>
                <a:close/>
                <a:moveTo>
                  <a:pt x="435415" y="242745"/>
                </a:moveTo>
                <a:cubicBezTo>
                  <a:pt x="441549" y="242745"/>
                  <a:pt x="445550" y="246746"/>
                  <a:pt x="445550" y="252793"/>
                </a:cubicBezTo>
                <a:lnTo>
                  <a:pt x="445550" y="303386"/>
                </a:lnTo>
                <a:cubicBezTo>
                  <a:pt x="445550" y="309432"/>
                  <a:pt x="441549" y="313522"/>
                  <a:pt x="435415" y="313522"/>
                </a:cubicBezTo>
                <a:cubicBezTo>
                  <a:pt x="429369" y="313522"/>
                  <a:pt x="425368" y="309432"/>
                  <a:pt x="425368" y="303386"/>
                </a:cubicBezTo>
                <a:lnTo>
                  <a:pt x="425368" y="252793"/>
                </a:lnTo>
                <a:cubicBezTo>
                  <a:pt x="425368" y="246746"/>
                  <a:pt x="429369" y="242745"/>
                  <a:pt x="435415" y="242745"/>
                </a:cubicBezTo>
                <a:close/>
                <a:moveTo>
                  <a:pt x="394911" y="222493"/>
                </a:moveTo>
                <a:cubicBezTo>
                  <a:pt x="401045" y="222493"/>
                  <a:pt x="405046" y="226582"/>
                  <a:pt x="405046" y="232627"/>
                </a:cubicBezTo>
                <a:lnTo>
                  <a:pt x="405046" y="303388"/>
                </a:lnTo>
                <a:cubicBezTo>
                  <a:pt x="405046" y="309433"/>
                  <a:pt x="401045" y="313522"/>
                  <a:pt x="394911" y="313522"/>
                </a:cubicBezTo>
                <a:cubicBezTo>
                  <a:pt x="388865" y="313522"/>
                  <a:pt x="384864" y="309433"/>
                  <a:pt x="384864" y="303388"/>
                </a:cubicBezTo>
                <a:lnTo>
                  <a:pt x="384864" y="232627"/>
                </a:lnTo>
                <a:cubicBezTo>
                  <a:pt x="384864" y="226582"/>
                  <a:pt x="388865" y="222493"/>
                  <a:pt x="394911" y="222493"/>
                </a:cubicBezTo>
                <a:close/>
                <a:moveTo>
                  <a:pt x="516514" y="212331"/>
                </a:moveTo>
                <a:cubicBezTo>
                  <a:pt x="522559" y="212331"/>
                  <a:pt x="526560" y="216421"/>
                  <a:pt x="526560" y="222468"/>
                </a:cubicBezTo>
                <a:lnTo>
                  <a:pt x="526560" y="303385"/>
                </a:lnTo>
                <a:cubicBezTo>
                  <a:pt x="526560" y="309432"/>
                  <a:pt x="522559" y="313522"/>
                  <a:pt x="516514" y="313522"/>
                </a:cubicBezTo>
                <a:cubicBezTo>
                  <a:pt x="510379" y="313522"/>
                  <a:pt x="506378" y="309432"/>
                  <a:pt x="506378" y="303385"/>
                </a:cubicBezTo>
                <a:lnTo>
                  <a:pt x="506378" y="222468"/>
                </a:lnTo>
                <a:cubicBezTo>
                  <a:pt x="506378" y="216421"/>
                  <a:pt x="510379" y="212331"/>
                  <a:pt x="516514" y="212331"/>
                </a:cubicBezTo>
                <a:close/>
                <a:moveTo>
                  <a:pt x="311213" y="180188"/>
                </a:moveTo>
                <a:lnTo>
                  <a:pt x="304717" y="211903"/>
                </a:lnTo>
                <a:cubicBezTo>
                  <a:pt x="298781" y="225796"/>
                  <a:pt x="290203" y="238347"/>
                  <a:pt x="279633" y="248906"/>
                </a:cubicBezTo>
                <a:lnTo>
                  <a:pt x="274426" y="252429"/>
                </a:lnTo>
                <a:lnTo>
                  <a:pt x="274426" y="239622"/>
                </a:lnTo>
                <a:lnTo>
                  <a:pt x="266991" y="232204"/>
                </a:lnTo>
                <a:lnTo>
                  <a:pt x="286105" y="204050"/>
                </a:lnTo>
                <a:lnTo>
                  <a:pt x="290618" y="182059"/>
                </a:lnTo>
                <a:lnTo>
                  <a:pt x="303796" y="182059"/>
                </a:lnTo>
                <a:close/>
                <a:moveTo>
                  <a:pt x="185290" y="178985"/>
                </a:moveTo>
                <a:lnTo>
                  <a:pt x="192421" y="182059"/>
                </a:lnTo>
                <a:lnTo>
                  <a:pt x="216731" y="182059"/>
                </a:lnTo>
                <a:lnTo>
                  <a:pt x="266991" y="232204"/>
                </a:lnTo>
                <a:lnTo>
                  <a:pt x="265358" y="234609"/>
                </a:lnTo>
                <a:lnTo>
                  <a:pt x="250836" y="244426"/>
                </a:lnTo>
                <a:lnTo>
                  <a:pt x="185290" y="179031"/>
                </a:lnTo>
                <a:close/>
                <a:moveTo>
                  <a:pt x="476009" y="171897"/>
                </a:moveTo>
                <a:cubicBezTo>
                  <a:pt x="482054" y="171897"/>
                  <a:pt x="486055" y="175987"/>
                  <a:pt x="486055" y="182032"/>
                </a:cubicBezTo>
                <a:lnTo>
                  <a:pt x="486055" y="303387"/>
                </a:lnTo>
                <a:cubicBezTo>
                  <a:pt x="486055" y="309433"/>
                  <a:pt x="482054" y="313522"/>
                  <a:pt x="476009" y="313522"/>
                </a:cubicBezTo>
                <a:cubicBezTo>
                  <a:pt x="469874" y="313522"/>
                  <a:pt x="465873" y="309433"/>
                  <a:pt x="465873" y="303387"/>
                </a:cubicBezTo>
                <a:lnTo>
                  <a:pt x="465873" y="182032"/>
                </a:lnTo>
                <a:cubicBezTo>
                  <a:pt x="465873" y="175987"/>
                  <a:pt x="469874" y="171897"/>
                  <a:pt x="476009" y="171897"/>
                </a:cubicBezTo>
                <a:close/>
                <a:moveTo>
                  <a:pt x="313921" y="166965"/>
                </a:moveTo>
                <a:lnTo>
                  <a:pt x="314925" y="172904"/>
                </a:lnTo>
                <a:cubicBezTo>
                  <a:pt x="314925" y="176015"/>
                  <a:pt x="313946" y="177971"/>
                  <a:pt x="311898" y="180015"/>
                </a:cubicBezTo>
                <a:lnTo>
                  <a:pt x="311213" y="180188"/>
                </a:lnTo>
                <a:close/>
                <a:moveTo>
                  <a:pt x="313685" y="165567"/>
                </a:moveTo>
                <a:lnTo>
                  <a:pt x="313946" y="166842"/>
                </a:lnTo>
                <a:lnTo>
                  <a:pt x="313921" y="166965"/>
                </a:lnTo>
                <a:close/>
                <a:moveTo>
                  <a:pt x="286557" y="131875"/>
                </a:moveTo>
                <a:lnTo>
                  <a:pt x="293736" y="161794"/>
                </a:lnTo>
                <a:lnTo>
                  <a:pt x="292704" y="161794"/>
                </a:lnTo>
                <a:close/>
                <a:moveTo>
                  <a:pt x="285987" y="129499"/>
                </a:moveTo>
                <a:lnTo>
                  <a:pt x="286105" y="129672"/>
                </a:lnTo>
                <a:lnTo>
                  <a:pt x="286557" y="131875"/>
                </a:lnTo>
                <a:close/>
                <a:moveTo>
                  <a:pt x="304744" y="121927"/>
                </a:moveTo>
                <a:lnTo>
                  <a:pt x="306857" y="125153"/>
                </a:lnTo>
                <a:lnTo>
                  <a:pt x="313685" y="165567"/>
                </a:lnTo>
                <a:close/>
                <a:moveTo>
                  <a:pt x="303006" y="119273"/>
                </a:moveTo>
                <a:lnTo>
                  <a:pt x="304717" y="121796"/>
                </a:lnTo>
                <a:lnTo>
                  <a:pt x="304744" y="121927"/>
                </a:lnTo>
                <a:close/>
                <a:moveTo>
                  <a:pt x="266335" y="100547"/>
                </a:moveTo>
                <a:lnTo>
                  <a:pt x="285579" y="127797"/>
                </a:lnTo>
                <a:lnTo>
                  <a:pt x="285987" y="129499"/>
                </a:lnTo>
                <a:close/>
                <a:moveTo>
                  <a:pt x="263955" y="98160"/>
                </a:moveTo>
                <a:lnTo>
                  <a:pt x="265358" y="99109"/>
                </a:lnTo>
                <a:lnTo>
                  <a:pt x="266335" y="100547"/>
                </a:lnTo>
                <a:lnTo>
                  <a:pt x="265336" y="99133"/>
                </a:lnTo>
                <a:close/>
                <a:moveTo>
                  <a:pt x="518470" y="91029"/>
                </a:moveTo>
                <a:cubicBezTo>
                  <a:pt x="519537" y="91029"/>
                  <a:pt x="519537" y="91029"/>
                  <a:pt x="520515" y="92007"/>
                </a:cubicBezTo>
                <a:cubicBezTo>
                  <a:pt x="521581" y="92007"/>
                  <a:pt x="521581" y="93074"/>
                  <a:pt x="522559" y="93074"/>
                </a:cubicBezTo>
                <a:cubicBezTo>
                  <a:pt x="523537" y="93074"/>
                  <a:pt x="523537" y="94052"/>
                  <a:pt x="524604" y="94052"/>
                </a:cubicBezTo>
                <a:cubicBezTo>
                  <a:pt x="525582" y="96097"/>
                  <a:pt x="526560" y="98142"/>
                  <a:pt x="526560" y="101165"/>
                </a:cubicBezTo>
                <a:cubicBezTo>
                  <a:pt x="526560" y="104187"/>
                  <a:pt x="525582" y="106232"/>
                  <a:pt x="523537" y="108188"/>
                </a:cubicBezTo>
                <a:cubicBezTo>
                  <a:pt x="523537" y="108188"/>
                  <a:pt x="522559" y="109255"/>
                  <a:pt x="521581" y="109255"/>
                </a:cubicBezTo>
                <a:cubicBezTo>
                  <a:pt x="521581" y="109255"/>
                  <a:pt x="520515" y="110233"/>
                  <a:pt x="519537" y="110233"/>
                </a:cubicBezTo>
                <a:cubicBezTo>
                  <a:pt x="518470" y="110233"/>
                  <a:pt x="518470" y="110233"/>
                  <a:pt x="517492" y="111211"/>
                </a:cubicBezTo>
                <a:lnTo>
                  <a:pt x="516514" y="111211"/>
                </a:lnTo>
                <a:cubicBezTo>
                  <a:pt x="513491" y="111211"/>
                  <a:pt x="511446" y="110233"/>
                  <a:pt x="509401" y="108188"/>
                </a:cubicBezTo>
                <a:cubicBezTo>
                  <a:pt x="508423" y="107210"/>
                  <a:pt x="507356" y="106232"/>
                  <a:pt x="507356" y="105165"/>
                </a:cubicBezTo>
                <a:cubicBezTo>
                  <a:pt x="507356" y="104187"/>
                  <a:pt x="506378" y="103121"/>
                  <a:pt x="506378" y="101165"/>
                </a:cubicBezTo>
                <a:cubicBezTo>
                  <a:pt x="506378" y="98142"/>
                  <a:pt x="507356" y="96097"/>
                  <a:pt x="509401" y="94052"/>
                </a:cubicBezTo>
                <a:cubicBezTo>
                  <a:pt x="511446" y="92007"/>
                  <a:pt x="515447" y="91029"/>
                  <a:pt x="518470" y="91029"/>
                </a:cubicBezTo>
                <a:close/>
                <a:moveTo>
                  <a:pt x="384846" y="91029"/>
                </a:moveTo>
                <a:lnTo>
                  <a:pt x="465819" y="91029"/>
                </a:lnTo>
                <a:cubicBezTo>
                  <a:pt x="471870" y="91029"/>
                  <a:pt x="475963" y="95030"/>
                  <a:pt x="475963" y="101165"/>
                </a:cubicBezTo>
                <a:cubicBezTo>
                  <a:pt x="475963" y="107210"/>
                  <a:pt x="471870" y="111211"/>
                  <a:pt x="465819" y="111211"/>
                </a:cubicBezTo>
                <a:lnTo>
                  <a:pt x="384846" y="111211"/>
                </a:lnTo>
                <a:cubicBezTo>
                  <a:pt x="378706" y="111211"/>
                  <a:pt x="374702" y="107210"/>
                  <a:pt x="374702" y="101165"/>
                </a:cubicBezTo>
                <a:cubicBezTo>
                  <a:pt x="374702" y="95030"/>
                  <a:pt x="378706" y="91029"/>
                  <a:pt x="384846" y="91029"/>
                </a:cubicBezTo>
                <a:close/>
                <a:moveTo>
                  <a:pt x="234861" y="78470"/>
                </a:moveTo>
                <a:lnTo>
                  <a:pt x="236624" y="78890"/>
                </a:lnTo>
                <a:lnTo>
                  <a:pt x="263955" y="98160"/>
                </a:lnTo>
                <a:close/>
                <a:moveTo>
                  <a:pt x="233277" y="78093"/>
                </a:moveTo>
                <a:lnTo>
                  <a:pt x="234749" y="78395"/>
                </a:lnTo>
                <a:lnTo>
                  <a:pt x="234861" y="78470"/>
                </a:lnTo>
                <a:close/>
                <a:moveTo>
                  <a:pt x="264684" y="74721"/>
                </a:moveTo>
                <a:lnTo>
                  <a:pt x="280560" y="85001"/>
                </a:lnTo>
                <a:lnTo>
                  <a:pt x="303006" y="119273"/>
                </a:lnTo>
                <a:lnTo>
                  <a:pt x="279633" y="84823"/>
                </a:lnTo>
                <a:close/>
                <a:moveTo>
                  <a:pt x="202570" y="70780"/>
                </a:moveTo>
                <a:lnTo>
                  <a:pt x="233277" y="78093"/>
                </a:lnTo>
                <a:lnTo>
                  <a:pt x="202570" y="71804"/>
                </a:lnTo>
                <a:close/>
                <a:moveTo>
                  <a:pt x="197522" y="70770"/>
                </a:moveTo>
                <a:lnTo>
                  <a:pt x="202570" y="71804"/>
                </a:lnTo>
                <a:lnTo>
                  <a:pt x="202570" y="161794"/>
                </a:lnTo>
                <a:lnTo>
                  <a:pt x="292704" y="161794"/>
                </a:lnTo>
                <a:lnTo>
                  <a:pt x="293741" y="166842"/>
                </a:lnTo>
                <a:lnTo>
                  <a:pt x="290618" y="182059"/>
                </a:lnTo>
                <a:lnTo>
                  <a:pt x="216731" y="182059"/>
                </a:lnTo>
                <a:lnTo>
                  <a:pt x="199449" y="164816"/>
                </a:lnTo>
                <a:cubicBezTo>
                  <a:pt x="195442" y="160818"/>
                  <a:pt x="189386" y="160818"/>
                  <a:pt x="185290" y="164816"/>
                </a:cubicBezTo>
                <a:lnTo>
                  <a:pt x="185290" y="178985"/>
                </a:lnTo>
                <a:lnTo>
                  <a:pt x="185076" y="178893"/>
                </a:lnTo>
                <a:cubicBezTo>
                  <a:pt x="183295" y="176993"/>
                  <a:pt x="182271" y="174460"/>
                  <a:pt x="182271" y="171927"/>
                </a:cubicBezTo>
                <a:lnTo>
                  <a:pt x="182271" y="73890"/>
                </a:lnTo>
                <a:close/>
                <a:moveTo>
                  <a:pt x="241194" y="59511"/>
                </a:moveTo>
                <a:lnTo>
                  <a:pt x="242600" y="59798"/>
                </a:lnTo>
                <a:lnTo>
                  <a:pt x="264684" y="74721"/>
                </a:lnTo>
                <a:close/>
                <a:moveTo>
                  <a:pt x="223078" y="55812"/>
                </a:moveTo>
                <a:lnTo>
                  <a:pt x="239895" y="58670"/>
                </a:lnTo>
                <a:lnTo>
                  <a:pt x="241194" y="59511"/>
                </a:lnTo>
                <a:close/>
                <a:moveTo>
                  <a:pt x="187739" y="52590"/>
                </a:moveTo>
                <a:lnTo>
                  <a:pt x="185298" y="53626"/>
                </a:lnTo>
                <a:cubicBezTo>
                  <a:pt x="183251" y="55670"/>
                  <a:pt x="182271" y="57625"/>
                  <a:pt x="182271" y="60736"/>
                </a:cubicBezTo>
                <a:lnTo>
                  <a:pt x="182271" y="73890"/>
                </a:lnTo>
                <a:lnTo>
                  <a:pt x="160258" y="78395"/>
                </a:lnTo>
                <a:cubicBezTo>
                  <a:pt x="125786" y="93105"/>
                  <a:pt x="101303" y="127449"/>
                  <a:pt x="101303" y="166842"/>
                </a:cubicBezTo>
                <a:cubicBezTo>
                  <a:pt x="101303" y="219456"/>
                  <a:pt x="144829" y="262915"/>
                  <a:pt x="197522" y="262915"/>
                </a:cubicBezTo>
                <a:cubicBezTo>
                  <a:pt x="210673" y="262915"/>
                  <a:pt x="223263" y="260199"/>
                  <a:pt x="234749" y="255302"/>
                </a:cubicBezTo>
                <a:lnTo>
                  <a:pt x="250836" y="244426"/>
                </a:lnTo>
                <a:lnTo>
                  <a:pt x="260268" y="253836"/>
                </a:lnTo>
                <a:cubicBezTo>
                  <a:pt x="262316" y="255791"/>
                  <a:pt x="264364" y="256857"/>
                  <a:pt x="267391" y="256857"/>
                </a:cubicBezTo>
                <a:lnTo>
                  <a:pt x="268732" y="256281"/>
                </a:lnTo>
                <a:lnTo>
                  <a:pt x="242600" y="273962"/>
                </a:lnTo>
                <a:cubicBezTo>
                  <a:pt x="228698" y="279890"/>
                  <a:pt x="213455" y="283178"/>
                  <a:pt x="197522" y="283178"/>
                </a:cubicBezTo>
                <a:cubicBezTo>
                  <a:pt x="133703" y="283178"/>
                  <a:pt x="81009" y="230565"/>
                  <a:pt x="81009" y="166842"/>
                </a:cubicBezTo>
                <a:cubicBezTo>
                  <a:pt x="81009" y="119050"/>
                  <a:pt x="110649" y="77557"/>
                  <a:pt x="152393" y="59798"/>
                </a:cubicBezTo>
                <a:close/>
                <a:moveTo>
                  <a:pt x="192421" y="50604"/>
                </a:moveTo>
                <a:lnTo>
                  <a:pt x="195181" y="51073"/>
                </a:lnTo>
                <a:lnTo>
                  <a:pt x="187739" y="52590"/>
                </a:lnTo>
                <a:close/>
                <a:moveTo>
                  <a:pt x="197522" y="50595"/>
                </a:moveTo>
                <a:lnTo>
                  <a:pt x="223078" y="55812"/>
                </a:lnTo>
                <a:lnTo>
                  <a:pt x="195181" y="51073"/>
                </a:lnTo>
                <a:close/>
                <a:moveTo>
                  <a:pt x="449651" y="41472"/>
                </a:moveTo>
                <a:cubicBezTo>
                  <a:pt x="450631" y="42539"/>
                  <a:pt x="451612" y="42539"/>
                  <a:pt x="452682" y="43516"/>
                </a:cubicBezTo>
                <a:cubicBezTo>
                  <a:pt x="454732" y="45560"/>
                  <a:pt x="455712" y="47604"/>
                  <a:pt x="455712" y="50626"/>
                </a:cubicBezTo>
                <a:cubicBezTo>
                  <a:pt x="455712" y="53648"/>
                  <a:pt x="454732" y="55692"/>
                  <a:pt x="452682" y="57647"/>
                </a:cubicBezTo>
                <a:cubicBezTo>
                  <a:pt x="450631" y="59691"/>
                  <a:pt x="448581" y="60757"/>
                  <a:pt x="445551" y="60757"/>
                </a:cubicBezTo>
                <a:cubicBezTo>
                  <a:pt x="442520" y="60757"/>
                  <a:pt x="440470" y="59691"/>
                  <a:pt x="438509" y="57647"/>
                </a:cubicBezTo>
                <a:cubicBezTo>
                  <a:pt x="436459" y="55692"/>
                  <a:pt x="435389" y="53648"/>
                  <a:pt x="435389" y="50626"/>
                </a:cubicBezTo>
                <a:cubicBezTo>
                  <a:pt x="435389" y="47604"/>
                  <a:pt x="436459" y="45560"/>
                  <a:pt x="438509" y="43516"/>
                </a:cubicBezTo>
                <a:cubicBezTo>
                  <a:pt x="441540" y="40495"/>
                  <a:pt x="445551" y="39517"/>
                  <a:pt x="449651" y="41472"/>
                </a:cubicBezTo>
                <a:close/>
                <a:moveTo>
                  <a:pt x="486030" y="40505"/>
                </a:moveTo>
                <a:lnTo>
                  <a:pt x="516494" y="40505"/>
                </a:lnTo>
                <a:cubicBezTo>
                  <a:pt x="522551" y="40505"/>
                  <a:pt x="526559" y="44591"/>
                  <a:pt x="526559" y="50631"/>
                </a:cubicBezTo>
                <a:cubicBezTo>
                  <a:pt x="526559" y="56671"/>
                  <a:pt x="522551" y="60757"/>
                  <a:pt x="516494" y="60757"/>
                </a:cubicBezTo>
                <a:lnTo>
                  <a:pt x="486030" y="60757"/>
                </a:lnTo>
                <a:cubicBezTo>
                  <a:pt x="479973" y="60757"/>
                  <a:pt x="475964" y="56671"/>
                  <a:pt x="475964" y="50631"/>
                </a:cubicBezTo>
                <a:cubicBezTo>
                  <a:pt x="475964" y="44591"/>
                  <a:pt x="479973" y="40505"/>
                  <a:pt x="486030" y="40505"/>
                </a:cubicBezTo>
                <a:close/>
                <a:moveTo>
                  <a:pt x="384851" y="40505"/>
                </a:moveTo>
                <a:lnTo>
                  <a:pt x="405059" y="40505"/>
                </a:lnTo>
                <a:cubicBezTo>
                  <a:pt x="411112" y="40505"/>
                  <a:pt x="415207" y="44591"/>
                  <a:pt x="415207" y="50631"/>
                </a:cubicBezTo>
                <a:cubicBezTo>
                  <a:pt x="415207" y="56671"/>
                  <a:pt x="411112" y="60757"/>
                  <a:pt x="405059" y="60757"/>
                </a:cubicBezTo>
                <a:lnTo>
                  <a:pt x="384851" y="60757"/>
                </a:lnTo>
                <a:cubicBezTo>
                  <a:pt x="378708" y="60757"/>
                  <a:pt x="374702" y="56671"/>
                  <a:pt x="374702" y="50631"/>
                </a:cubicBezTo>
                <a:cubicBezTo>
                  <a:pt x="374702" y="44591"/>
                  <a:pt x="378708" y="40505"/>
                  <a:pt x="384851" y="40505"/>
                </a:cubicBezTo>
                <a:close/>
                <a:moveTo>
                  <a:pt x="70855" y="20176"/>
                </a:moveTo>
                <a:cubicBezTo>
                  <a:pt x="64803" y="20176"/>
                  <a:pt x="60798" y="24264"/>
                  <a:pt x="60798" y="30308"/>
                </a:cubicBezTo>
                <a:lnTo>
                  <a:pt x="60798" y="343788"/>
                </a:lnTo>
                <a:lnTo>
                  <a:pt x="222783" y="343788"/>
                </a:lnTo>
                <a:cubicBezTo>
                  <a:pt x="228835" y="343788"/>
                  <a:pt x="232929" y="347876"/>
                  <a:pt x="232929" y="353920"/>
                </a:cubicBezTo>
                <a:lnTo>
                  <a:pt x="232929" y="364052"/>
                </a:lnTo>
                <a:lnTo>
                  <a:pt x="374711" y="364052"/>
                </a:lnTo>
                <a:lnTo>
                  <a:pt x="374711" y="353920"/>
                </a:lnTo>
                <a:cubicBezTo>
                  <a:pt x="374711" y="347876"/>
                  <a:pt x="378716" y="343788"/>
                  <a:pt x="384857" y="343788"/>
                </a:cubicBezTo>
                <a:lnTo>
                  <a:pt x="546843" y="343788"/>
                </a:lnTo>
                <a:lnTo>
                  <a:pt x="546843" y="30308"/>
                </a:lnTo>
                <a:cubicBezTo>
                  <a:pt x="546843" y="24264"/>
                  <a:pt x="542748" y="20176"/>
                  <a:pt x="536696" y="20176"/>
                </a:cubicBezTo>
                <a:close/>
                <a:moveTo>
                  <a:pt x="70855" y="0"/>
                </a:moveTo>
                <a:lnTo>
                  <a:pt x="536696" y="0"/>
                </a:lnTo>
                <a:cubicBezTo>
                  <a:pt x="553963" y="0"/>
                  <a:pt x="567135" y="13154"/>
                  <a:pt x="567135" y="30308"/>
                </a:cubicBezTo>
                <a:lnTo>
                  <a:pt x="567135" y="343794"/>
                </a:lnTo>
                <a:lnTo>
                  <a:pt x="384859" y="343794"/>
                </a:lnTo>
                <a:cubicBezTo>
                  <a:pt x="378718" y="343794"/>
                  <a:pt x="374712" y="347883"/>
                  <a:pt x="374712" y="353928"/>
                </a:cubicBezTo>
                <a:lnTo>
                  <a:pt x="374712" y="364062"/>
                </a:lnTo>
                <a:lnTo>
                  <a:pt x="232927" y="364062"/>
                </a:lnTo>
                <a:lnTo>
                  <a:pt x="232927" y="353928"/>
                </a:lnTo>
                <a:cubicBezTo>
                  <a:pt x="232927" y="347883"/>
                  <a:pt x="228833" y="343794"/>
                  <a:pt x="222780" y="343794"/>
                </a:cubicBezTo>
                <a:lnTo>
                  <a:pt x="40505" y="343794"/>
                </a:lnTo>
                <a:lnTo>
                  <a:pt x="40505" y="30308"/>
                </a:lnTo>
                <a:cubicBezTo>
                  <a:pt x="40505" y="13154"/>
                  <a:pt x="53678" y="0"/>
                  <a:pt x="7085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3" name="íṧľîdè">
            <a:extLst>
              <a:ext uri="{FF2B5EF4-FFF2-40B4-BE49-F238E27FC236}">
                <a16:creationId xmlns:a16="http://schemas.microsoft.com/office/drawing/2014/main" id="{DD437093-F6A4-4284-8104-1A3F00322807}"/>
              </a:ext>
            </a:extLst>
          </p:cNvPr>
          <p:cNvSpPr/>
          <p:nvPr/>
        </p:nvSpPr>
        <p:spPr bwMode="auto">
          <a:xfrm>
            <a:off x="3531000" y="5355066"/>
            <a:ext cx="1595598" cy="67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  <a:tabLst>
                <a:tab pos="228594" algn="l"/>
              </a:tabLst>
              <a:defRPr/>
            </a:pPr>
            <a:r>
              <a:rPr lang="en-US" altLang="zh-CN" sz="800" dirty="0"/>
              <a:t>switch多分支</a:t>
            </a:r>
          </a:p>
          <a:p>
            <a:pPr algn="ctr">
              <a:lnSpc>
                <a:spcPct val="150000"/>
              </a:lnSpc>
              <a:tabLst>
                <a:tab pos="228594" algn="l"/>
              </a:tabLst>
              <a:defRPr/>
            </a:pPr>
            <a:r>
              <a:rPr lang="en-US" altLang="zh-CN" sz="800" dirty="0"/>
              <a:t>case条件匹配</a:t>
            </a:r>
          </a:p>
        </p:txBody>
      </p:sp>
      <p:sp>
        <p:nvSpPr>
          <p:cNvPr id="34" name="îṧļiḍe">
            <a:extLst>
              <a:ext uri="{FF2B5EF4-FFF2-40B4-BE49-F238E27FC236}">
                <a16:creationId xmlns:a16="http://schemas.microsoft.com/office/drawing/2014/main" id="{BB2EDF3E-1230-4B88-8D38-B5AF33145DF5}"/>
              </a:ext>
            </a:extLst>
          </p:cNvPr>
          <p:cNvSpPr txBox="1"/>
          <p:nvPr/>
        </p:nvSpPr>
        <p:spPr bwMode="auto">
          <a:xfrm>
            <a:off x="3531000" y="4935831"/>
            <a:ext cx="1595598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b="1" dirty="0">
                <a:solidFill>
                  <a:schemeClr val="accent1"/>
                </a:solidFill>
              </a:rPr>
              <a:t>while</a:t>
            </a:r>
          </a:p>
        </p:txBody>
      </p:sp>
      <p:sp>
        <p:nvSpPr>
          <p:cNvPr id="35" name="íṩlîḓê">
            <a:extLst>
              <a:ext uri="{FF2B5EF4-FFF2-40B4-BE49-F238E27FC236}">
                <a16:creationId xmlns:a16="http://schemas.microsoft.com/office/drawing/2014/main" id="{6E66BB60-4826-4ED1-8EE9-6C99F3CC1347}"/>
              </a:ext>
            </a:extLst>
          </p:cNvPr>
          <p:cNvSpPr/>
          <p:nvPr/>
        </p:nvSpPr>
        <p:spPr>
          <a:xfrm>
            <a:off x="6744990" y="3907135"/>
            <a:ext cx="889769" cy="889769"/>
          </a:xfrm>
          <a:prstGeom prst="ellipse">
            <a:avLst/>
          </a:prstGeom>
          <a:solidFill>
            <a:srgbClr val="1C50A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6" name="iṧļidé">
            <a:extLst>
              <a:ext uri="{FF2B5EF4-FFF2-40B4-BE49-F238E27FC236}">
                <a16:creationId xmlns:a16="http://schemas.microsoft.com/office/drawing/2014/main" id="{9CE63ECC-B501-41BF-823B-6F62E82B37BC}"/>
              </a:ext>
            </a:extLst>
          </p:cNvPr>
          <p:cNvSpPr/>
          <p:nvPr/>
        </p:nvSpPr>
        <p:spPr bwMode="auto">
          <a:xfrm>
            <a:off x="6970096" y="4202047"/>
            <a:ext cx="439555" cy="299944"/>
          </a:xfrm>
          <a:custGeom>
            <a:avLst/>
            <a:gdLst>
              <a:gd name="connsiteX0" fmla="*/ 20293 w 607639"/>
              <a:gd name="connsiteY0" fmla="*/ 364062 h 414642"/>
              <a:gd name="connsiteX1" fmla="*/ 20293 w 607639"/>
              <a:gd name="connsiteY1" fmla="*/ 384241 h 414642"/>
              <a:gd name="connsiteX2" fmla="*/ 30351 w 607639"/>
              <a:gd name="connsiteY2" fmla="*/ 394374 h 414642"/>
              <a:gd name="connsiteX3" fmla="*/ 577199 w 607639"/>
              <a:gd name="connsiteY3" fmla="*/ 394374 h 414642"/>
              <a:gd name="connsiteX4" fmla="*/ 587346 w 607639"/>
              <a:gd name="connsiteY4" fmla="*/ 384241 h 414642"/>
              <a:gd name="connsiteX5" fmla="*/ 587346 w 607639"/>
              <a:gd name="connsiteY5" fmla="*/ 364062 h 414642"/>
              <a:gd name="connsiteX6" fmla="*/ 394917 w 607639"/>
              <a:gd name="connsiteY6" fmla="*/ 364062 h 414642"/>
              <a:gd name="connsiteX7" fmla="*/ 394917 w 607639"/>
              <a:gd name="connsiteY7" fmla="*/ 374196 h 414642"/>
              <a:gd name="connsiteX8" fmla="*/ 384859 w 607639"/>
              <a:gd name="connsiteY8" fmla="*/ 384241 h 414642"/>
              <a:gd name="connsiteX9" fmla="*/ 222780 w 607639"/>
              <a:gd name="connsiteY9" fmla="*/ 384241 h 414642"/>
              <a:gd name="connsiteX10" fmla="*/ 212634 w 607639"/>
              <a:gd name="connsiteY10" fmla="*/ 374196 h 414642"/>
              <a:gd name="connsiteX11" fmla="*/ 212634 w 607639"/>
              <a:gd name="connsiteY11" fmla="*/ 364062 h 414642"/>
              <a:gd name="connsiteX12" fmla="*/ 10146 w 607639"/>
              <a:gd name="connsiteY12" fmla="*/ 343794 h 414642"/>
              <a:gd name="connsiteX13" fmla="*/ 40505 w 607639"/>
              <a:gd name="connsiteY13" fmla="*/ 343794 h 414642"/>
              <a:gd name="connsiteX14" fmla="*/ 40505 w 607639"/>
              <a:gd name="connsiteY14" fmla="*/ 353920 h 414642"/>
              <a:gd name="connsiteX15" fmla="*/ 50652 w 607639"/>
              <a:gd name="connsiteY15" fmla="*/ 364052 h 414642"/>
              <a:gd name="connsiteX16" fmla="*/ 212637 w 607639"/>
              <a:gd name="connsiteY16" fmla="*/ 364052 h 414642"/>
              <a:gd name="connsiteX17" fmla="*/ 212637 w 607639"/>
              <a:gd name="connsiteY17" fmla="*/ 374185 h 414642"/>
              <a:gd name="connsiteX18" fmla="*/ 222783 w 607639"/>
              <a:gd name="connsiteY18" fmla="*/ 384228 h 414642"/>
              <a:gd name="connsiteX19" fmla="*/ 384857 w 607639"/>
              <a:gd name="connsiteY19" fmla="*/ 384228 h 414642"/>
              <a:gd name="connsiteX20" fmla="*/ 394915 w 607639"/>
              <a:gd name="connsiteY20" fmla="*/ 374185 h 414642"/>
              <a:gd name="connsiteX21" fmla="*/ 394915 w 607639"/>
              <a:gd name="connsiteY21" fmla="*/ 364052 h 414642"/>
              <a:gd name="connsiteX22" fmla="*/ 556989 w 607639"/>
              <a:gd name="connsiteY22" fmla="*/ 364052 h 414642"/>
              <a:gd name="connsiteX23" fmla="*/ 567135 w 607639"/>
              <a:gd name="connsiteY23" fmla="*/ 353920 h 414642"/>
              <a:gd name="connsiteX24" fmla="*/ 567135 w 607639"/>
              <a:gd name="connsiteY24" fmla="*/ 343794 h 414642"/>
              <a:gd name="connsiteX25" fmla="*/ 597493 w 607639"/>
              <a:gd name="connsiteY25" fmla="*/ 343794 h 414642"/>
              <a:gd name="connsiteX26" fmla="*/ 607639 w 607639"/>
              <a:gd name="connsiteY26" fmla="*/ 353928 h 414642"/>
              <a:gd name="connsiteX27" fmla="*/ 607639 w 607639"/>
              <a:gd name="connsiteY27" fmla="*/ 384241 h 414642"/>
              <a:gd name="connsiteX28" fmla="*/ 577199 w 607639"/>
              <a:gd name="connsiteY28" fmla="*/ 414642 h 414642"/>
              <a:gd name="connsiteX29" fmla="*/ 30351 w 607639"/>
              <a:gd name="connsiteY29" fmla="*/ 414642 h 414642"/>
              <a:gd name="connsiteX30" fmla="*/ 0 w 607639"/>
              <a:gd name="connsiteY30" fmla="*/ 384241 h 414642"/>
              <a:gd name="connsiteX31" fmla="*/ 0 w 607639"/>
              <a:gd name="connsiteY31" fmla="*/ 353928 h 414642"/>
              <a:gd name="connsiteX32" fmla="*/ 10146 w 607639"/>
              <a:gd name="connsiteY32" fmla="*/ 343794 h 414642"/>
              <a:gd name="connsiteX33" fmla="*/ 354415 w 607639"/>
              <a:gd name="connsiteY33" fmla="*/ 262926 h 414642"/>
              <a:gd name="connsiteX34" fmla="*/ 364541 w 607639"/>
              <a:gd name="connsiteY34" fmla="*/ 273063 h 414642"/>
              <a:gd name="connsiteX35" fmla="*/ 364541 w 607639"/>
              <a:gd name="connsiteY35" fmla="*/ 303384 h 414642"/>
              <a:gd name="connsiteX36" fmla="*/ 354415 w 607639"/>
              <a:gd name="connsiteY36" fmla="*/ 313521 h 414642"/>
              <a:gd name="connsiteX37" fmla="*/ 344289 w 607639"/>
              <a:gd name="connsiteY37" fmla="*/ 303384 h 414642"/>
              <a:gd name="connsiteX38" fmla="*/ 344289 w 607639"/>
              <a:gd name="connsiteY38" fmla="*/ 273063 h 414642"/>
              <a:gd name="connsiteX39" fmla="*/ 354415 w 607639"/>
              <a:gd name="connsiteY39" fmla="*/ 262926 h 414642"/>
              <a:gd name="connsiteX40" fmla="*/ 274426 w 607639"/>
              <a:gd name="connsiteY40" fmla="*/ 252429 h 414642"/>
              <a:gd name="connsiteX41" fmla="*/ 274426 w 607639"/>
              <a:gd name="connsiteY41" fmla="*/ 253836 h 414642"/>
              <a:gd name="connsiteX42" fmla="*/ 268732 w 607639"/>
              <a:gd name="connsiteY42" fmla="*/ 256281 h 414642"/>
              <a:gd name="connsiteX43" fmla="*/ 435415 w 607639"/>
              <a:gd name="connsiteY43" fmla="*/ 242745 h 414642"/>
              <a:gd name="connsiteX44" fmla="*/ 445550 w 607639"/>
              <a:gd name="connsiteY44" fmla="*/ 252793 h 414642"/>
              <a:gd name="connsiteX45" fmla="*/ 445550 w 607639"/>
              <a:gd name="connsiteY45" fmla="*/ 303386 h 414642"/>
              <a:gd name="connsiteX46" fmla="*/ 435415 w 607639"/>
              <a:gd name="connsiteY46" fmla="*/ 313522 h 414642"/>
              <a:gd name="connsiteX47" fmla="*/ 425368 w 607639"/>
              <a:gd name="connsiteY47" fmla="*/ 303386 h 414642"/>
              <a:gd name="connsiteX48" fmla="*/ 425368 w 607639"/>
              <a:gd name="connsiteY48" fmla="*/ 252793 h 414642"/>
              <a:gd name="connsiteX49" fmla="*/ 435415 w 607639"/>
              <a:gd name="connsiteY49" fmla="*/ 242745 h 414642"/>
              <a:gd name="connsiteX50" fmla="*/ 394911 w 607639"/>
              <a:gd name="connsiteY50" fmla="*/ 222493 h 414642"/>
              <a:gd name="connsiteX51" fmla="*/ 405046 w 607639"/>
              <a:gd name="connsiteY51" fmla="*/ 232627 h 414642"/>
              <a:gd name="connsiteX52" fmla="*/ 405046 w 607639"/>
              <a:gd name="connsiteY52" fmla="*/ 303388 h 414642"/>
              <a:gd name="connsiteX53" fmla="*/ 394911 w 607639"/>
              <a:gd name="connsiteY53" fmla="*/ 313522 h 414642"/>
              <a:gd name="connsiteX54" fmla="*/ 384864 w 607639"/>
              <a:gd name="connsiteY54" fmla="*/ 303388 h 414642"/>
              <a:gd name="connsiteX55" fmla="*/ 384864 w 607639"/>
              <a:gd name="connsiteY55" fmla="*/ 232627 h 414642"/>
              <a:gd name="connsiteX56" fmla="*/ 394911 w 607639"/>
              <a:gd name="connsiteY56" fmla="*/ 222493 h 414642"/>
              <a:gd name="connsiteX57" fmla="*/ 516514 w 607639"/>
              <a:gd name="connsiteY57" fmla="*/ 212331 h 414642"/>
              <a:gd name="connsiteX58" fmla="*/ 526560 w 607639"/>
              <a:gd name="connsiteY58" fmla="*/ 222468 h 414642"/>
              <a:gd name="connsiteX59" fmla="*/ 526560 w 607639"/>
              <a:gd name="connsiteY59" fmla="*/ 303385 h 414642"/>
              <a:gd name="connsiteX60" fmla="*/ 516514 w 607639"/>
              <a:gd name="connsiteY60" fmla="*/ 313522 h 414642"/>
              <a:gd name="connsiteX61" fmla="*/ 506378 w 607639"/>
              <a:gd name="connsiteY61" fmla="*/ 303385 h 414642"/>
              <a:gd name="connsiteX62" fmla="*/ 506378 w 607639"/>
              <a:gd name="connsiteY62" fmla="*/ 222468 h 414642"/>
              <a:gd name="connsiteX63" fmla="*/ 516514 w 607639"/>
              <a:gd name="connsiteY63" fmla="*/ 212331 h 414642"/>
              <a:gd name="connsiteX64" fmla="*/ 311213 w 607639"/>
              <a:gd name="connsiteY64" fmla="*/ 180188 h 414642"/>
              <a:gd name="connsiteX65" fmla="*/ 304717 w 607639"/>
              <a:gd name="connsiteY65" fmla="*/ 211903 h 414642"/>
              <a:gd name="connsiteX66" fmla="*/ 279633 w 607639"/>
              <a:gd name="connsiteY66" fmla="*/ 248906 h 414642"/>
              <a:gd name="connsiteX67" fmla="*/ 274426 w 607639"/>
              <a:gd name="connsiteY67" fmla="*/ 252429 h 414642"/>
              <a:gd name="connsiteX68" fmla="*/ 274426 w 607639"/>
              <a:gd name="connsiteY68" fmla="*/ 239622 h 414642"/>
              <a:gd name="connsiteX69" fmla="*/ 266991 w 607639"/>
              <a:gd name="connsiteY69" fmla="*/ 232204 h 414642"/>
              <a:gd name="connsiteX70" fmla="*/ 286105 w 607639"/>
              <a:gd name="connsiteY70" fmla="*/ 204050 h 414642"/>
              <a:gd name="connsiteX71" fmla="*/ 290618 w 607639"/>
              <a:gd name="connsiteY71" fmla="*/ 182059 h 414642"/>
              <a:gd name="connsiteX72" fmla="*/ 303796 w 607639"/>
              <a:gd name="connsiteY72" fmla="*/ 182059 h 414642"/>
              <a:gd name="connsiteX73" fmla="*/ 185290 w 607639"/>
              <a:gd name="connsiteY73" fmla="*/ 178985 h 414642"/>
              <a:gd name="connsiteX74" fmla="*/ 192421 w 607639"/>
              <a:gd name="connsiteY74" fmla="*/ 182059 h 414642"/>
              <a:gd name="connsiteX75" fmla="*/ 216731 w 607639"/>
              <a:gd name="connsiteY75" fmla="*/ 182059 h 414642"/>
              <a:gd name="connsiteX76" fmla="*/ 266991 w 607639"/>
              <a:gd name="connsiteY76" fmla="*/ 232204 h 414642"/>
              <a:gd name="connsiteX77" fmla="*/ 265358 w 607639"/>
              <a:gd name="connsiteY77" fmla="*/ 234609 h 414642"/>
              <a:gd name="connsiteX78" fmla="*/ 250836 w 607639"/>
              <a:gd name="connsiteY78" fmla="*/ 244426 h 414642"/>
              <a:gd name="connsiteX79" fmla="*/ 185290 w 607639"/>
              <a:gd name="connsiteY79" fmla="*/ 179031 h 414642"/>
              <a:gd name="connsiteX80" fmla="*/ 476009 w 607639"/>
              <a:gd name="connsiteY80" fmla="*/ 171897 h 414642"/>
              <a:gd name="connsiteX81" fmla="*/ 486055 w 607639"/>
              <a:gd name="connsiteY81" fmla="*/ 182032 h 414642"/>
              <a:gd name="connsiteX82" fmla="*/ 486055 w 607639"/>
              <a:gd name="connsiteY82" fmla="*/ 303387 h 414642"/>
              <a:gd name="connsiteX83" fmla="*/ 476009 w 607639"/>
              <a:gd name="connsiteY83" fmla="*/ 313522 h 414642"/>
              <a:gd name="connsiteX84" fmla="*/ 465873 w 607639"/>
              <a:gd name="connsiteY84" fmla="*/ 303387 h 414642"/>
              <a:gd name="connsiteX85" fmla="*/ 465873 w 607639"/>
              <a:gd name="connsiteY85" fmla="*/ 182032 h 414642"/>
              <a:gd name="connsiteX86" fmla="*/ 476009 w 607639"/>
              <a:gd name="connsiteY86" fmla="*/ 171897 h 414642"/>
              <a:gd name="connsiteX87" fmla="*/ 313921 w 607639"/>
              <a:gd name="connsiteY87" fmla="*/ 166965 h 414642"/>
              <a:gd name="connsiteX88" fmla="*/ 314925 w 607639"/>
              <a:gd name="connsiteY88" fmla="*/ 172904 h 414642"/>
              <a:gd name="connsiteX89" fmla="*/ 311898 w 607639"/>
              <a:gd name="connsiteY89" fmla="*/ 180015 h 414642"/>
              <a:gd name="connsiteX90" fmla="*/ 311213 w 607639"/>
              <a:gd name="connsiteY90" fmla="*/ 180188 h 414642"/>
              <a:gd name="connsiteX91" fmla="*/ 313685 w 607639"/>
              <a:gd name="connsiteY91" fmla="*/ 165567 h 414642"/>
              <a:gd name="connsiteX92" fmla="*/ 313946 w 607639"/>
              <a:gd name="connsiteY92" fmla="*/ 166842 h 414642"/>
              <a:gd name="connsiteX93" fmla="*/ 313921 w 607639"/>
              <a:gd name="connsiteY93" fmla="*/ 166965 h 414642"/>
              <a:gd name="connsiteX94" fmla="*/ 286557 w 607639"/>
              <a:gd name="connsiteY94" fmla="*/ 131875 h 414642"/>
              <a:gd name="connsiteX95" fmla="*/ 293736 w 607639"/>
              <a:gd name="connsiteY95" fmla="*/ 161794 h 414642"/>
              <a:gd name="connsiteX96" fmla="*/ 292704 w 607639"/>
              <a:gd name="connsiteY96" fmla="*/ 161794 h 414642"/>
              <a:gd name="connsiteX97" fmla="*/ 285987 w 607639"/>
              <a:gd name="connsiteY97" fmla="*/ 129499 h 414642"/>
              <a:gd name="connsiteX98" fmla="*/ 286105 w 607639"/>
              <a:gd name="connsiteY98" fmla="*/ 129672 h 414642"/>
              <a:gd name="connsiteX99" fmla="*/ 286557 w 607639"/>
              <a:gd name="connsiteY99" fmla="*/ 131875 h 414642"/>
              <a:gd name="connsiteX100" fmla="*/ 304744 w 607639"/>
              <a:gd name="connsiteY100" fmla="*/ 121927 h 414642"/>
              <a:gd name="connsiteX101" fmla="*/ 306857 w 607639"/>
              <a:gd name="connsiteY101" fmla="*/ 125153 h 414642"/>
              <a:gd name="connsiteX102" fmla="*/ 313685 w 607639"/>
              <a:gd name="connsiteY102" fmla="*/ 165567 h 414642"/>
              <a:gd name="connsiteX103" fmla="*/ 303006 w 607639"/>
              <a:gd name="connsiteY103" fmla="*/ 119273 h 414642"/>
              <a:gd name="connsiteX104" fmla="*/ 304717 w 607639"/>
              <a:gd name="connsiteY104" fmla="*/ 121796 h 414642"/>
              <a:gd name="connsiteX105" fmla="*/ 304744 w 607639"/>
              <a:gd name="connsiteY105" fmla="*/ 121927 h 414642"/>
              <a:gd name="connsiteX106" fmla="*/ 266335 w 607639"/>
              <a:gd name="connsiteY106" fmla="*/ 100547 h 414642"/>
              <a:gd name="connsiteX107" fmla="*/ 285579 w 607639"/>
              <a:gd name="connsiteY107" fmla="*/ 127797 h 414642"/>
              <a:gd name="connsiteX108" fmla="*/ 285987 w 607639"/>
              <a:gd name="connsiteY108" fmla="*/ 129499 h 414642"/>
              <a:gd name="connsiteX109" fmla="*/ 263955 w 607639"/>
              <a:gd name="connsiteY109" fmla="*/ 98160 h 414642"/>
              <a:gd name="connsiteX110" fmla="*/ 265358 w 607639"/>
              <a:gd name="connsiteY110" fmla="*/ 99109 h 414642"/>
              <a:gd name="connsiteX111" fmla="*/ 266335 w 607639"/>
              <a:gd name="connsiteY111" fmla="*/ 100547 h 414642"/>
              <a:gd name="connsiteX112" fmla="*/ 265336 w 607639"/>
              <a:gd name="connsiteY112" fmla="*/ 99133 h 414642"/>
              <a:gd name="connsiteX113" fmla="*/ 518470 w 607639"/>
              <a:gd name="connsiteY113" fmla="*/ 91029 h 414642"/>
              <a:gd name="connsiteX114" fmla="*/ 520515 w 607639"/>
              <a:gd name="connsiteY114" fmla="*/ 92007 h 414642"/>
              <a:gd name="connsiteX115" fmla="*/ 522559 w 607639"/>
              <a:gd name="connsiteY115" fmla="*/ 93074 h 414642"/>
              <a:gd name="connsiteX116" fmla="*/ 524604 w 607639"/>
              <a:gd name="connsiteY116" fmla="*/ 94052 h 414642"/>
              <a:gd name="connsiteX117" fmla="*/ 526560 w 607639"/>
              <a:gd name="connsiteY117" fmla="*/ 101165 h 414642"/>
              <a:gd name="connsiteX118" fmla="*/ 523537 w 607639"/>
              <a:gd name="connsiteY118" fmla="*/ 108188 h 414642"/>
              <a:gd name="connsiteX119" fmla="*/ 521581 w 607639"/>
              <a:gd name="connsiteY119" fmla="*/ 109255 h 414642"/>
              <a:gd name="connsiteX120" fmla="*/ 519537 w 607639"/>
              <a:gd name="connsiteY120" fmla="*/ 110233 h 414642"/>
              <a:gd name="connsiteX121" fmla="*/ 517492 w 607639"/>
              <a:gd name="connsiteY121" fmla="*/ 111211 h 414642"/>
              <a:gd name="connsiteX122" fmla="*/ 516514 w 607639"/>
              <a:gd name="connsiteY122" fmla="*/ 111211 h 414642"/>
              <a:gd name="connsiteX123" fmla="*/ 509401 w 607639"/>
              <a:gd name="connsiteY123" fmla="*/ 108188 h 414642"/>
              <a:gd name="connsiteX124" fmla="*/ 507356 w 607639"/>
              <a:gd name="connsiteY124" fmla="*/ 105165 h 414642"/>
              <a:gd name="connsiteX125" fmla="*/ 506378 w 607639"/>
              <a:gd name="connsiteY125" fmla="*/ 101165 h 414642"/>
              <a:gd name="connsiteX126" fmla="*/ 509401 w 607639"/>
              <a:gd name="connsiteY126" fmla="*/ 94052 h 414642"/>
              <a:gd name="connsiteX127" fmla="*/ 518470 w 607639"/>
              <a:gd name="connsiteY127" fmla="*/ 91029 h 414642"/>
              <a:gd name="connsiteX128" fmla="*/ 384846 w 607639"/>
              <a:gd name="connsiteY128" fmla="*/ 91029 h 414642"/>
              <a:gd name="connsiteX129" fmla="*/ 465819 w 607639"/>
              <a:gd name="connsiteY129" fmla="*/ 91029 h 414642"/>
              <a:gd name="connsiteX130" fmla="*/ 475963 w 607639"/>
              <a:gd name="connsiteY130" fmla="*/ 101165 h 414642"/>
              <a:gd name="connsiteX131" fmla="*/ 465819 w 607639"/>
              <a:gd name="connsiteY131" fmla="*/ 111211 h 414642"/>
              <a:gd name="connsiteX132" fmla="*/ 384846 w 607639"/>
              <a:gd name="connsiteY132" fmla="*/ 111211 h 414642"/>
              <a:gd name="connsiteX133" fmla="*/ 374702 w 607639"/>
              <a:gd name="connsiteY133" fmla="*/ 101165 h 414642"/>
              <a:gd name="connsiteX134" fmla="*/ 384846 w 607639"/>
              <a:gd name="connsiteY134" fmla="*/ 91029 h 414642"/>
              <a:gd name="connsiteX135" fmla="*/ 234861 w 607639"/>
              <a:gd name="connsiteY135" fmla="*/ 78470 h 414642"/>
              <a:gd name="connsiteX136" fmla="*/ 236624 w 607639"/>
              <a:gd name="connsiteY136" fmla="*/ 78890 h 414642"/>
              <a:gd name="connsiteX137" fmla="*/ 263955 w 607639"/>
              <a:gd name="connsiteY137" fmla="*/ 98160 h 414642"/>
              <a:gd name="connsiteX138" fmla="*/ 233277 w 607639"/>
              <a:gd name="connsiteY138" fmla="*/ 78093 h 414642"/>
              <a:gd name="connsiteX139" fmla="*/ 234749 w 607639"/>
              <a:gd name="connsiteY139" fmla="*/ 78395 h 414642"/>
              <a:gd name="connsiteX140" fmla="*/ 234861 w 607639"/>
              <a:gd name="connsiteY140" fmla="*/ 78470 h 414642"/>
              <a:gd name="connsiteX141" fmla="*/ 264684 w 607639"/>
              <a:gd name="connsiteY141" fmla="*/ 74721 h 414642"/>
              <a:gd name="connsiteX142" fmla="*/ 280560 w 607639"/>
              <a:gd name="connsiteY142" fmla="*/ 85001 h 414642"/>
              <a:gd name="connsiteX143" fmla="*/ 303006 w 607639"/>
              <a:gd name="connsiteY143" fmla="*/ 119273 h 414642"/>
              <a:gd name="connsiteX144" fmla="*/ 279633 w 607639"/>
              <a:gd name="connsiteY144" fmla="*/ 84823 h 414642"/>
              <a:gd name="connsiteX145" fmla="*/ 202570 w 607639"/>
              <a:gd name="connsiteY145" fmla="*/ 70780 h 414642"/>
              <a:gd name="connsiteX146" fmla="*/ 233277 w 607639"/>
              <a:gd name="connsiteY146" fmla="*/ 78093 h 414642"/>
              <a:gd name="connsiteX147" fmla="*/ 202570 w 607639"/>
              <a:gd name="connsiteY147" fmla="*/ 71804 h 414642"/>
              <a:gd name="connsiteX148" fmla="*/ 197522 w 607639"/>
              <a:gd name="connsiteY148" fmla="*/ 70770 h 414642"/>
              <a:gd name="connsiteX149" fmla="*/ 202570 w 607639"/>
              <a:gd name="connsiteY149" fmla="*/ 71804 h 414642"/>
              <a:gd name="connsiteX150" fmla="*/ 202570 w 607639"/>
              <a:gd name="connsiteY150" fmla="*/ 161794 h 414642"/>
              <a:gd name="connsiteX151" fmla="*/ 292704 w 607639"/>
              <a:gd name="connsiteY151" fmla="*/ 161794 h 414642"/>
              <a:gd name="connsiteX152" fmla="*/ 293741 w 607639"/>
              <a:gd name="connsiteY152" fmla="*/ 166842 h 414642"/>
              <a:gd name="connsiteX153" fmla="*/ 290618 w 607639"/>
              <a:gd name="connsiteY153" fmla="*/ 182059 h 414642"/>
              <a:gd name="connsiteX154" fmla="*/ 216731 w 607639"/>
              <a:gd name="connsiteY154" fmla="*/ 182059 h 414642"/>
              <a:gd name="connsiteX155" fmla="*/ 199449 w 607639"/>
              <a:gd name="connsiteY155" fmla="*/ 164816 h 414642"/>
              <a:gd name="connsiteX156" fmla="*/ 185290 w 607639"/>
              <a:gd name="connsiteY156" fmla="*/ 164816 h 414642"/>
              <a:gd name="connsiteX157" fmla="*/ 185290 w 607639"/>
              <a:gd name="connsiteY157" fmla="*/ 178985 h 414642"/>
              <a:gd name="connsiteX158" fmla="*/ 185076 w 607639"/>
              <a:gd name="connsiteY158" fmla="*/ 178893 h 414642"/>
              <a:gd name="connsiteX159" fmla="*/ 182271 w 607639"/>
              <a:gd name="connsiteY159" fmla="*/ 171927 h 414642"/>
              <a:gd name="connsiteX160" fmla="*/ 182271 w 607639"/>
              <a:gd name="connsiteY160" fmla="*/ 73890 h 414642"/>
              <a:gd name="connsiteX161" fmla="*/ 241194 w 607639"/>
              <a:gd name="connsiteY161" fmla="*/ 59511 h 414642"/>
              <a:gd name="connsiteX162" fmla="*/ 242600 w 607639"/>
              <a:gd name="connsiteY162" fmla="*/ 59798 h 414642"/>
              <a:gd name="connsiteX163" fmla="*/ 264684 w 607639"/>
              <a:gd name="connsiteY163" fmla="*/ 74721 h 414642"/>
              <a:gd name="connsiteX164" fmla="*/ 223078 w 607639"/>
              <a:gd name="connsiteY164" fmla="*/ 55812 h 414642"/>
              <a:gd name="connsiteX165" fmla="*/ 239895 w 607639"/>
              <a:gd name="connsiteY165" fmla="*/ 58670 h 414642"/>
              <a:gd name="connsiteX166" fmla="*/ 241194 w 607639"/>
              <a:gd name="connsiteY166" fmla="*/ 59511 h 414642"/>
              <a:gd name="connsiteX167" fmla="*/ 187739 w 607639"/>
              <a:gd name="connsiteY167" fmla="*/ 52590 h 414642"/>
              <a:gd name="connsiteX168" fmla="*/ 185298 w 607639"/>
              <a:gd name="connsiteY168" fmla="*/ 53626 h 414642"/>
              <a:gd name="connsiteX169" fmla="*/ 182271 w 607639"/>
              <a:gd name="connsiteY169" fmla="*/ 60736 h 414642"/>
              <a:gd name="connsiteX170" fmla="*/ 182271 w 607639"/>
              <a:gd name="connsiteY170" fmla="*/ 73890 h 414642"/>
              <a:gd name="connsiteX171" fmla="*/ 160258 w 607639"/>
              <a:gd name="connsiteY171" fmla="*/ 78395 h 414642"/>
              <a:gd name="connsiteX172" fmla="*/ 101303 w 607639"/>
              <a:gd name="connsiteY172" fmla="*/ 166842 h 414642"/>
              <a:gd name="connsiteX173" fmla="*/ 197522 w 607639"/>
              <a:gd name="connsiteY173" fmla="*/ 262915 h 414642"/>
              <a:gd name="connsiteX174" fmla="*/ 234749 w 607639"/>
              <a:gd name="connsiteY174" fmla="*/ 255302 h 414642"/>
              <a:gd name="connsiteX175" fmla="*/ 250836 w 607639"/>
              <a:gd name="connsiteY175" fmla="*/ 244426 h 414642"/>
              <a:gd name="connsiteX176" fmla="*/ 260268 w 607639"/>
              <a:gd name="connsiteY176" fmla="*/ 253836 h 414642"/>
              <a:gd name="connsiteX177" fmla="*/ 267391 w 607639"/>
              <a:gd name="connsiteY177" fmla="*/ 256857 h 414642"/>
              <a:gd name="connsiteX178" fmla="*/ 268732 w 607639"/>
              <a:gd name="connsiteY178" fmla="*/ 256281 h 414642"/>
              <a:gd name="connsiteX179" fmla="*/ 242600 w 607639"/>
              <a:gd name="connsiteY179" fmla="*/ 273962 h 414642"/>
              <a:gd name="connsiteX180" fmla="*/ 197522 w 607639"/>
              <a:gd name="connsiteY180" fmla="*/ 283178 h 414642"/>
              <a:gd name="connsiteX181" fmla="*/ 81009 w 607639"/>
              <a:gd name="connsiteY181" fmla="*/ 166842 h 414642"/>
              <a:gd name="connsiteX182" fmla="*/ 152393 w 607639"/>
              <a:gd name="connsiteY182" fmla="*/ 59798 h 414642"/>
              <a:gd name="connsiteX183" fmla="*/ 192421 w 607639"/>
              <a:gd name="connsiteY183" fmla="*/ 50604 h 414642"/>
              <a:gd name="connsiteX184" fmla="*/ 195181 w 607639"/>
              <a:gd name="connsiteY184" fmla="*/ 51073 h 414642"/>
              <a:gd name="connsiteX185" fmla="*/ 187739 w 607639"/>
              <a:gd name="connsiteY185" fmla="*/ 52590 h 414642"/>
              <a:gd name="connsiteX186" fmla="*/ 197522 w 607639"/>
              <a:gd name="connsiteY186" fmla="*/ 50595 h 414642"/>
              <a:gd name="connsiteX187" fmla="*/ 223078 w 607639"/>
              <a:gd name="connsiteY187" fmla="*/ 55812 h 414642"/>
              <a:gd name="connsiteX188" fmla="*/ 195181 w 607639"/>
              <a:gd name="connsiteY188" fmla="*/ 51073 h 414642"/>
              <a:gd name="connsiteX189" fmla="*/ 449651 w 607639"/>
              <a:gd name="connsiteY189" fmla="*/ 41472 h 414642"/>
              <a:gd name="connsiteX190" fmla="*/ 452682 w 607639"/>
              <a:gd name="connsiteY190" fmla="*/ 43516 h 414642"/>
              <a:gd name="connsiteX191" fmla="*/ 455712 w 607639"/>
              <a:gd name="connsiteY191" fmla="*/ 50626 h 414642"/>
              <a:gd name="connsiteX192" fmla="*/ 452682 w 607639"/>
              <a:gd name="connsiteY192" fmla="*/ 57647 h 414642"/>
              <a:gd name="connsiteX193" fmla="*/ 445551 w 607639"/>
              <a:gd name="connsiteY193" fmla="*/ 60757 h 414642"/>
              <a:gd name="connsiteX194" fmla="*/ 438509 w 607639"/>
              <a:gd name="connsiteY194" fmla="*/ 57647 h 414642"/>
              <a:gd name="connsiteX195" fmla="*/ 435389 w 607639"/>
              <a:gd name="connsiteY195" fmla="*/ 50626 h 414642"/>
              <a:gd name="connsiteX196" fmla="*/ 438509 w 607639"/>
              <a:gd name="connsiteY196" fmla="*/ 43516 h 414642"/>
              <a:gd name="connsiteX197" fmla="*/ 449651 w 607639"/>
              <a:gd name="connsiteY197" fmla="*/ 41472 h 414642"/>
              <a:gd name="connsiteX198" fmla="*/ 486030 w 607639"/>
              <a:gd name="connsiteY198" fmla="*/ 40505 h 414642"/>
              <a:gd name="connsiteX199" fmla="*/ 516494 w 607639"/>
              <a:gd name="connsiteY199" fmla="*/ 40505 h 414642"/>
              <a:gd name="connsiteX200" fmla="*/ 526559 w 607639"/>
              <a:gd name="connsiteY200" fmla="*/ 50631 h 414642"/>
              <a:gd name="connsiteX201" fmla="*/ 516494 w 607639"/>
              <a:gd name="connsiteY201" fmla="*/ 60757 h 414642"/>
              <a:gd name="connsiteX202" fmla="*/ 486030 w 607639"/>
              <a:gd name="connsiteY202" fmla="*/ 60757 h 414642"/>
              <a:gd name="connsiteX203" fmla="*/ 475964 w 607639"/>
              <a:gd name="connsiteY203" fmla="*/ 50631 h 414642"/>
              <a:gd name="connsiteX204" fmla="*/ 486030 w 607639"/>
              <a:gd name="connsiteY204" fmla="*/ 40505 h 414642"/>
              <a:gd name="connsiteX205" fmla="*/ 384851 w 607639"/>
              <a:gd name="connsiteY205" fmla="*/ 40505 h 414642"/>
              <a:gd name="connsiteX206" fmla="*/ 405059 w 607639"/>
              <a:gd name="connsiteY206" fmla="*/ 40505 h 414642"/>
              <a:gd name="connsiteX207" fmla="*/ 415207 w 607639"/>
              <a:gd name="connsiteY207" fmla="*/ 50631 h 414642"/>
              <a:gd name="connsiteX208" fmla="*/ 405059 w 607639"/>
              <a:gd name="connsiteY208" fmla="*/ 60757 h 414642"/>
              <a:gd name="connsiteX209" fmla="*/ 384851 w 607639"/>
              <a:gd name="connsiteY209" fmla="*/ 60757 h 414642"/>
              <a:gd name="connsiteX210" fmla="*/ 374702 w 607639"/>
              <a:gd name="connsiteY210" fmla="*/ 50631 h 414642"/>
              <a:gd name="connsiteX211" fmla="*/ 384851 w 607639"/>
              <a:gd name="connsiteY211" fmla="*/ 40505 h 414642"/>
              <a:gd name="connsiteX212" fmla="*/ 70855 w 607639"/>
              <a:gd name="connsiteY212" fmla="*/ 20176 h 414642"/>
              <a:gd name="connsiteX213" fmla="*/ 60798 w 607639"/>
              <a:gd name="connsiteY213" fmla="*/ 30308 h 414642"/>
              <a:gd name="connsiteX214" fmla="*/ 60798 w 607639"/>
              <a:gd name="connsiteY214" fmla="*/ 343788 h 414642"/>
              <a:gd name="connsiteX215" fmla="*/ 222783 w 607639"/>
              <a:gd name="connsiteY215" fmla="*/ 343788 h 414642"/>
              <a:gd name="connsiteX216" fmla="*/ 232929 w 607639"/>
              <a:gd name="connsiteY216" fmla="*/ 353920 h 414642"/>
              <a:gd name="connsiteX217" fmla="*/ 232929 w 607639"/>
              <a:gd name="connsiteY217" fmla="*/ 364052 h 414642"/>
              <a:gd name="connsiteX218" fmla="*/ 374711 w 607639"/>
              <a:gd name="connsiteY218" fmla="*/ 364052 h 414642"/>
              <a:gd name="connsiteX219" fmla="*/ 374711 w 607639"/>
              <a:gd name="connsiteY219" fmla="*/ 353920 h 414642"/>
              <a:gd name="connsiteX220" fmla="*/ 384857 w 607639"/>
              <a:gd name="connsiteY220" fmla="*/ 343788 h 414642"/>
              <a:gd name="connsiteX221" fmla="*/ 546843 w 607639"/>
              <a:gd name="connsiteY221" fmla="*/ 343788 h 414642"/>
              <a:gd name="connsiteX222" fmla="*/ 546843 w 607639"/>
              <a:gd name="connsiteY222" fmla="*/ 30308 h 414642"/>
              <a:gd name="connsiteX223" fmla="*/ 536696 w 607639"/>
              <a:gd name="connsiteY223" fmla="*/ 20176 h 414642"/>
              <a:gd name="connsiteX224" fmla="*/ 70855 w 607639"/>
              <a:gd name="connsiteY224" fmla="*/ 0 h 414642"/>
              <a:gd name="connsiteX225" fmla="*/ 536696 w 607639"/>
              <a:gd name="connsiteY225" fmla="*/ 0 h 414642"/>
              <a:gd name="connsiteX226" fmla="*/ 567135 w 607639"/>
              <a:gd name="connsiteY226" fmla="*/ 30308 h 414642"/>
              <a:gd name="connsiteX227" fmla="*/ 567135 w 607639"/>
              <a:gd name="connsiteY227" fmla="*/ 343794 h 414642"/>
              <a:gd name="connsiteX228" fmla="*/ 384859 w 607639"/>
              <a:gd name="connsiteY228" fmla="*/ 343794 h 414642"/>
              <a:gd name="connsiteX229" fmla="*/ 374712 w 607639"/>
              <a:gd name="connsiteY229" fmla="*/ 353928 h 414642"/>
              <a:gd name="connsiteX230" fmla="*/ 374712 w 607639"/>
              <a:gd name="connsiteY230" fmla="*/ 364062 h 414642"/>
              <a:gd name="connsiteX231" fmla="*/ 232927 w 607639"/>
              <a:gd name="connsiteY231" fmla="*/ 364062 h 414642"/>
              <a:gd name="connsiteX232" fmla="*/ 232927 w 607639"/>
              <a:gd name="connsiteY232" fmla="*/ 353928 h 414642"/>
              <a:gd name="connsiteX233" fmla="*/ 222780 w 607639"/>
              <a:gd name="connsiteY233" fmla="*/ 343794 h 414642"/>
              <a:gd name="connsiteX234" fmla="*/ 40505 w 607639"/>
              <a:gd name="connsiteY234" fmla="*/ 343794 h 414642"/>
              <a:gd name="connsiteX235" fmla="*/ 40505 w 607639"/>
              <a:gd name="connsiteY235" fmla="*/ 30308 h 414642"/>
              <a:gd name="connsiteX236" fmla="*/ 70855 w 607639"/>
              <a:gd name="connsiteY236" fmla="*/ 0 h 414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</a:cxnLst>
            <a:rect l="l" t="t" r="r" b="b"/>
            <a:pathLst>
              <a:path w="607639" h="414642">
                <a:moveTo>
                  <a:pt x="20293" y="364062"/>
                </a:moveTo>
                <a:lnTo>
                  <a:pt x="20293" y="384241"/>
                </a:lnTo>
                <a:cubicBezTo>
                  <a:pt x="20293" y="390374"/>
                  <a:pt x="24298" y="394374"/>
                  <a:pt x="30351" y="394374"/>
                </a:cubicBezTo>
                <a:lnTo>
                  <a:pt x="577199" y="394374"/>
                </a:lnTo>
                <a:cubicBezTo>
                  <a:pt x="583341" y="394374"/>
                  <a:pt x="587346" y="390374"/>
                  <a:pt x="587346" y="384241"/>
                </a:cubicBezTo>
                <a:lnTo>
                  <a:pt x="587346" y="364062"/>
                </a:lnTo>
                <a:lnTo>
                  <a:pt x="394917" y="364062"/>
                </a:lnTo>
                <a:lnTo>
                  <a:pt x="394917" y="374196"/>
                </a:lnTo>
                <a:cubicBezTo>
                  <a:pt x="394917" y="380240"/>
                  <a:pt x="390911" y="384241"/>
                  <a:pt x="384859" y="384241"/>
                </a:cubicBezTo>
                <a:lnTo>
                  <a:pt x="222780" y="384241"/>
                </a:lnTo>
                <a:cubicBezTo>
                  <a:pt x="216728" y="384241"/>
                  <a:pt x="212634" y="380240"/>
                  <a:pt x="212634" y="374196"/>
                </a:cubicBezTo>
                <a:lnTo>
                  <a:pt x="212634" y="364062"/>
                </a:lnTo>
                <a:close/>
                <a:moveTo>
                  <a:pt x="10146" y="343794"/>
                </a:moveTo>
                <a:lnTo>
                  <a:pt x="40505" y="343794"/>
                </a:lnTo>
                <a:lnTo>
                  <a:pt x="40505" y="353920"/>
                </a:lnTo>
                <a:cubicBezTo>
                  <a:pt x="40505" y="359964"/>
                  <a:pt x="44599" y="364052"/>
                  <a:pt x="50652" y="364052"/>
                </a:cubicBezTo>
                <a:lnTo>
                  <a:pt x="212637" y="364052"/>
                </a:lnTo>
                <a:lnTo>
                  <a:pt x="212637" y="374185"/>
                </a:lnTo>
                <a:cubicBezTo>
                  <a:pt x="212637" y="380229"/>
                  <a:pt x="216731" y="384228"/>
                  <a:pt x="222783" y="384228"/>
                </a:cubicBezTo>
                <a:lnTo>
                  <a:pt x="384857" y="384228"/>
                </a:lnTo>
                <a:cubicBezTo>
                  <a:pt x="390910" y="384228"/>
                  <a:pt x="394915" y="380229"/>
                  <a:pt x="394915" y="374185"/>
                </a:cubicBezTo>
                <a:lnTo>
                  <a:pt x="394915" y="364052"/>
                </a:lnTo>
                <a:lnTo>
                  <a:pt x="556989" y="364052"/>
                </a:lnTo>
                <a:cubicBezTo>
                  <a:pt x="563041" y="364052"/>
                  <a:pt x="567135" y="359964"/>
                  <a:pt x="567135" y="353920"/>
                </a:cubicBezTo>
                <a:lnTo>
                  <a:pt x="567135" y="343794"/>
                </a:lnTo>
                <a:lnTo>
                  <a:pt x="597493" y="343794"/>
                </a:lnTo>
                <a:cubicBezTo>
                  <a:pt x="603545" y="343794"/>
                  <a:pt x="607639" y="347883"/>
                  <a:pt x="607639" y="353928"/>
                </a:cubicBezTo>
                <a:lnTo>
                  <a:pt x="607639" y="384241"/>
                </a:lnTo>
                <a:cubicBezTo>
                  <a:pt x="607639" y="401486"/>
                  <a:pt x="594466" y="414642"/>
                  <a:pt x="577199" y="414642"/>
                </a:cubicBezTo>
                <a:lnTo>
                  <a:pt x="30351" y="414642"/>
                </a:lnTo>
                <a:cubicBezTo>
                  <a:pt x="13173" y="414642"/>
                  <a:pt x="0" y="401486"/>
                  <a:pt x="0" y="384241"/>
                </a:cubicBezTo>
                <a:lnTo>
                  <a:pt x="0" y="353928"/>
                </a:lnTo>
                <a:cubicBezTo>
                  <a:pt x="0" y="347883"/>
                  <a:pt x="4094" y="343794"/>
                  <a:pt x="10146" y="343794"/>
                </a:cubicBezTo>
                <a:close/>
                <a:moveTo>
                  <a:pt x="354415" y="262926"/>
                </a:moveTo>
                <a:cubicBezTo>
                  <a:pt x="360455" y="262926"/>
                  <a:pt x="364541" y="267016"/>
                  <a:pt x="364541" y="273063"/>
                </a:cubicBezTo>
                <a:lnTo>
                  <a:pt x="364541" y="303384"/>
                </a:lnTo>
                <a:cubicBezTo>
                  <a:pt x="364541" y="309431"/>
                  <a:pt x="360455" y="313521"/>
                  <a:pt x="354415" y="313521"/>
                </a:cubicBezTo>
                <a:cubicBezTo>
                  <a:pt x="348375" y="313521"/>
                  <a:pt x="344289" y="309431"/>
                  <a:pt x="344289" y="303384"/>
                </a:cubicBezTo>
                <a:lnTo>
                  <a:pt x="344289" y="273063"/>
                </a:lnTo>
                <a:cubicBezTo>
                  <a:pt x="344289" y="267016"/>
                  <a:pt x="348375" y="262926"/>
                  <a:pt x="354415" y="262926"/>
                </a:cubicBezTo>
                <a:close/>
                <a:moveTo>
                  <a:pt x="274426" y="252429"/>
                </a:moveTo>
                <a:lnTo>
                  <a:pt x="274426" y="253836"/>
                </a:lnTo>
                <a:lnTo>
                  <a:pt x="268732" y="256281"/>
                </a:lnTo>
                <a:close/>
                <a:moveTo>
                  <a:pt x="435415" y="242745"/>
                </a:moveTo>
                <a:cubicBezTo>
                  <a:pt x="441549" y="242745"/>
                  <a:pt x="445550" y="246746"/>
                  <a:pt x="445550" y="252793"/>
                </a:cubicBezTo>
                <a:lnTo>
                  <a:pt x="445550" y="303386"/>
                </a:lnTo>
                <a:cubicBezTo>
                  <a:pt x="445550" y="309432"/>
                  <a:pt x="441549" y="313522"/>
                  <a:pt x="435415" y="313522"/>
                </a:cubicBezTo>
                <a:cubicBezTo>
                  <a:pt x="429369" y="313522"/>
                  <a:pt x="425368" y="309432"/>
                  <a:pt x="425368" y="303386"/>
                </a:cubicBezTo>
                <a:lnTo>
                  <a:pt x="425368" y="252793"/>
                </a:lnTo>
                <a:cubicBezTo>
                  <a:pt x="425368" y="246746"/>
                  <a:pt x="429369" y="242745"/>
                  <a:pt x="435415" y="242745"/>
                </a:cubicBezTo>
                <a:close/>
                <a:moveTo>
                  <a:pt x="394911" y="222493"/>
                </a:moveTo>
                <a:cubicBezTo>
                  <a:pt x="401045" y="222493"/>
                  <a:pt x="405046" y="226582"/>
                  <a:pt x="405046" y="232627"/>
                </a:cubicBezTo>
                <a:lnTo>
                  <a:pt x="405046" y="303388"/>
                </a:lnTo>
                <a:cubicBezTo>
                  <a:pt x="405046" y="309433"/>
                  <a:pt x="401045" y="313522"/>
                  <a:pt x="394911" y="313522"/>
                </a:cubicBezTo>
                <a:cubicBezTo>
                  <a:pt x="388865" y="313522"/>
                  <a:pt x="384864" y="309433"/>
                  <a:pt x="384864" y="303388"/>
                </a:cubicBezTo>
                <a:lnTo>
                  <a:pt x="384864" y="232627"/>
                </a:lnTo>
                <a:cubicBezTo>
                  <a:pt x="384864" y="226582"/>
                  <a:pt x="388865" y="222493"/>
                  <a:pt x="394911" y="222493"/>
                </a:cubicBezTo>
                <a:close/>
                <a:moveTo>
                  <a:pt x="516514" y="212331"/>
                </a:moveTo>
                <a:cubicBezTo>
                  <a:pt x="522559" y="212331"/>
                  <a:pt x="526560" y="216421"/>
                  <a:pt x="526560" y="222468"/>
                </a:cubicBezTo>
                <a:lnTo>
                  <a:pt x="526560" y="303385"/>
                </a:lnTo>
                <a:cubicBezTo>
                  <a:pt x="526560" y="309432"/>
                  <a:pt x="522559" y="313522"/>
                  <a:pt x="516514" y="313522"/>
                </a:cubicBezTo>
                <a:cubicBezTo>
                  <a:pt x="510379" y="313522"/>
                  <a:pt x="506378" y="309432"/>
                  <a:pt x="506378" y="303385"/>
                </a:cubicBezTo>
                <a:lnTo>
                  <a:pt x="506378" y="222468"/>
                </a:lnTo>
                <a:cubicBezTo>
                  <a:pt x="506378" y="216421"/>
                  <a:pt x="510379" y="212331"/>
                  <a:pt x="516514" y="212331"/>
                </a:cubicBezTo>
                <a:close/>
                <a:moveTo>
                  <a:pt x="311213" y="180188"/>
                </a:moveTo>
                <a:lnTo>
                  <a:pt x="304717" y="211903"/>
                </a:lnTo>
                <a:cubicBezTo>
                  <a:pt x="298781" y="225796"/>
                  <a:pt x="290203" y="238347"/>
                  <a:pt x="279633" y="248906"/>
                </a:cubicBezTo>
                <a:lnTo>
                  <a:pt x="274426" y="252429"/>
                </a:lnTo>
                <a:lnTo>
                  <a:pt x="274426" y="239622"/>
                </a:lnTo>
                <a:lnTo>
                  <a:pt x="266991" y="232204"/>
                </a:lnTo>
                <a:lnTo>
                  <a:pt x="286105" y="204050"/>
                </a:lnTo>
                <a:lnTo>
                  <a:pt x="290618" y="182059"/>
                </a:lnTo>
                <a:lnTo>
                  <a:pt x="303796" y="182059"/>
                </a:lnTo>
                <a:close/>
                <a:moveTo>
                  <a:pt x="185290" y="178985"/>
                </a:moveTo>
                <a:lnTo>
                  <a:pt x="192421" y="182059"/>
                </a:lnTo>
                <a:lnTo>
                  <a:pt x="216731" y="182059"/>
                </a:lnTo>
                <a:lnTo>
                  <a:pt x="266991" y="232204"/>
                </a:lnTo>
                <a:lnTo>
                  <a:pt x="265358" y="234609"/>
                </a:lnTo>
                <a:lnTo>
                  <a:pt x="250836" y="244426"/>
                </a:lnTo>
                <a:lnTo>
                  <a:pt x="185290" y="179031"/>
                </a:lnTo>
                <a:close/>
                <a:moveTo>
                  <a:pt x="476009" y="171897"/>
                </a:moveTo>
                <a:cubicBezTo>
                  <a:pt x="482054" y="171897"/>
                  <a:pt x="486055" y="175987"/>
                  <a:pt x="486055" y="182032"/>
                </a:cubicBezTo>
                <a:lnTo>
                  <a:pt x="486055" y="303387"/>
                </a:lnTo>
                <a:cubicBezTo>
                  <a:pt x="486055" y="309433"/>
                  <a:pt x="482054" y="313522"/>
                  <a:pt x="476009" y="313522"/>
                </a:cubicBezTo>
                <a:cubicBezTo>
                  <a:pt x="469874" y="313522"/>
                  <a:pt x="465873" y="309433"/>
                  <a:pt x="465873" y="303387"/>
                </a:cubicBezTo>
                <a:lnTo>
                  <a:pt x="465873" y="182032"/>
                </a:lnTo>
                <a:cubicBezTo>
                  <a:pt x="465873" y="175987"/>
                  <a:pt x="469874" y="171897"/>
                  <a:pt x="476009" y="171897"/>
                </a:cubicBezTo>
                <a:close/>
                <a:moveTo>
                  <a:pt x="313921" y="166965"/>
                </a:moveTo>
                <a:lnTo>
                  <a:pt x="314925" y="172904"/>
                </a:lnTo>
                <a:cubicBezTo>
                  <a:pt x="314925" y="176015"/>
                  <a:pt x="313946" y="177971"/>
                  <a:pt x="311898" y="180015"/>
                </a:cubicBezTo>
                <a:lnTo>
                  <a:pt x="311213" y="180188"/>
                </a:lnTo>
                <a:close/>
                <a:moveTo>
                  <a:pt x="313685" y="165567"/>
                </a:moveTo>
                <a:lnTo>
                  <a:pt x="313946" y="166842"/>
                </a:lnTo>
                <a:lnTo>
                  <a:pt x="313921" y="166965"/>
                </a:lnTo>
                <a:close/>
                <a:moveTo>
                  <a:pt x="286557" y="131875"/>
                </a:moveTo>
                <a:lnTo>
                  <a:pt x="293736" y="161794"/>
                </a:lnTo>
                <a:lnTo>
                  <a:pt x="292704" y="161794"/>
                </a:lnTo>
                <a:close/>
                <a:moveTo>
                  <a:pt x="285987" y="129499"/>
                </a:moveTo>
                <a:lnTo>
                  <a:pt x="286105" y="129672"/>
                </a:lnTo>
                <a:lnTo>
                  <a:pt x="286557" y="131875"/>
                </a:lnTo>
                <a:close/>
                <a:moveTo>
                  <a:pt x="304744" y="121927"/>
                </a:moveTo>
                <a:lnTo>
                  <a:pt x="306857" y="125153"/>
                </a:lnTo>
                <a:lnTo>
                  <a:pt x="313685" y="165567"/>
                </a:lnTo>
                <a:close/>
                <a:moveTo>
                  <a:pt x="303006" y="119273"/>
                </a:moveTo>
                <a:lnTo>
                  <a:pt x="304717" y="121796"/>
                </a:lnTo>
                <a:lnTo>
                  <a:pt x="304744" y="121927"/>
                </a:lnTo>
                <a:close/>
                <a:moveTo>
                  <a:pt x="266335" y="100547"/>
                </a:moveTo>
                <a:lnTo>
                  <a:pt x="285579" y="127797"/>
                </a:lnTo>
                <a:lnTo>
                  <a:pt x="285987" y="129499"/>
                </a:lnTo>
                <a:close/>
                <a:moveTo>
                  <a:pt x="263955" y="98160"/>
                </a:moveTo>
                <a:lnTo>
                  <a:pt x="265358" y="99109"/>
                </a:lnTo>
                <a:lnTo>
                  <a:pt x="266335" y="100547"/>
                </a:lnTo>
                <a:lnTo>
                  <a:pt x="265336" y="99133"/>
                </a:lnTo>
                <a:close/>
                <a:moveTo>
                  <a:pt x="518470" y="91029"/>
                </a:moveTo>
                <a:cubicBezTo>
                  <a:pt x="519537" y="91029"/>
                  <a:pt x="519537" y="91029"/>
                  <a:pt x="520515" y="92007"/>
                </a:cubicBezTo>
                <a:cubicBezTo>
                  <a:pt x="521581" y="92007"/>
                  <a:pt x="521581" y="93074"/>
                  <a:pt x="522559" y="93074"/>
                </a:cubicBezTo>
                <a:cubicBezTo>
                  <a:pt x="523537" y="93074"/>
                  <a:pt x="523537" y="94052"/>
                  <a:pt x="524604" y="94052"/>
                </a:cubicBezTo>
                <a:cubicBezTo>
                  <a:pt x="525582" y="96097"/>
                  <a:pt x="526560" y="98142"/>
                  <a:pt x="526560" y="101165"/>
                </a:cubicBezTo>
                <a:cubicBezTo>
                  <a:pt x="526560" y="104187"/>
                  <a:pt x="525582" y="106232"/>
                  <a:pt x="523537" y="108188"/>
                </a:cubicBezTo>
                <a:cubicBezTo>
                  <a:pt x="523537" y="108188"/>
                  <a:pt x="522559" y="109255"/>
                  <a:pt x="521581" y="109255"/>
                </a:cubicBezTo>
                <a:cubicBezTo>
                  <a:pt x="521581" y="109255"/>
                  <a:pt x="520515" y="110233"/>
                  <a:pt x="519537" y="110233"/>
                </a:cubicBezTo>
                <a:cubicBezTo>
                  <a:pt x="518470" y="110233"/>
                  <a:pt x="518470" y="110233"/>
                  <a:pt x="517492" y="111211"/>
                </a:cubicBezTo>
                <a:lnTo>
                  <a:pt x="516514" y="111211"/>
                </a:lnTo>
                <a:cubicBezTo>
                  <a:pt x="513491" y="111211"/>
                  <a:pt x="511446" y="110233"/>
                  <a:pt x="509401" y="108188"/>
                </a:cubicBezTo>
                <a:cubicBezTo>
                  <a:pt x="508423" y="107210"/>
                  <a:pt x="507356" y="106232"/>
                  <a:pt x="507356" y="105165"/>
                </a:cubicBezTo>
                <a:cubicBezTo>
                  <a:pt x="507356" y="104187"/>
                  <a:pt x="506378" y="103121"/>
                  <a:pt x="506378" y="101165"/>
                </a:cubicBezTo>
                <a:cubicBezTo>
                  <a:pt x="506378" y="98142"/>
                  <a:pt x="507356" y="96097"/>
                  <a:pt x="509401" y="94052"/>
                </a:cubicBezTo>
                <a:cubicBezTo>
                  <a:pt x="511446" y="92007"/>
                  <a:pt x="515447" y="91029"/>
                  <a:pt x="518470" y="91029"/>
                </a:cubicBezTo>
                <a:close/>
                <a:moveTo>
                  <a:pt x="384846" y="91029"/>
                </a:moveTo>
                <a:lnTo>
                  <a:pt x="465819" y="91029"/>
                </a:lnTo>
                <a:cubicBezTo>
                  <a:pt x="471870" y="91029"/>
                  <a:pt x="475963" y="95030"/>
                  <a:pt x="475963" y="101165"/>
                </a:cubicBezTo>
                <a:cubicBezTo>
                  <a:pt x="475963" y="107210"/>
                  <a:pt x="471870" y="111211"/>
                  <a:pt x="465819" y="111211"/>
                </a:cubicBezTo>
                <a:lnTo>
                  <a:pt x="384846" y="111211"/>
                </a:lnTo>
                <a:cubicBezTo>
                  <a:pt x="378706" y="111211"/>
                  <a:pt x="374702" y="107210"/>
                  <a:pt x="374702" y="101165"/>
                </a:cubicBezTo>
                <a:cubicBezTo>
                  <a:pt x="374702" y="95030"/>
                  <a:pt x="378706" y="91029"/>
                  <a:pt x="384846" y="91029"/>
                </a:cubicBezTo>
                <a:close/>
                <a:moveTo>
                  <a:pt x="234861" y="78470"/>
                </a:moveTo>
                <a:lnTo>
                  <a:pt x="236624" y="78890"/>
                </a:lnTo>
                <a:lnTo>
                  <a:pt x="263955" y="98160"/>
                </a:lnTo>
                <a:close/>
                <a:moveTo>
                  <a:pt x="233277" y="78093"/>
                </a:moveTo>
                <a:lnTo>
                  <a:pt x="234749" y="78395"/>
                </a:lnTo>
                <a:lnTo>
                  <a:pt x="234861" y="78470"/>
                </a:lnTo>
                <a:close/>
                <a:moveTo>
                  <a:pt x="264684" y="74721"/>
                </a:moveTo>
                <a:lnTo>
                  <a:pt x="280560" y="85001"/>
                </a:lnTo>
                <a:lnTo>
                  <a:pt x="303006" y="119273"/>
                </a:lnTo>
                <a:lnTo>
                  <a:pt x="279633" y="84823"/>
                </a:lnTo>
                <a:close/>
                <a:moveTo>
                  <a:pt x="202570" y="70780"/>
                </a:moveTo>
                <a:lnTo>
                  <a:pt x="233277" y="78093"/>
                </a:lnTo>
                <a:lnTo>
                  <a:pt x="202570" y="71804"/>
                </a:lnTo>
                <a:close/>
                <a:moveTo>
                  <a:pt x="197522" y="70770"/>
                </a:moveTo>
                <a:lnTo>
                  <a:pt x="202570" y="71804"/>
                </a:lnTo>
                <a:lnTo>
                  <a:pt x="202570" y="161794"/>
                </a:lnTo>
                <a:lnTo>
                  <a:pt x="292704" y="161794"/>
                </a:lnTo>
                <a:lnTo>
                  <a:pt x="293741" y="166842"/>
                </a:lnTo>
                <a:lnTo>
                  <a:pt x="290618" y="182059"/>
                </a:lnTo>
                <a:lnTo>
                  <a:pt x="216731" y="182059"/>
                </a:lnTo>
                <a:lnTo>
                  <a:pt x="199449" y="164816"/>
                </a:lnTo>
                <a:cubicBezTo>
                  <a:pt x="195442" y="160818"/>
                  <a:pt x="189386" y="160818"/>
                  <a:pt x="185290" y="164816"/>
                </a:cubicBezTo>
                <a:lnTo>
                  <a:pt x="185290" y="178985"/>
                </a:lnTo>
                <a:lnTo>
                  <a:pt x="185076" y="178893"/>
                </a:lnTo>
                <a:cubicBezTo>
                  <a:pt x="183295" y="176993"/>
                  <a:pt x="182271" y="174460"/>
                  <a:pt x="182271" y="171927"/>
                </a:cubicBezTo>
                <a:lnTo>
                  <a:pt x="182271" y="73890"/>
                </a:lnTo>
                <a:close/>
                <a:moveTo>
                  <a:pt x="241194" y="59511"/>
                </a:moveTo>
                <a:lnTo>
                  <a:pt x="242600" y="59798"/>
                </a:lnTo>
                <a:lnTo>
                  <a:pt x="264684" y="74721"/>
                </a:lnTo>
                <a:close/>
                <a:moveTo>
                  <a:pt x="223078" y="55812"/>
                </a:moveTo>
                <a:lnTo>
                  <a:pt x="239895" y="58670"/>
                </a:lnTo>
                <a:lnTo>
                  <a:pt x="241194" y="59511"/>
                </a:lnTo>
                <a:close/>
                <a:moveTo>
                  <a:pt x="187739" y="52590"/>
                </a:moveTo>
                <a:lnTo>
                  <a:pt x="185298" y="53626"/>
                </a:lnTo>
                <a:cubicBezTo>
                  <a:pt x="183251" y="55670"/>
                  <a:pt x="182271" y="57625"/>
                  <a:pt x="182271" y="60736"/>
                </a:cubicBezTo>
                <a:lnTo>
                  <a:pt x="182271" y="73890"/>
                </a:lnTo>
                <a:lnTo>
                  <a:pt x="160258" y="78395"/>
                </a:lnTo>
                <a:cubicBezTo>
                  <a:pt x="125786" y="93105"/>
                  <a:pt x="101303" y="127449"/>
                  <a:pt x="101303" y="166842"/>
                </a:cubicBezTo>
                <a:cubicBezTo>
                  <a:pt x="101303" y="219456"/>
                  <a:pt x="144829" y="262915"/>
                  <a:pt x="197522" y="262915"/>
                </a:cubicBezTo>
                <a:cubicBezTo>
                  <a:pt x="210673" y="262915"/>
                  <a:pt x="223263" y="260199"/>
                  <a:pt x="234749" y="255302"/>
                </a:cubicBezTo>
                <a:lnTo>
                  <a:pt x="250836" y="244426"/>
                </a:lnTo>
                <a:lnTo>
                  <a:pt x="260268" y="253836"/>
                </a:lnTo>
                <a:cubicBezTo>
                  <a:pt x="262316" y="255791"/>
                  <a:pt x="264364" y="256857"/>
                  <a:pt x="267391" y="256857"/>
                </a:cubicBezTo>
                <a:lnTo>
                  <a:pt x="268732" y="256281"/>
                </a:lnTo>
                <a:lnTo>
                  <a:pt x="242600" y="273962"/>
                </a:lnTo>
                <a:cubicBezTo>
                  <a:pt x="228698" y="279890"/>
                  <a:pt x="213455" y="283178"/>
                  <a:pt x="197522" y="283178"/>
                </a:cubicBezTo>
                <a:cubicBezTo>
                  <a:pt x="133703" y="283178"/>
                  <a:pt x="81009" y="230565"/>
                  <a:pt x="81009" y="166842"/>
                </a:cubicBezTo>
                <a:cubicBezTo>
                  <a:pt x="81009" y="119050"/>
                  <a:pt x="110649" y="77557"/>
                  <a:pt x="152393" y="59798"/>
                </a:cubicBezTo>
                <a:close/>
                <a:moveTo>
                  <a:pt x="192421" y="50604"/>
                </a:moveTo>
                <a:lnTo>
                  <a:pt x="195181" y="51073"/>
                </a:lnTo>
                <a:lnTo>
                  <a:pt x="187739" y="52590"/>
                </a:lnTo>
                <a:close/>
                <a:moveTo>
                  <a:pt x="197522" y="50595"/>
                </a:moveTo>
                <a:lnTo>
                  <a:pt x="223078" y="55812"/>
                </a:lnTo>
                <a:lnTo>
                  <a:pt x="195181" y="51073"/>
                </a:lnTo>
                <a:close/>
                <a:moveTo>
                  <a:pt x="449651" y="41472"/>
                </a:moveTo>
                <a:cubicBezTo>
                  <a:pt x="450631" y="42539"/>
                  <a:pt x="451612" y="42539"/>
                  <a:pt x="452682" y="43516"/>
                </a:cubicBezTo>
                <a:cubicBezTo>
                  <a:pt x="454732" y="45560"/>
                  <a:pt x="455712" y="47604"/>
                  <a:pt x="455712" y="50626"/>
                </a:cubicBezTo>
                <a:cubicBezTo>
                  <a:pt x="455712" y="53648"/>
                  <a:pt x="454732" y="55692"/>
                  <a:pt x="452682" y="57647"/>
                </a:cubicBezTo>
                <a:cubicBezTo>
                  <a:pt x="450631" y="59691"/>
                  <a:pt x="448581" y="60757"/>
                  <a:pt x="445551" y="60757"/>
                </a:cubicBezTo>
                <a:cubicBezTo>
                  <a:pt x="442520" y="60757"/>
                  <a:pt x="440470" y="59691"/>
                  <a:pt x="438509" y="57647"/>
                </a:cubicBezTo>
                <a:cubicBezTo>
                  <a:pt x="436459" y="55692"/>
                  <a:pt x="435389" y="53648"/>
                  <a:pt x="435389" y="50626"/>
                </a:cubicBezTo>
                <a:cubicBezTo>
                  <a:pt x="435389" y="47604"/>
                  <a:pt x="436459" y="45560"/>
                  <a:pt x="438509" y="43516"/>
                </a:cubicBezTo>
                <a:cubicBezTo>
                  <a:pt x="441540" y="40495"/>
                  <a:pt x="445551" y="39517"/>
                  <a:pt x="449651" y="41472"/>
                </a:cubicBezTo>
                <a:close/>
                <a:moveTo>
                  <a:pt x="486030" y="40505"/>
                </a:moveTo>
                <a:lnTo>
                  <a:pt x="516494" y="40505"/>
                </a:lnTo>
                <a:cubicBezTo>
                  <a:pt x="522551" y="40505"/>
                  <a:pt x="526559" y="44591"/>
                  <a:pt x="526559" y="50631"/>
                </a:cubicBezTo>
                <a:cubicBezTo>
                  <a:pt x="526559" y="56671"/>
                  <a:pt x="522551" y="60757"/>
                  <a:pt x="516494" y="60757"/>
                </a:cubicBezTo>
                <a:lnTo>
                  <a:pt x="486030" y="60757"/>
                </a:lnTo>
                <a:cubicBezTo>
                  <a:pt x="479973" y="60757"/>
                  <a:pt x="475964" y="56671"/>
                  <a:pt x="475964" y="50631"/>
                </a:cubicBezTo>
                <a:cubicBezTo>
                  <a:pt x="475964" y="44591"/>
                  <a:pt x="479973" y="40505"/>
                  <a:pt x="486030" y="40505"/>
                </a:cubicBezTo>
                <a:close/>
                <a:moveTo>
                  <a:pt x="384851" y="40505"/>
                </a:moveTo>
                <a:lnTo>
                  <a:pt x="405059" y="40505"/>
                </a:lnTo>
                <a:cubicBezTo>
                  <a:pt x="411112" y="40505"/>
                  <a:pt x="415207" y="44591"/>
                  <a:pt x="415207" y="50631"/>
                </a:cubicBezTo>
                <a:cubicBezTo>
                  <a:pt x="415207" y="56671"/>
                  <a:pt x="411112" y="60757"/>
                  <a:pt x="405059" y="60757"/>
                </a:cubicBezTo>
                <a:lnTo>
                  <a:pt x="384851" y="60757"/>
                </a:lnTo>
                <a:cubicBezTo>
                  <a:pt x="378708" y="60757"/>
                  <a:pt x="374702" y="56671"/>
                  <a:pt x="374702" y="50631"/>
                </a:cubicBezTo>
                <a:cubicBezTo>
                  <a:pt x="374702" y="44591"/>
                  <a:pt x="378708" y="40505"/>
                  <a:pt x="384851" y="40505"/>
                </a:cubicBezTo>
                <a:close/>
                <a:moveTo>
                  <a:pt x="70855" y="20176"/>
                </a:moveTo>
                <a:cubicBezTo>
                  <a:pt x="64803" y="20176"/>
                  <a:pt x="60798" y="24264"/>
                  <a:pt x="60798" y="30308"/>
                </a:cubicBezTo>
                <a:lnTo>
                  <a:pt x="60798" y="343788"/>
                </a:lnTo>
                <a:lnTo>
                  <a:pt x="222783" y="343788"/>
                </a:lnTo>
                <a:cubicBezTo>
                  <a:pt x="228835" y="343788"/>
                  <a:pt x="232929" y="347876"/>
                  <a:pt x="232929" y="353920"/>
                </a:cubicBezTo>
                <a:lnTo>
                  <a:pt x="232929" y="364052"/>
                </a:lnTo>
                <a:lnTo>
                  <a:pt x="374711" y="364052"/>
                </a:lnTo>
                <a:lnTo>
                  <a:pt x="374711" y="353920"/>
                </a:lnTo>
                <a:cubicBezTo>
                  <a:pt x="374711" y="347876"/>
                  <a:pt x="378716" y="343788"/>
                  <a:pt x="384857" y="343788"/>
                </a:cubicBezTo>
                <a:lnTo>
                  <a:pt x="546843" y="343788"/>
                </a:lnTo>
                <a:lnTo>
                  <a:pt x="546843" y="30308"/>
                </a:lnTo>
                <a:cubicBezTo>
                  <a:pt x="546843" y="24264"/>
                  <a:pt x="542748" y="20176"/>
                  <a:pt x="536696" y="20176"/>
                </a:cubicBezTo>
                <a:close/>
                <a:moveTo>
                  <a:pt x="70855" y="0"/>
                </a:moveTo>
                <a:lnTo>
                  <a:pt x="536696" y="0"/>
                </a:lnTo>
                <a:cubicBezTo>
                  <a:pt x="553963" y="0"/>
                  <a:pt x="567135" y="13154"/>
                  <a:pt x="567135" y="30308"/>
                </a:cubicBezTo>
                <a:lnTo>
                  <a:pt x="567135" y="343794"/>
                </a:lnTo>
                <a:lnTo>
                  <a:pt x="384859" y="343794"/>
                </a:lnTo>
                <a:cubicBezTo>
                  <a:pt x="378718" y="343794"/>
                  <a:pt x="374712" y="347883"/>
                  <a:pt x="374712" y="353928"/>
                </a:cubicBezTo>
                <a:lnTo>
                  <a:pt x="374712" y="364062"/>
                </a:lnTo>
                <a:lnTo>
                  <a:pt x="232927" y="364062"/>
                </a:lnTo>
                <a:lnTo>
                  <a:pt x="232927" y="353928"/>
                </a:lnTo>
                <a:cubicBezTo>
                  <a:pt x="232927" y="347883"/>
                  <a:pt x="228833" y="343794"/>
                  <a:pt x="222780" y="343794"/>
                </a:cubicBezTo>
                <a:lnTo>
                  <a:pt x="40505" y="343794"/>
                </a:lnTo>
                <a:lnTo>
                  <a:pt x="40505" y="30308"/>
                </a:lnTo>
                <a:cubicBezTo>
                  <a:pt x="40505" y="13154"/>
                  <a:pt x="53678" y="0"/>
                  <a:pt x="7085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7" name="íṣļiďê">
            <a:extLst>
              <a:ext uri="{FF2B5EF4-FFF2-40B4-BE49-F238E27FC236}">
                <a16:creationId xmlns:a16="http://schemas.microsoft.com/office/drawing/2014/main" id="{9CB50F8A-B334-4D2F-8929-02EE9B1189DC}"/>
              </a:ext>
            </a:extLst>
          </p:cNvPr>
          <p:cNvSpPr/>
          <p:nvPr/>
        </p:nvSpPr>
        <p:spPr bwMode="auto">
          <a:xfrm>
            <a:off x="6392075" y="5355066"/>
            <a:ext cx="1595598" cy="67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  <a:tabLst>
                <a:tab pos="228594" algn="l"/>
              </a:tabLst>
              <a:defRPr/>
            </a:pPr>
            <a:r>
              <a:rPr lang="en-US" altLang="zh-CN" sz="800" dirty="0"/>
              <a:t>fork并行启动</a:t>
            </a:r>
          </a:p>
          <a:p>
            <a:pPr algn="ctr">
              <a:lnSpc>
                <a:spcPct val="150000"/>
              </a:lnSpc>
              <a:tabLst>
                <a:tab pos="228594" algn="l"/>
              </a:tabLst>
              <a:defRPr/>
            </a:pPr>
            <a:r>
              <a:rPr lang="en-US" altLang="zh-CN" sz="800" dirty="0"/>
              <a:t>join同步汇合</a:t>
            </a:r>
          </a:p>
        </p:txBody>
      </p:sp>
      <p:sp>
        <p:nvSpPr>
          <p:cNvPr id="38" name="îşḻîďè">
            <a:extLst>
              <a:ext uri="{FF2B5EF4-FFF2-40B4-BE49-F238E27FC236}">
                <a16:creationId xmlns:a16="http://schemas.microsoft.com/office/drawing/2014/main" id="{83804A59-B0E7-4279-AB50-7643F88A766D}"/>
              </a:ext>
            </a:extLst>
          </p:cNvPr>
          <p:cNvSpPr txBox="1"/>
          <p:nvPr/>
        </p:nvSpPr>
        <p:spPr bwMode="auto">
          <a:xfrm>
            <a:off x="6392075" y="4935831"/>
            <a:ext cx="1595598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b="1" dirty="0">
                <a:solidFill>
                  <a:schemeClr val="accent1"/>
                </a:solidFill>
              </a:rPr>
              <a:t>fork/join</a:t>
            </a:r>
          </a:p>
        </p:txBody>
      </p:sp>
      <p:sp>
        <p:nvSpPr>
          <p:cNvPr id="39" name="îš1idê">
            <a:extLst>
              <a:ext uri="{FF2B5EF4-FFF2-40B4-BE49-F238E27FC236}">
                <a16:creationId xmlns:a16="http://schemas.microsoft.com/office/drawing/2014/main" id="{EF01137D-79F3-40D5-94C7-3E092A4DEF81}"/>
              </a:ext>
            </a:extLst>
          </p:cNvPr>
          <p:cNvSpPr/>
          <p:nvPr/>
        </p:nvSpPr>
        <p:spPr bwMode="auto">
          <a:xfrm>
            <a:off x="9926477" y="5564683"/>
            <a:ext cx="1595598" cy="67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tabLst>
                <a:tab pos="228594" algn="l"/>
              </a:tabLst>
              <a:defRPr/>
            </a:pPr>
            <a:r>
              <a:rPr lang="en-US" altLang="zh-CN" sz="800" dirty="0"/>
              <a:t>将流程拆分为</a:t>
            </a:r>
          </a:p>
          <a:p>
            <a:pPr>
              <a:lnSpc>
                <a:spcPct val="150000"/>
              </a:lnSpc>
              <a:tabLst>
                <a:tab pos="228594" algn="l"/>
              </a:tabLst>
              <a:defRPr/>
            </a:pPr>
            <a:r>
              <a:rPr lang="en-US" altLang="zh-CN" sz="800" dirty="0"/>
              <a:t>多个独立分支</a:t>
            </a:r>
          </a:p>
        </p:txBody>
      </p:sp>
      <p:sp>
        <p:nvSpPr>
          <p:cNvPr id="40" name="îṧļíḍê">
            <a:extLst>
              <a:ext uri="{FF2B5EF4-FFF2-40B4-BE49-F238E27FC236}">
                <a16:creationId xmlns:a16="http://schemas.microsoft.com/office/drawing/2014/main" id="{D6895401-ABDD-49C7-83A7-2043F8E817A2}"/>
              </a:ext>
            </a:extLst>
          </p:cNvPr>
          <p:cNvSpPr txBox="1"/>
          <p:nvPr/>
        </p:nvSpPr>
        <p:spPr bwMode="auto">
          <a:xfrm>
            <a:off x="9926477" y="5145448"/>
            <a:ext cx="1595598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>
              <a:lnSpc>
                <a:spcPct val="100000"/>
              </a:lnSpc>
              <a:spcBef>
                <a:spcPct val="0"/>
              </a:spcBef>
              <a:defRPr b="1">
                <a:solidFill>
                  <a:schemeClr val="accent3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1800" dirty="0"/>
              <a:t>合并节点</a:t>
            </a:r>
          </a:p>
        </p:txBody>
      </p:sp>
      <p:sp>
        <p:nvSpPr>
          <p:cNvPr id="41" name="ísliďè">
            <a:extLst>
              <a:ext uri="{FF2B5EF4-FFF2-40B4-BE49-F238E27FC236}">
                <a16:creationId xmlns:a16="http://schemas.microsoft.com/office/drawing/2014/main" id="{2B2A6455-D445-4ECA-8554-B3007FC5BA48}"/>
              </a:ext>
            </a:extLst>
          </p:cNvPr>
          <p:cNvSpPr/>
          <p:nvPr/>
        </p:nvSpPr>
        <p:spPr bwMode="auto">
          <a:xfrm>
            <a:off x="9926477" y="3109220"/>
            <a:ext cx="1595598" cy="67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tabLst>
                <a:tab pos="228594" algn="l"/>
              </a:tabLst>
              <a:defRPr/>
            </a:pPr>
            <a:r>
              <a:rPr lang="en-US" altLang="zh-CN" sz="800" dirty="0"/>
              <a:t>合并多路径</a:t>
            </a:r>
          </a:p>
          <a:p>
            <a:pPr>
              <a:lnSpc>
                <a:spcPct val="150000"/>
              </a:lnSpc>
              <a:tabLst>
                <a:tab pos="228594" algn="l"/>
              </a:tabLst>
              <a:defRPr/>
            </a:pPr>
            <a:r>
              <a:rPr lang="en-US" altLang="zh-CN" sz="800" dirty="0"/>
              <a:t>回到主流程</a:t>
            </a:r>
          </a:p>
        </p:txBody>
      </p:sp>
      <p:sp>
        <p:nvSpPr>
          <p:cNvPr id="42" name="ïśḷïḋè">
            <a:extLst>
              <a:ext uri="{FF2B5EF4-FFF2-40B4-BE49-F238E27FC236}">
                <a16:creationId xmlns:a16="http://schemas.microsoft.com/office/drawing/2014/main" id="{18430E1E-2F84-4321-A177-E981BC21B588}"/>
              </a:ext>
            </a:extLst>
          </p:cNvPr>
          <p:cNvSpPr txBox="1"/>
          <p:nvPr/>
        </p:nvSpPr>
        <p:spPr bwMode="auto">
          <a:xfrm>
            <a:off x="9893183" y="2756663"/>
            <a:ext cx="1595598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b="1" dirty="0">
                <a:solidFill>
                  <a:schemeClr val="accent3"/>
                </a:solidFill>
              </a:rPr>
              <a:t>Split分割</a:t>
            </a:r>
          </a:p>
        </p:txBody>
      </p:sp>
      <p:sp>
        <p:nvSpPr>
          <p:cNvPr id="43" name="ïṥḷîḍè">
            <a:extLst>
              <a:ext uri="{FF2B5EF4-FFF2-40B4-BE49-F238E27FC236}">
                <a16:creationId xmlns:a16="http://schemas.microsoft.com/office/drawing/2014/main" id="{2C484523-AC44-4273-B9DC-BEE26C9956A1}"/>
              </a:ext>
            </a:extLst>
          </p:cNvPr>
          <p:cNvSpPr txBox="1"/>
          <p:nvPr/>
        </p:nvSpPr>
        <p:spPr>
          <a:xfrm>
            <a:off x="4757266" y="3830299"/>
            <a:ext cx="1987722" cy="521720"/>
          </a:xfrm>
          <a:prstGeom prst="rect">
            <a:avLst/>
          </a:prstGeom>
          <a:noFill/>
        </p:spPr>
        <p:txBody>
          <a:bodyPr wrap="none" lIns="90000" tIns="46800" rIns="90000" bIns="46800" anchor="ctr" anchorCtr="0">
            <a:normAutofit/>
          </a:bodyPr>
          <a:lstStyle/>
          <a:p>
            <a:pPr algn="ctr"/>
            <a:r>
              <a:rPr lang="en-US" altLang="zh-CN" sz="1400" b="1" dirty="0"/>
              <a:t>循环结构</a:t>
            </a:r>
            <a:endParaRPr lang="zh-CN" altLang="en-US" sz="1400" b="1" dirty="0"/>
          </a:p>
        </p:txBody>
      </p:sp>
      <p:sp>
        <p:nvSpPr>
          <p:cNvPr id="44" name="išļïdê">
            <a:extLst>
              <a:ext uri="{FF2B5EF4-FFF2-40B4-BE49-F238E27FC236}">
                <a16:creationId xmlns:a16="http://schemas.microsoft.com/office/drawing/2014/main" id="{F578C448-CA5F-4B57-A4A3-2C8ACACD7EDB}"/>
              </a:ext>
            </a:extLst>
          </p:cNvPr>
          <p:cNvSpPr txBox="1"/>
          <p:nvPr/>
        </p:nvSpPr>
        <p:spPr>
          <a:xfrm>
            <a:off x="7618343" y="3830299"/>
            <a:ext cx="1829958" cy="521720"/>
          </a:xfrm>
          <a:prstGeom prst="rect">
            <a:avLst/>
          </a:prstGeom>
          <a:noFill/>
        </p:spPr>
        <p:txBody>
          <a:bodyPr wrap="none" lIns="90000" tIns="46800" rIns="90000" bIns="46800" anchor="ctr" anchorCtr="0">
            <a:normAutofit/>
          </a:bodyPr>
          <a:lstStyle/>
          <a:p>
            <a:pPr algn="ctr"/>
            <a:r>
              <a:rPr lang="en-US" altLang="zh-CN" sz="1400" b="1" dirty="0"/>
              <a:t>并行执行</a:t>
            </a:r>
            <a:endParaRPr lang="zh-CN" altLang="en-US" sz="1400" b="1" dirty="0"/>
          </a:p>
        </p:txBody>
      </p:sp>
      <p:sp>
        <p:nvSpPr>
          <p:cNvPr id="45" name="文本框 1"/>
          <p:cNvSpPr txBox="1"/>
          <p:nvPr/>
        </p:nvSpPr>
        <p:spPr>
          <a:xfrm>
            <a:off x="588728" y="1346032"/>
            <a:ext cx="10324797" cy="72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活动图通过多种控制流结构表达复杂的逻辑关系，包括条件分支、循环和并行执行。</a:t>
            </a:r>
          </a:p>
        </p:txBody>
      </p:sp>
      <p:sp>
        <p:nvSpPr>
          <p:cNvPr id="46" name="íṥ1ïḓè">
            <a:extLst>
              <a:ext uri="{FF2B5EF4-FFF2-40B4-BE49-F238E27FC236}">
                <a16:creationId xmlns:a16="http://schemas.microsoft.com/office/drawing/2014/main" id="{7EDD8C72-603C-4649-9BD5-84942558E84B}"/>
              </a:ext>
            </a:extLst>
          </p:cNvPr>
          <p:cNvSpPr txBox="1"/>
          <p:nvPr/>
        </p:nvSpPr>
        <p:spPr>
          <a:xfrm>
            <a:off x="608477" y="2637400"/>
            <a:ext cx="3174486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if/else分支</a:t>
            </a:r>
          </a:p>
        </p:txBody>
      </p:sp>
      <p:sp>
        <p:nvSpPr>
          <p:cNvPr id="47" name="ïṩ1îḓè">
            <a:extLst>
              <a:ext uri="{FF2B5EF4-FFF2-40B4-BE49-F238E27FC236}">
                <a16:creationId xmlns:a16="http://schemas.microsoft.com/office/drawing/2014/main" id="{0A28D915-051D-4A4F-9502-3A6A00888359}"/>
              </a:ext>
            </a:extLst>
          </p:cNvPr>
          <p:cNvSpPr txBox="1"/>
          <p:nvPr/>
        </p:nvSpPr>
        <p:spPr>
          <a:xfrm>
            <a:off x="657298" y="3071391"/>
            <a:ext cx="3174486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菱形判断节点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支持多条件guard</a:t>
            </a:r>
          </a:p>
        </p:txBody>
      </p:sp>
      <p:sp>
        <p:nvSpPr>
          <p:cNvPr id="48" name="ï$ḷíḍé">
            <a:extLst>
              <a:ext uri="{FF2B5EF4-FFF2-40B4-BE49-F238E27FC236}">
                <a16:creationId xmlns:a16="http://schemas.microsoft.com/office/drawing/2014/main" id="{FB36A68A-1199-42B2-A8DA-EF5F8A79CFBF}"/>
              </a:ext>
            </a:extLst>
          </p:cNvPr>
          <p:cNvSpPr/>
          <p:nvPr/>
        </p:nvSpPr>
        <p:spPr bwMode="auto">
          <a:xfrm>
            <a:off x="750276" y="2302162"/>
            <a:ext cx="474464" cy="384035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  <p:sp>
        <p:nvSpPr>
          <p:cNvPr id="49" name="íṥ1ïḓè">
            <a:extLst>
              <a:ext uri="{FF2B5EF4-FFF2-40B4-BE49-F238E27FC236}">
                <a16:creationId xmlns:a16="http://schemas.microsoft.com/office/drawing/2014/main" id="{7EDD8C72-603C-4649-9BD5-84942558E84B}"/>
              </a:ext>
            </a:extLst>
          </p:cNvPr>
          <p:cNvSpPr txBox="1"/>
          <p:nvPr/>
        </p:nvSpPr>
        <p:spPr>
          <a:xfrm>
            <a:off x="4664147" y="2637400"/>
            <a:ext cx="3174486" cy="58833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r>
              <a:rPr lang="en-US" altLang="zh-CN" b="1" dirty="0">
                <a:solidFill>
                  <a:srgbClr val="1C50A2"/>
                </a:solidFill>
              </a:rPr>
              <a:t>repeat/while</a:t>
            </a:r>
          </a:p>
        </p:txBody>
      </p:sp>
      <p:sp>
        <p:nvSpPr>
          <p:cNvPr id="50" name="ïṩ1îḓè">
            <a:extLst>
              <a:ext uri="{FF2B5EF4-FFF2-40B4-BE49-F238E27FC236}">
                <a16:creationId xmlns:a16="http://schemas.microsoft.com/office/drawing/2014/main" id="{0A28D915-051D-4A4F-9502-3A6A00888359}"/>
              </a:ext>
            </a:extLst>
          </p:cNvPr>
          <p:cNvSpPr txBox="1"/>
          <p:nvPr/>
        </p:nvSpPr>
        <p:spPr>
          <a:xfrm>
            <a:off x="4712968" y="3071391"/>
            <a:ext cx="3174486" cy="131211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/>
              <a:t>repeat循环先执行</a:t>
            </a:r>
          </a:p>
          <a:p>
            <a:pPr>
              <a:lnSpc>
                <a:spcPct val="150000"/>
              </a:lnSpc>
            </a:pPr>
            <a:r>
              <a:rPr lang="en-US" altLang="zh-CN" sz="1000" dirty="0"/>
              <a:t>while循环先判断</a:t>
            </a:r>
          </a:p>
        </p:txBody>
      </p:sp>
      <p:sp>
        <p:nvSpPr>
          <p:cNvPr id="51" name="ï$ḷíḍé">
            <a:extLst>
              <a:ext uri="{FF2B5EF4-FFF2-40B4-BE49-F238E27FC236}">
                <a16:creationId xmlns:a16="http://schemas.microsoft.com/office/drawing/2014/main" id="{FB36A68A-1199-42B2-A8DA-EF5F8A79CFBF}"/>
              </a:ext>
            </a:extLst>
          </p:cNvPr>
          <p:cNvSpPr/>
          <p:nvPr/>
        </p:nvSpPr>
        <p:spPr bwMode="auto">
          <a:xfrm>
            <a:off x="4805946" y="2302162"/>
            <a:ext cx="474464" cy="384035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89385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535009" y="294701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什么是</a:t>
            </a:r>
          </a:p>
        </p:txBody>
      </p:sp>
      <p:sp>
        <p:nvSpPr>
          <p:cNvPr id="3" name="矩形 2"/>
          <p:cNvSpPr/>
          <p:nvPr/>
        </p:nvSpPr>
        <p:spPr>
          <a:xfrm>
            <a:off x="7744182" y="30821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核心元素</a:t>
            </a:r>
          </a:p>
        </p:txBody>
      </p:sp>
      <p:sp>
        <p:nvSpPr>
          <p:cNvPr id="4" name="矩形 3"/>
          <p:cNvSpPr/>
          <p:nvPr/>
        </p:nvSpPr>
        <p:spPr>
          <a:xfrm>
            <a:off x="9154720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控制流</a:t>
            </a:r>
          </a:p>
        </p:txBody>
      </p:sp>
      <p:sp>
        <p:nvSpPr>
          <p:cNvPr id="5" name="矩形 4"/>
          <p:cNvSpPr/>
          <p:nvPr/>
        </p:nvSpPr>
        <p:spPr>
          <a:xfrm>
            <a:off x="10441652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高级特性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7586134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873067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0160000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1446933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/>
        </p:nvGrpSpPr>
        <p:grpSpPr>
          <a:xfrm>
            <a:off x="407438" y="171919"/>
            <a:ext cx="670385" cy="604428"/>
            <a:chOff x="5424755" y="1340768"/>
            <a:chExt cx="670560" cy="604586"/>
          </a:xfrm>
        </p:grpSpPr>
        <p:grpSp>
          <p:nvGrpSpPr>
            <p:cNvPr id="14" name="组合 13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6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5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12" name="文本框 9"/>
          <p:cNvSpPr txBox="1"/>
          <p:nvPr/>
        </p:nvSpPr>
        <p:spPr>
          <a:xfrm>
            <a:off x="1124442" y="290670"/>
            <a:ext cx="1871720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高级特性</a:t>
            </a:r>
          </a:p>
        </p:txBody>
      </p:sp>
      <p:sp>
        <p:nvSpPr>
          <p:cNvPr id="13" name="Freeform 126"/>
          <p:cNvSpPr>
            <a:spLocks noChangeAspect="1" noEditPoints="1"/>
          </p:cNvSpPr>
          <p:nvPr/>
        </p:nvSpPr>
        <p:spPr bwMode="auto">
          <a:xfrm>
            <a:off x="611535" y="332909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íṣľîḓe">
            <a:extLst>
              <a:ext uri="{FF2B5EF4-FFF2-40B4-BE49-F238E27FC236}">
                <a16:creationId xmlns:a16="http://schemas.microsoft.com/office/drawing/2014/main" id="{599CB0CD-E83E-4C9C-AE1A-CEBA262EB532}"/>
              </a:ext>
            </a:extLst>
          </p:cNvPr>
          <p:cNvSpPr/>
          <p:nvPr/>
        </p:nvSpPr>
        <p:spPr>
          <a:xfrm>
            <a:off x="1407626" y="2858156"/>
            <a:ext cx="2523151" cy="2523150"/>
          </a:xfrm>
          <a:prstGeom prst="ellipse">
            <a:avLst/>
          </a:prstGeom>
          <a:noFill/>
          <a:ln w="19050">
            <a:solidFill>
              <a:srgbClr val="1C50A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9" name="i$ľïḍê">
            <a:extLst>
              <a:ext uri="{FF2B5EF4-FFF2-40B4-BE49-F238E27FC236}">
                <a16:creationId xmlns:a16="http://schemas.microsoft.com/office/drawing/2014/main" id="{C2ADC767-A98C-42A5-9CE7-732EAEA4313A}"/>
              </a:ext>
            </a:extLst>
          </p:cNvPr>
          <p:cNvSpPr/>
          <p:nvPr/>
        </p:nvSpPr>
        <p:spPr>
          <a:xfrm rot="5400000">
            <a:off x="1905686" y="2452028"/>
            <a:ext cx="1483762" cy="1034951"/>
          </a:xfrm>
          <a:custGeom>
            <a:avLst/>
            <a:gdLst>
              <a:gd name="connsiteX0" fmla="*/ 0 w 1844224"/>
              <a:gd name="connsiteY0" fmla="*/ 646071 h 1286380"/>
              <a:gd name="connsiteX1" fmla="*/ 184331 w 1844224"/>
              <a:gd name="connsiteY1" fmla="*/ 461740 h 1286380"/>
              <a:gd name="connsiteX2" fmla="*/ 1216348 w 1844224"/>
              <a:gd name="connsiteY2" fmla="*/ 461740 h 1286380"/>
              <a:gd name="connsiteX3" fmla="*/ 1069280 w 1844224"/>
              <a:gd name="connsiteY3" fmla="*/ 314672 h 1286380"/>
              <a:gd name="connsiteX4" fmla="*/ 1069280 w 1844224"/>
              <a:gd name="connsiteY4" fmla="*/ 53988 h 1286380"/>
              <a:gd name="connsiteX5" fmla="*/ 1329964 w 1844224"/>
              <a:gd name="connsiteY5" fmla="*/ 53988 h 1286380"/>
              <a:gd name="connsiteX6" fmla="*/ 1781838 w 1844224"/>
              <a:gd name="connsiteY6" fmla="*/ 505862 h 1286380"/>
              <a:gd name="connsiteX7" fmla="*/ 1790235 w 1844224"/>
              <a:gd name="connsiteY7" fmla="*/ 511438 h 1286380"/>
              <a:gd name="connsiteX8" fmla="*/ 1809081 w 1844224"/>
              <a:gd name="connsiteY8" fmla="*/ 539820 h 1286380"/>
              <a:gd name="connsiteX9" fmla="*/ 1823133 w 1844224"/>
              <a:gd name="connsiteY9" fmla="*/ 558878 h 1286380"/>
              <a:gd name="connsiteX10" fmla="*/ 1824697 w 1844224"/>
              <a:gd name="connsiteY10" fmla="*/ 563336 h 1286380"/>
              <a:gd name="connsiteX11" fmla="*/ 1830726 w 1844224"/>
              <a:gd name="connsiteY11" fmla="*/ 572416 h 1286380"/>
              <a:gd name="connsiteX12" fmla="*/ 1834274 w 1844224"/>
              <a:gd name="connsiteY12" fmla="*/ 590645 h 1286380"/>
              <a:gd name="connsiteX13" fmla="*/ 1840849 w 1844224"/>
              <a:gd name="connsiteY13" fmla="*/ 609394 h 1286380"/>
              <a:gd name="connsiteX14" fmla="*/ 1841803 w 1844224"/>
              <a:gd name="connsiteY14" fmla="*/ 629341 h 1286380"/>
              <a:gd name="connsiteX15" fmla="*/ 1844224 w 1844224"/>
              <a:gd name="connsiteY15" fmla="*/ 641780 h 1286380"/>
              <a:gd name="connsiteX16" fmla="*/ 1842759 w 1844224"/>
              <a:gd name="connsiteY16" fmla="*/ 649308 h 1286380"/>
              <a:gd name="connsiteX17" fmla="*/ 1843379 w 1844224"/>
              <a:gd name="connsiteY17" fmla="*/ 662269 h 1286380"/>
              <a:gd name="connsiteX18" fmla="*/ 1830725 w 1844224"/>
              <a:gd name="connsiteY18" fmla="*/ 713964 h 1286380"/>
              <a:gd name="connsiteX19" fmla="*/ 1829112 w 1844224"/>
              <a:gd name="connsiteY19" fmla="*/ 716393 h 1286380"/>
              <a:gd name="connsiteX20" fmla="*/ 1828824 w 1844224"/>
              <a:gd name="connsiteY20" fmla="*/ 717821 h 1286380"/>
              <a:gd name="connsiteX21" fmla="*/ 1801218 w 1844224"/>
              <a:gd name="connsiteY21" fmla="*/ 763323 h 1286380"/>
              <a:gd name="connsiteX22" fmla="*/ 1777314 w 1844224"/>
              <a:gd name="connsiteY22" fmla="*/ 785042 h 1286380"/>
              <a:gd name="connsiteX23" fmla="*/ 1329965 w 1844224"/>
              <a:gd name="connsiteY23" fmla="*/ 1232392 h 1286380"/>
              <a:gd name="connsiteX24" fmla="*/ 1069281 w 1844224"/>
              <a:gd name="connsiteY24" fmla="*/ 1232392 h 1286380"/>
              <a:gd name="connsiteX25" fmla="*/ 1069281 w 1844224"/>
              <a:gd name="connsiteY25" fmla="*/ 971708 h 1286380"/>
              <a:gd name="connsiteX26" fmla="*/ 1210587 w 1844224"/>
              <a:gd name="connsiteY26" fmla="*/ 830402 h 1286380"/>
              <a:gd name="connsiteX27" fmla="*/ 184331 w 1844224"/>
              <a:gd name="connsiteY27" fmla="*/ 830402 h 1286380"/>
              <a:gd name="connsiteX28" fmla="*/ 0 w 1844224"/>
              <a:gd name="connsiteY28" fmla="*/ 646071 h 1286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844224" h="1286380">
                <a:moveTo>
                  <a:pt x="0" y="646071"/>
                </a:moveTo>
                <a:cubicBezTo>
                  <a:pt x="0" y="544268"/>
                  <a:pt x="82528" y="461740"/>
                  <a:pt x="184331" y="461740"/>
                </a:cubicBezTo>
                <a:lnTo>
                  <a:pt x="1216348" y="461740"/>
                </a:lnTo>
                <a:lnTo>
                  <a:pt x="1069280" y="314672"/>
                </a:lnTo>
                <a:cubicBezTo>
                  <a:pt x="997295" y="242686"/>
                  <a:pt x="997295" y="125974"/>
                  <a:pt x="1069280" y="53988"/>
                </a:cubicBezTo>
                <a:cubicBezTo>
                  <a:pt x="1141266" y="-17997"/>
                  <a:pt x="1257978" y="-17997"/>
                  <a:pt x="1329964" y="53988"/>
                </a:cubicBezTo>
                <a:lnTo>
                  <a:pt x="1781838" y="505862"/>
                </a:lnTo>
                <a:lnTo>
                  <a:pt x="1790235" y="511438"/>
                </a:lnTo>
                <a:lnTo>
                  <a:pt x="1809081" y="539820"/>
                </a:lnTo>
                <a:lnTo>
                  <a:pt x="1823133" y="558878"/>
                </a:lnTo>
                <a:lnTo>
                  <a:pt x="1824697" y="563336"/>
                </a:lnTo>
                <a:lnTo>
                  <a:pt x="1830726" y="572416"/>
                </a:lnTo>
                <a:lnTo>
                  <a:pt x="1834274" y="590645"/>
                </a:lnTo>
                <a:lnTo>
                  <a:pt x="1840849" y="609394"/>
                </a:lnTo>
                <a:lnTo>
                  <a:pt x="1841803" y="629341"/>
                </a:lnTo>
                <a:lnTo>
                  <a:pt x="1844224" y="641780"/>
                </a:lnTo>
                <a:lnTo>
                  <a:pt x="1842759" y="649308"/>
                </a:lnTo>
                <a:lnTo>
                  <a:pt x="1843379" y="662269"/>
                </a:lnTo>
                <a:cubicBezTo>
                  <a:pt x="1841692" y="679894"/>
                  <a:pt x="1837474" y="697322"/>
                  <a:pt x="1830725" y="713964"/>
                </a:cubicBezTo>
                <a:lnTo>
                  <a:pt x="1829112" y="716393"/>
                </a:lnTo>
                <a:lnTo>
                  <a:pt x="1828824" y="717821"/>
                </a:lnTo>
                <a:cubicBezTo>
                  <a:pt x="1821828" y="734361"/>
                  <a:pt x="1812487" y="749667"/>
                  <a:pt x="1801218" y="763323"/>
                </a:cubicBezTo>
                <a:lnTo>
                  <a:pt x="1777314" y="785042"/>
                </a:lnTo>
                <a:lnTo>
                  <a:pt x="1329965" y="1232392"/>
                </a:lnTo>
                <a:cubicBezTo>
                  <a:pt x="1257979" y="1304377"/>
                  <a:pt x="1141267" y="1304377"/>
                  <a:pt x="1069281" y="1232392"/>
                </a:cubicBezTo>
                <a:cubicBezTo>
                  <a:pt x="997296" y="1160406"/>
                  <a:pt x="997296" y="1043694"/>
                  <a:pt x="1069281" y="971708"/>
                </a:cubicBezTo>
                <a:lnTo>
                  <a:pt x="1210587" y="830402"/>
                </a:lnTo>
                <a:lnTo>
                  <a:pt x="184331" y="830402"/>
                </a:lnTo>
                <a:cubicBezTo>
                  <a:pt x="82528" y="830402"/>
                  <a:pt x="0" y="747874"/>
                  <a:pt x="0" y="646071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0" name="îŝ1îḍé">
            <a:extLst>
              <a:ext uri="{FF2B5EF4-FFF2-40B4-BE49-F238E27FC236}">
                <a16:creationId xmlns:a16="http://schemas.microsoft.com/office/drawing/2014/main" id="{E7B36541-672F-4F83-A2E9-44DAEDF0CE54}"/>
              </a:ext>
            </a:extLst>
          </p:cNvPr>
          <p:cNvSpPr/>
          <p:nvPr/>
        </p:nvSpPr>
        <p:spPr>
          <a:xfrm rot="8100000" flipV="1">
            <a:off x="3280008" y="3558404"/>
            <a:ext cx="1138492" cy="1135531"/>
          </a:xfrm>
          <a:custGeom>
            <a:avLst/>
            <a:gdLst>
              <a:gd name="connsiteX0" fmla="*/ 449482 w 1415075"/>
              <a:gd name="connsiteY0" fmla="*/ 56378 h 1411395"/>
              <a:gd name="connsiteX1" fmla="*/ 395493 w 1415075"/>
              <a:gd name="connsiteY1" fmla="*/ 186720 h 1411395"/>
              <a:gd name="connsiteX2" fmla="*/ 579824 w 1415075"/>
              <a:gd name="connsiteY2" fmla="*/ 371051 h 1411395"/>
              <a:gd name="connsiteX3" fmla="*/ 779661 w 1415075"/>
              <a:gd name="connsiteY3" fmla="*/ 371051 h 1411395"/>
              <a:gd name="connsiteX4" fmla="*/ 53989 w 1415075"/>
              <a:gd name="connsiteY4" fmla="*/ 1096723 h 1411395"/>
              <a:gd name="connsiteX5" fmla="*/ 53989 w 1415075"/>
              <a:gd name="connsiteY5" fmla="*/ 1357407 h 1411395"/>
              <a:gd name="connsiteX6" fmla="*/ 314672 w 1415075"/>
              <a:gd name="connsiteY6" fmla="*/ 1357407 h 1411395"/>
              <a:gd name="connsiteX7" fmla="*/ 1044419 w 1415075"/>
              <a:gd name="connsiteY7" fmla="*/ 627660 h 1411395"/>
              <a:gd name="connsiteX8" fmla="*/ 1044419 w 1415075"/>
              <a:gd name="connsiteY8" fmla="*/ 835646 h 1411395"/>
              <a:gd name="connsiteX9" fmla="*/ 1228750 w 1415075"/>
              <a:gd name="connsiteY9" fmla="*/ 1019977 h 1411395"/>
              <a:gd name="connsiteX10" fmla="*/ 1413081 w 1415075"/>
              <a:gd name="connsiteY10" fmla="*/ 835646 h 1411395"/>
              <a:gd name="connsiteX11" fmla="*/ 1413081 w 1415075"/>
              <a:gd name="connsiteY11" fmla="*/ 196597 h 1411395"/>
              <a:gd name="connsiteX12" fmla="*/ 1415075 w 1415075"/>
              <a:gd name="connsiteY12" fmla="*/ 186720 h 1411395"/>
              <a:gd name="connsiteX13" fmla="*/ 1406788 w 1415075"/>
              <a:gd name="connsiteY13" fmla="*/ 131906 h 1411395"/>
              <a:gd name="connsiteX14" fmla="*/ 1399253 w 1415075"/>
              <a:gd name="connsiteY14" fmla="*/ 116231 h 1411395"/>
              <a:gd name="connsiteX15" fmla="*/ 1398595 w 1415075"/>
              <a:gd name="connsiteY15" fmla="*/ 112976 h 1411395"/>
              <a:gd name="connsiteX16" fmla="*/ 1395433 w 1415075"/>
              <a:gd name="connsiteY16" fmla="*/ 108286 h 1411395"/>
              <a:gd name="connsiteX17" fmla="*/ 1383594 w 1415075"/>
              <a:gd name="connsiteY17" fmla="*/ 83659 h 1411395"/>
              <a:gd name="connsiteX18" fmla="*/ 1365125 w 1415075"/>
              <a:gd name="connsiteY18" fmla="*/ 63333 h 1411395"/>
              <a:gd name="connsiteX19" fmla="*/ 1359092 w 1415075"/>
              <a:gd name="connsiteY19" fmla="*/ 54384 h 1411395"/>
              <a:gd name="connsiteX20" fmla="*/ 1353676 w 1415075"/>
              <a:gd name="connsiteY20" fmla="*/ 50733 h 1411395"/>
              <a:gd name="connsiteX21" fmla="*/ 1347996 w 1415075"/>
              <a:gd name="connsiteY21" fmla="*/ 44481 h 1411395"/>
              <a:gd name="connsiteX22" fmla="*/ 1312119 w 1415075"/>
              <a:gd name="connsiteY22" fmla="*/ 22715 h 1411395"/>
              <a:gd name="connsiteX23" fmla="*/ 1300500 w 1415075"/>
              <a:gd name="connsiteY23" fmla="*/ 14881 h 1411395"/>
              <a:gd name="connsiteX24" fmla="*/ 1297641 w 1415075"/>
              <a:gd name="connsiteY24" fmla="*/ 14304 h 1411395"/>
              <a:gd name="connsiteX25" fmla="*/ 1296428 w 1415075"/>
              <a:gd name="connsiteY25" fmla="*/ 13498 h 1411395"/>
              <a:gd name="connsiteX26" fmla="*/ 1227064 w 1415075"/>
              <a:gd name="connsiteY26" fmla="*/ 0 h 1411395"/>
              <a:gd name="connsiteX27" fmla="*/ 1214790 w 1415075"/>
              <a:gd name="connsiteY27" fmla="*/ 2389 h 1411395"/>
              <a:gd name="connsiteX28" fmla="*/ 579824 w 1415075"/>
              <a:gd name="connsiteY28" fmla="*/ 2389 h 1411395"/>
              <a:gd name="connsiteX29" fmla="*/ 449482 w 1415075"/>
              <a:gd name="connsiteY29" fmla="*/ 56378 h 1411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415075" h="1411395">
                <a:moveTo>
                  <a:pt x="449482" y="56378"/>
                </a:moveTo>
                <a:cubicBezTo>
                  <a:pt x="416125" y="89736"/>
                  <a:pt x="395493" y="135819"/>
                  <a:pt x="395493" y="186720"/>
                </a:cubicBezTo>
                <a:cubicBezTo>
                  <a:pt x="395493" y="288523"/>
                  <a:pt x="478021" y="371051"/>
                  <a:pt x="579824" y="371051"/>
                </a:cubicBezTo>
                <a:lnTo>
                  <a:pt x="779661" y="371051"/>
                </a:lnTo>
                <a:lnTo>
                  <a:pt x="53989" y="1096723"/>
                </a:lnTo>
                <a:cubicBezTo>
                  <a:pt x="-17997" y="1168709"/>
                  <a:pt x="-17997" y="1285421"/>
                  <a:pt x="53989" y="1357407"/>
                </a:cubicBezTo>
                <a:cubicBezTo>
                  <a:pt x="125975" y="1429392"/>
                  <a:pt x="242687" y="1429392"/>
                  <a:pt x="314672" y="1357407"/>
                </a:cubicBezTo>
                <a:lnTo>
                  <a:pt x="1044419" y="627660"/>
                </a:lnTo>
                <a:lnTo>
                  <a:pt x="1044419" y="835646"/>
                </a:lnTo>
                <a:cubicBezTo>
                  <a:pt x="1044419" y="937449"/>
                  <a:pt x="1126947" y="1019977"/>
                  <a:pt x="1228750" y="1019977"/>
                </a:cubicBezTo>
                <a:cubicBezTo>
                  <a:pt x="1330553" y="1019977"/>
                  <a:pt x="1413081" y="937449"/>
                  <a:pt x="1413081" y="835646"/>
                </a:cubicBezTo>
                <a:lnTo>
                  <a:pt x="1413081" y="196597"/>
                </a:lnTo>
                <a:lnTo>
                  <a:pt x="1415075" y="186720"/>
                </a:lnTo>
                <a:cubicBezTo>
                  <a:pt x="1415075" y="167632"/>
                  <a:pt x="1412174" y="149222"/>
                  <a:pt x="1406788" y="131906"/>
                </a:cubicBezTo>
                <a:lnTo>
                  <a:pt x="1399253" y="116231"/>
                </a:lnTo>
                <a:lnTo>
                  <a:pt x="1398595" y="112976"/>
                </a:lnTo>
                <a:lnTo>
                  <a:pt x="1395433" y="108286"/>
                </a:lnTo>
                <a:lnTo>
                  <a:pt x="1383594" y="83659"/>
                </a:lnTo>
                <a:lnTo>
                  <a:pt x="1365125" y="63333"/>
                </a:lnTo>
                <a:lnTo>
                  <a:pt x="1359092" y="54384"/>
                </a:lnTo>
                <a:lnTo>
                  <a:pt x="1353676" y="50733"/>
                </a:lnTo>
                <a:lnTo>
                  <a:pt x="1347996" y="44481"/>
                </a:lnTo>
                <a:lnTo>
                  <a:pt x="1312119" y="22715"/>
                </a:lnTo>
                <a:lnTo>
                  <a:pt x="1300500" y="14881"/>
                </a:lnTo>
                <a:lnTo>
                  <a:pt x="1297641" y="14304"/>
                </a:lnTo>
                <a:lnTo>
                  <a:pt x="1296428" y="13498"/>
                </a:lnTo>
                <a:cubicBezTo>
                  <a:pt x="1274239" y="4499"/>
                  <a:pt x="1250651" y="0"/>
                  <a:pt x="1227064" y="0"/>
                </a:cubicBezTo>
                <a:lnTo>
                  <a:pt x="1214790" y="2389"/>
                </a:lnTo>
                <a:lnTo>
                  <a:pt x="579824" y="2389"/>
                </a:lnTo>
                <a:cubicBezTo>
                  <a:pt x="528923" y="2389"/>
                  <a:pt x="482840" y="23021"/>
                  <a:pt x="449482" y="56378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1" name="í$ḷiḑè">
            <a:extLst>
              <a:ext uri="{FF2B5EF4-FFF2-40B4-BE49-F238E27FC236}">
                <a16:creationId xmlns:a16="http://schemas.microsoft.com/office/drawing/2014/main" id="{A20DB959-43C8-41F0-97D2-53BF5BA0BFFA}"/>
              </a:ext>
            </a:extLst>
          </p:cNvPr>
          <p:cNvSpPr/>
          <p:nvPr/>
        </p:nvSpPr>
        <p:spPr>
          <a:xfrm rot="18900000" flipV="1">
            <a:off x="853212" y="3541249"/>
            <a:ext cx="1138492" cy="1135531"/>
          </a:xfrm>
          <a:custGeom>
            <a:avLst/>
            <a:gdLst>
              <a:gd name="connsiteX0" fmla="*/ 1359092 w 1415075"/>
              <a:gd name="connsiteY0" fmla="*/ 965988 h 1411395"/>
              <a:gd name="connsiteX1" fmla="*/ 1413081 w 1415075"/>
              <a:gd name="connsiteY1" fmla="*/ 835646 h 1411395"/>
              <a:gd name="connsiteX2" fmla="*/ 1413081 w 1415075"/>
              <a:gd name="connsiteY2" fmla="*/ 196597 h 1411395"/>
              <a:gd name="connsiteX3" fmla="*/ 1415075 w 1415075"/>
              <a:gd name="connsiteY3" fmla="*/ 186720 h 1411395"/>
              <a:gd name="connsiteX4" fmla="*/ 1406788 w 1415075"/>
              <a:gd name="connsiteY4" fmla="*/ 131906 h 1411395"/>
              <a:gd name="connsiteX5" fmla="*/ 1399252 w 1415075"/>
              <a:gd name="connsiteY5" fmla="*/ 116231 h 1411395"/>
              <a:gd name="connsiteX6" fmla="*/ 1398595 w 1415075"/>
              <a:gd name="connsiteY6" fmla="*/ 112976 h 1411395"/>
              <a:gd name="connsiteX7" fmla="*/ 1395433 w 1415075"/>
              <a:gd name="connsiteY7" fmla="*/ 108286 h 1411395"/>
              <a:gd name="connsiteX8" fmla="*/ 1383594 w 1415075"/>
              <a:gd name="connsiteY8" fmla="*/ 83659 h 1411395"/>
              <a:gd name="connsiteX9" fmla="*/ 1365125 w 1415075"/>
              <a:gd name="connsiteY9" fmla="*/ 63333 h 1411395"/>
              <a:gd name="connsiteX10" fmla="*/ 1359092 w 1415075"/>
              <a:gd name="connsiteY10" fmla="*/ 54384 h 1411395"/>
              <a:gd name="connsiteX11" fmla="*/ 1353676 w 1415075"/>
              <a:gd name="connsiteY11" fmla="*/ 50733 h 1411395"/>
              <a:gd name="connsiteX12" fmla="*/ 1347995 w 1415075"/>
              <a:gd name="connsiteY12" fmla="*/ 44481 h 1411395"/>
              <a:gd name="connsiteX13" fmla="*/ 1312118 w 1415075"/>
              <a:gd name="connsiteY13" fmla="*/ 22714 h 1411395"/>
              <a:gd name="connsiteX14" fmla="*/ 1300500 w 1415075"/>
              <a:gd name="connsiteY14" fmla="*/ 14881 h 1411395"/>
              <a:gd name="connsiteX15" fmla="*/ 1297641 w 1415075"/>
              <a:gd name="connsiteY15" fmla="*/ 14304 h 1411395"/>
              <a:gd name="connsiteX16" fmla="*/ 1296428 w 1415075"/>
              <a:gd name="connsiteY16" fmla="*/ 13498 h 1411395"/>
              <a:gd name="connsiteX17" fmla="*/ 1227064 w 1415075"/>
              <a:gd name="connsiteY17" fmla="*/ 0 h 1411395"/>
              <a:gd name="connsiteX18" fmla="*/ 1214790 w 1415075"/>
              <a:gd name="connsiteY18" fmla="*/ 2389 h 1411395"/>
              <a:gd name="connsiteX19" fmla="*/ 579824 w 1415075"/>
              <a:gd name="connsiteY19" fmla="*/ 2389 h 1411395"/>
              <a:gd name="connsiteX20" fmla="*/ 395493 w 1415075"/>
              <a:gd name="connsiteY20" fmla="*/ 186720 h 1411395"/>
              <a:gd name="connsiteX21" fmla="*/ 579824 w 1415075"/>
              <a:gd name="connsiteY21" fmla="*/ 371051 h 1411395"/>
              <a:gd name="connsiteX22" fmla="*/ 779661 w 1415075"/>
              <a:gd name="connsiteY22" fmla="*/ 371051 h 1411395"/>
              <a:gd name="connsiteX23" fmla="*/ 53989 w 1415075"/>
              <a:gd name="connsiteY23" fmla="*/ 1096723 h 1411395"/>
              <a:gd name="connsiteX24" fmla="*/ 53989 w 1415075"/>
              <a:gd name="connsiteY24" fmla="*/ 1357407 h 1411395"/>
              <a:gd name="connsiteX25" fmla="*/ 314672 w 1415075"/>
              <a:gd name="connsiteY25" fmla="*/ 1357407 h 1411395"/>
              <a:gd name="connsiteX26" fmla="*/ 1044419 w 1415075"/>
              <a:gd name="connsiteY26" fmla="*/ 627660 h 1411395"/>
              <a:gd name="connsiteX27" fmla="*/ 1044419 w 1415075"/>
              <a:gd name="connsiteY27" fmla="*/ 835646 h 1411395"/>
              <a:gd name="connsiteX28" fmla="*/ 1228750 w 1415075"/>
              <a:gd name="connsiteY28" fmla="*/ 1019977 h 1411395"/>
              <a:gd name="connsiteX29" fmla="*/ 1359092 w 1415075"/>
              <a:gd name="connsiteY29" fmla="*/ 965988 h 1411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415075" h="1411395">
                <a:moveTo>
                  <a:pt x="1359092" y="965988"/>
                </a:moveTo>
                <a:cubicBezTo>
                  <a:pt x="1392449" y="932630"/>
                  <a:pt x="1413081" y="886547"/>
                  <a:pt x="1413081" y="835646"/>
                </a:cubicBezTo>
                <a:lnTo>
                  <a:pt x="1413081" y="196597"/>
                </a:lnTo>
                <a:lnTo>
                  <a:pt x="1415075" y="186720"/>
                </a:lnTo>
                <a:cubicBezTo>
                  <a:pt x="1415075" y="167632"/>
                  <a:pt x="1412174" y="149222"/>
                  <a:pt x="1406788" y="131906"/>
                </a:cubicBezTo>
                <a:lnTo>
                  <a:pt x="1399252" y="116231"/>
                </a:lnTo>
                <a:lnTo>
                  <a:pt x="1398595" y="112976"/>
                </a:lnTo>
                <a:lnTo>
                  <a:pt x="1395433" y="108286"/>
                </a:lnTo>
                <a:lnTo>
                  <a:pt x="1383594" y="83659"/>
                </a:lnTo>
                <a:lnTo>
                  <a:pt x="1365125" y="63333"/>
                </a:lnTo>
                <a:lnTo>
                  <a:pt x="1359092" y="54384"/>
                </a:lnTo>
                <a:lnTo>
                  <a:pt x="1353676" y="50733"/>
                </a:lnTo>
                <a:lnTo>
                  <a:pt x="1347995" y="44481"/>
                </a:lnTo>
                <a:lnTo>
                  <a:pt x="1312118" y="22714"/>
                </a:lnTo>
                <a:lnTo>
                  <a:pt x="1300500" y="14881"/>
                </a:lnTo>
                <a:lnTo>
                  <a:pt x="1297641" y="14304"/>
                </a:lnTo>
                <a:lnTo>
                  <a:pt x="1296428" y="13498"/>
                </a:lnTo>
                <a:cubicBezTo>
                  <a:pt x="1274239" y="4499"/>
                  <a:pt x="1250651" y="0"/>
                  <a:pt x="1227064" y="0"/>
                </a:cubicBezTo>
                <a:lnTo>
                  <a:pt x="1214790" y="2389"/>
                </a:lnTo>
                <a:lnTo>
                  <a:pt x="579824" y="2389"/>
                </a:lnTo>
                <a:cubicBezTo>
                  <a:pt x="478021" y="2389"/>
                  <a:pt x="395493" y="84917"/>
                  <a:pt x="395493" y="186720"/>
                </a:cubicBezTo>
                <a:cubicBezTo>
                  <a:pt x="395493" y="288523"/>
                  <a:pt x="478021" y="371051"/>
                  <a:pt x="579824" y="371051"/>
                </a:cubicBezTo>
                <a:lnTo>
                  <a:pt x="779661" y="371051"/>
                </a:lnTo>
                <a:lnTo>
                  <a:pt x="53989" y="1096723"/>
                </a:lnTo>
                <a:cubicBezTo>
                  <a:pt x="-17997" y="1168709"/>
                  <a:pt x="-17997" y="1285421"/>
                  <a:pt x="53989" y="1357407"/>
                </a:cubicBezTo>
                <a:cubicBezTo>
                  <a:pt x="125975" y="1429392"/>
                  <a:pt x="242687" y="1429392"/>
                  <a:pt x="314672" y="1357407"/>
                </a:cubicBezTo>
                <a:lnTo>
                  <a:pt x="1044419" y="627660"/>
                </a:lnTo>
                <a:lnTo>
                  <a:pt x="1044419" y="835646"/>
                </a:lnTo>
                <a:cubicBezTo>
                  <a:pt x="1044419" y="937449"/>
                  <a:pt x="1126947" y="1019977"/>
                  <a:pt x="1228750" y="1019977"/>
                </a:cubicBezTo>
                <a:cubicBezTo>
                  <a:pt x="1279652" y="1019977"/>
                  <a:pt x="1325734" y="999345"/>
                  <a:pt x="1359092" y="965988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2" name="îṡḻiḋe">
            <a:extLst>
              <a:ext uri="{FF2B5EF4-FFF2-40B4-BE49-F238E27FC236}">
                <a16:creationId xmlns:a16="http://schemas.microsoft.com/office/drawing/2014/main" id="{6FE5CA3D-B458-4B4B-B8E1-1CA304E57AA1}"/>
              </a:ext>
            </a:extLst>
          </p:cNvPr>
          <p:cNvSpPr/>
          <p:nvPr/>
        </p:nvSpPr>
        <p:spPr>
          <a:xfrm rot="13500000" flipV="1">
            <a:off x="2094856" y="4750502"/>
            <a:ext cx="1138492" cy="1135531"/>
          </a:xfrm>
          <a:custGeom>
            <a:avLst/>
            <a:gdLst>
              <a:gd name="connsiteX0" fmla="*/ 1359091 w 1415075"/>
              <a:gd name="connsiteY0" fmla="*/ 54383 h 1411395"/>
              <a:gd name="connsiteX1" fmla="*/ 1300499 w 1415075"/>
              <a:gd name="connsiteY1" fmla="*/ 14879 h 1411395"/>
              <a:gd name="connsiteX2" fmla="*/ 1297638 w 1415075"/>
              <a:gd name="connsiteY2" fmla="*/ 14301 h 1411395"/>
              <a:gd name="connsiteX3" fmla="*/ 1296428 w 1415075"/>
              <a:gd name="connsiteY3" fmla="*/ 13498 h 1411395"/>
              <a:gd name="connsiteX4" fmla="*/ 1227063 w 1415075"/>
              <a:gd name="connsiteY4" fmla="*/ 0 h 1411395"/>
              <a:gd name="connsiteX5" fmla="*/ 1214793 w 1415075"/>
              <a:gd name="connsiteY5" fmla="*/ 2388 h 1411395"/>
              <a:gd name="connsiteX6" fmla="*/ 579824 w 1415075"/>
              <a:gd name="connsiteY6" fmla="*/ 2388 h 1411395"/>
              <a:gd name="connsiteX7" fmla="*/ 395493 w 1415075"/>
              <a:gd name="connsiteY7" fmla="*/ 186719 h 1411395"/>
              <a:gd name="connsiteX8" fmla="*/ 579824 w 1415075"/>
              <a:gd name="connsiteY8" fmla="*/ 371050 h 1411395"/>
              <a:gd name="connsiteX9" fmla="*/ 779661 w 1415075"/>
              <a:gd name="connsiteY9" fmla="*/ 371050 h 1411395"/>
              <a:gd name="connsiteX10" fmla="*/ 53988 w 1415075"/>
              <a:gd name="connsiteY10" fmla="*/ 1096723 h 1411395"/>
              <a:gd name="connsiteX11" fmla="*/ 53988 w 1415075"/>
              <a:gd name="connsiteY11" fmla="*/ 1357406 h 1411395"/>
              <a:gd name="connsiteX12" fmla="*/ 314672 w 1415075"/>
              <a:gd name="connsiteY12" fmla="*/ 1357406 h 1411395"/>
              <a:gd name="connsiteX13" fmla="*/ 1044418 w 1415075"/>
              <a:gd name="connsiteY13" fmla="*/ 627660 h 1411395"/>
              <a:gd name="connsiteX14" fmla="*/ 1044418 w 1415075"/>
              <a:gd name="connsiteY14" fmla="*/ 835644 h 1411395"/>
              <a:gd name="connsiteX15" fmla="*/ 1228749 w 1415075"/>
              <a:gd name="connsiteY15" fmla="*/ 1019975 h 1411395"/>
              <a:gd name="connsiteX16" fmla="*/ 1413080 w 1415075"/>
              <a:gd name="connsiteY16" fmla="*/ 835644 h 1411395"/>
              <a:gd name="connsiteX17" fmla="*/ 1413080 w 1415075"/>
              <a:gd name="connsiteY17" fmla="*/ 196599 h 1411395"/>
              <a:gd name="connsiteX18" fmla="*/ 1415075 w 1415075"/>
              <a:gd name="connsiteY18" fmla="*/ 186719 h 1411395"/>
              <a:gd name="connsiteX19" fmla="*/ 1361086 w 1415075"/>
              <a:gd name="connsiteY19" fmla="*/ 56377 h 1411395"/>
              <a:gd name="connsiteX20" fmla="*/ 1359894 w 1415075"/>
              <a:gd name="connsiteY20" fmla="*/ 55575 h 1411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415075" h="1411395">
                <a:moveTo>
                  <a:pt x="1359091" y="54383"/>
                </a:moveTo>
                <a:cubicBezTo>
                  <a:pt x="1342412" y="37704"/>
                  <a:pt x="1322552" y="24207"/>
                  <a:pt x="1300499" y="14879"/>
                </a:cubicBezTo>
                <a:lnTo>
                  <a:pt x="1297638" y="14301"/>
                </a:lnTo>
                <a:lnTo>
                  <a:pt x="1296428" y="13498"/>
                </a:lnTo>
                <a:cubicBezTo>
                  <a:pt x="1274238" y="4499"/>
                  <a:pt x="1250651" y="0"/>
                  <a:pt x="1227063" y="0"/>
                </a:cubicBezTo>
                <a:lnTo>
                  <a:pt x="1214793" y="2388"/>
                </a:lnTo>
                <a:lnTo>
                  <a:pt x="579824" y="2388"/>
                </a:lnTo>
                <a:cubicBezTo>
                  <a:pt x="478021" y="2388"/>
                  <a:pt x="395493" y="84916"/>
                  <a:pt x="395493" y="186719"/>
                </a:cubicBezTo>
                <a:cubicBezTo>
                  <a:pt x="395493" y="288522"/>
                  <a:pt x="478021" y="371050"/>
                  <a:pt x="579824" y="371050"/>
                </a:cubicBezTo>
                <a:lnTo>
                  <a:pt x="779661" y="371050"/>
                </a:lnTo>
                <a:lnTo>
                  <a:pt x="53988" y="1096723"/>
                </a:lnTo>
                <a:cubicBezTo>
                  <a:pt x="-17997" y="1168709"/>
                  <a:pt x="-17997" y="1285421"/>
                  <a:pt x="53988" y="1357406"/>
                </a:cubicBezTo>
                <a:cubicBezTo>
                  <a:pt x="125974" y="1429392"/>
                  <a:pt x="242686" y="1429392"/>
                  <a:pt x="314672" y="1357406"/>
                </a:cubicBezTo>
                <a:lnTo>
                  <a:pt x="1044418" y="627660"/>
                </a:lnTo>
                <a:lnTo>
                  <a:pt x="1044418" y="835644"/>
                </a:lnTo>
                <a:cubicBezTo>
                  <a:pt x="1044418" y="937447"/>
                  <a:pt x="1126946" y="1019975"/>
                  <a:pt x="1228749" y="1019975"/>
                </a:cubicBezTo>
                <a:cubicBezTo>
                  <a:pt x="1330552" y="1019975"/>
                  <a:pt x="1413080" y="937447"/>
                  <a:pt x="1413080" y="835644"/>
                </a:cubicBezTo>
                <a:lnTo>
                  <a:pt x="1413080" y="196599"/>
                </a:lnTo>
                <a:lnTo>
                  <a:pt x="1415075" y="186719"/>
                </a:lnTo>
                <a:cubicBezTo>
                  <a:pt x="1415075" y="135817"/>
                  <a:pt x="1394443" y="89735"/>
                  <a:pt x="1361086" y="56377"/>
                </a:cubicBezTo>
                <a:lnTo>
                  <a:pt x="1359894" y="5557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3" name="íṥliḋé">
            <a:extLst>
              <a:ext uri="{FF2B5EF4-FFF2-40B4-BE49-F238E27FC236}">
                <a16:creationId xmlns:a16="http://schemas.microsoft.com/office/drawing/2014/main" id="{C14305E3-EDAB-4432-BFDE-85ECC8FD49FF}"/>
              </a:ext>
            </a:extLst>
          </p:cNvPr>
          <p:cNvSpPr txBox="1"/>
          <p:nvPr/>
        </p:nvSpPr>
        <p:spPr>
          <a:xfrm>
            <a:off x="2193212" y="3876583"/>
            <a:ext cx="914400" cy="521720"/>
          </a:xfrm>
          <a:prstGeom prst="rect">
            <a:avLst/>
          </a:prstGeom>
          <a:noFill/>
        </p:spPr>
        <p:txBody>
          <a:bodyPr wrap="none" lIns="90000" tIns="46800" rIns="90000" bIns="46800" anchor="ctr" anchorCtr="0">
            <a:normAutofit/>
          </a:bodyPr>
          <a:lstStyle/>
          <a:p>
            <a:pPr algn="ctr"/>
            <a:r>
              <a:rPr lang="en-US" altLang="zh-CN" sz="1400" b="1" dirty="0"/>
              <a:t>泳道</a:t>
            </a:r>
            <a:endParaRPr lang="zh-CN" altLang="en-US" sz="1400" b="1" dirty="0"/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1FEFEA6-DAB0-45BD-9E5E-7FDF7941974D}"/>
              </a:ext>
            </a:extLst>
          </p:cNvPr>
          <p:cNvCxnSpPr>
            <a:cxnSpLocks/>
          </p:cNvCxnSpPr>
          <p:nvPr/>
        </p:nvCxnSpPr>
        <p:spPr>
          <a:xfrm>
            <a:off x="5207418" y="2648723"/>
            <a:ext cx="6313070" cy="0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iṧļiḑè">
            <a:extLst>
              <a:ext uri="{FF2B5EF4-FFF2-40B4-BE49-F238E27FC236}">
                <a16:creationId xmlns:a16="http://schemas.microsoft.com/office/drawing/2014/main" id="{83A8F5EA-4107-4D9E-B10D-4BFB27A24217}"/>
              </a:ext>
            </a:extLst>
          </p:cNvPr>
          <p:cNvSpPr/>
          <p:nvPr/>
        </p:nvSpPr>
        <p:spPr bwMode="auto">
          <a:xfrm>
            <a:off x="5388142" y="5273419"/>
            <a:ext cx="2108063" cy="557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1000" dirty="0"/>
              <a:t>连接远距离节点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1000" dirty="0"/>
              <a:t>简化复杂图形</a:t>
            </a:r>
          </a:p>
        </p:txBody>
      </p:sp>
      <p:sp>
        <p:nvSpPr>
          <p:cNvPr id="26" name="iŝḻidè">
            <a:extLst>
              <a:ext uri="{FF2B5EF4-FFF2-40B4-BE49-F238E27FC236}">
                <a16:creationId xmlns:a16="http://schemas.microsoft.com/office/drawing/2014/main" id="{BB3748DD-A2A1-4F66-B013-C6E0EF0AFF13}"/>
              </a:ext>
            </a:extLst>
          </p:cNvPr>
          <p:cNvSpPr txBox="1"/>
          <p:nvPr/>
        </p:nvSpPr>
        <p:spPr bwMode="auto">
          <a:xfrm>
            <a:off x="5388142" y="4860539"/>
            <a:ext cx="2108063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zh-CN" b="1" dirty="0">
                <a:solidFill>
                  <a:schemeClr val="accent4"/>
                </a:solidFill>
              </a:rPr>
              <a:t>Connector</a:t>
            </a:r>
          </a:p>
        </p:txBody>
      </p:sp>
      <p:sp>
        <p:nvSpPr>
          <p:cNvPr id="27" name="íş1iḓe">
            <a:extLst>
              <a:ext uri="{FF2B5EF4-FFF2-40B4-BE49-F238E27FC236}">
                <a16:creationId xmlns:a16="http://schemas.microsoft.com/office/drawing/2014/main" id="{D7A126D8-46B6-4E9F-8137-90024495F5F6}"/>
              </a:ext>
            </a:extLst>
          </p:cNvPr>
          <p:cNvSpPr/>
          <p:nvPr/>
        </p:nvSpPr>
        <p:spPr bwMode="auto">
          <a:xfrm>
            <a:off x="4749595" y="4953430"/>
            <a:ext cx="461080" cy="460795"/>
          </a:xfrm>
          <a:custGeom>
            <a:avLst/>
            <a:gdLst>
              <a:gd name="connsiteX0" fmla="*/ 482620 w 607097"/>
              <a:gd name="connsiteY0" fmla="*/ 381169 h 606722"/>
              <a:gd name="connsiteX1" fmla="*/ 496768 w 607097"/>
              <a:gd name="connsiteY1" fmla="*/ 381169 h 606722"/>
              <a:gd name="connsiteX2" fmla="*/ 510916 w 607097"/>
              <a:gd name="connsiteY2" fmla="*/ 395381 h 606722"/>
              <a:gd name="connsiteX3" fmla="*/ 510916 w 607097"/>
              <a:gd name="connsiteY3" fmla="*/ 409505 h 606722"/>
              <a:gd name="connsiteX4" fmla="*/ 503887 w 607097"/>
              <a:gd name="connsiteY4" fmla="*/ 412525 h 606722"/>
              <a:gd name="connsiteX5" fmla="*/ 496768 w 607097"/>
              <a:gd name="connsiteY5" fmla="*/ 409505 h 606722"/>
              <a:gd name="connsiteX6" fmla="*/ 482620 w 607097"/>
              <a:gd name="connsiteY6" fmla="*/ 395381 h 606722"/>
              <a:gd name="connsiteX7" fmla="*/ 482620 w 607097"/>
              <a:gd name="connsiteY7" fmla="*/ 381169 h 606722"/>
              <a:gd name="connsiteX8" fmla="*/ 546398 w 607097"/>
              <a:gd name="connsiteY8" fmla="*/ 242745 h 606722"/>
              <a:gd name="connsiteX9" fmla="*/ 566606 w 607097"/>
              <a:gd name="connsiteY9" fmla="*/ 242745 h 606722"/>
              <a:gd name="connsiteX10" fmla="*/ 576754 w 607097"/>
              <a:gd name="connsiteY10" fmla="*/ 252756 h 606722"/>
              <a:gd name="connsiteX11" fmla="*/ 566606 w 607097"/>
              <a:gd name="connsiteY11" fmla="*/ 262856 h 606722"/>
              <a:gd name="connsiteX12" fmla="*/ 546398 w 607097"/>
              <a:gd name="connsiteY12" fmla="*/ 262856 h 606722"/>
              <a:gd name="connsiteX13" fmla="*/ 536249 w 607097"/>
              <a:gd name="connsiteY13" fmla="*/ 252756 h 606722"/>
              <a:gd name="connsiteX14" fmla="*/ 546398 w 607097"/>
              <a:gd name="connsiteY14" fmla="*/ 242745 h 606722"/>
              <a:gd name="connsiteX15" fmla="*/ 353968 w 607097"/>
              <a:gd name="connsiteY15" fmla="*/ 101120 h 606722"/>
              <a:gd name="connsiteX16" fmla="*/ 364118 w 607097"/>
              <a:gd name="connsiteY16" fmla="*/ 111251 h 606722"/>
              <a:gd name="connsiteX17" fmla="*/ 364118 w 607097"/>
              <a:gd name="connsiteY17" fmla="*/ 242683 h 606722"/>
              <a:gd name="connsiteX18" fmla="*/ 424838 w 607097"/>
              <a:gd name="connsiteY18" fmla="*/ 242683 h 606722"/>
              <a:gd name="connsiteX19" fmla="*/ 434988 w 607097"/>
              <a:gd name="connsiteY19" fmla="*/ 252725 h 606722"/>
              <a:gd name="connsiteX20" fmla="*/ 424838 w 607097"/>
              <a:gd name="connsiteY20" fmla="*/ 262856 h 606722"/>
              <a:gd name="connsiteX21" fmla="*/ 353968 w 607097"/>
              <a:gd name="connsiteY21" fmla="*/ 262856 h 606722"/>
              <a:gd name="connsiteX22" fmla="*/ 343818 w 607097"/>
              <a:gd name="connsiteY22" fmla="*/ 252725 h 606722"/>
              <a:gd name="connsiteX23" fmla="*/ 343818 w 607097"/>
              <a:gd name="connsiteY23" fmla="*/ 111251 h 606722"/>
              <a:gd name="connsiteX24" fmla="*/ 353968 w 607097"/>
              <a:gd name="connsiteY24" fmla="*/ 101120 h 606722"/>
              <a:gd name="connsiteX25" fmla="*/ 496768 w 607097"/>
              <a:gd name="connsiteY25" fmla="*/ 96101 h 606722"/>
              <a:gd name="connsiteX26" fmla="*/ 510916 w 607097"/>
              <a:gd name="connsiteY26" fmla="*/ 96101 h 606722"/>
              <a:gd name="connsiteX27" fmla="*/ 510916 w 607097"/>
              <a:gd name="connsiteY27" fmla="*/ 110217 h 606722"/>
              <a:gd name="connsiteX28" fmla="*/ 496768 w 607097"/>
              <a:gd name="connsiteY28" fmla="*/ 124334 h 606722"/>
              <a:gd name="connsiteX29" fmla="*/ 489650 w 607097"/>
              <a:gd name="connsiteY29" fmla="*/ 127441 h 606722"/>
              <a:gd name="connsiteX30" fmla="*/ 482620 w 607097"/>
              <a:gd name="connsiteY30" fmla="*/ 124334 h 606722"/>
              <a:gd name="connsiteX31" fmla="*/ 482620 w 607097"/>
              <a:gd name="connsiteY31" fmla="*/ 110217 h 606722"/>
              <a:gd name="connsiteX32" fmla="*/ 196955 w 607097"/>
              <a:gd name="connsiteY32" fmla="*/ 96101 h 606722"/>
              <a:gd name="connsiteX33" fmla="*/ 211110 w 607097"/>
              <a:gd name="connsiteY33" fmla="*/ 96101 h 606722"/>
              <a:gd name="connsiteX34" fmla="*/ 225355 w 607097"/>
              <a:gd name="connsiteY34" fmla="*/ 110217 h 606722"/>
              <a:gd name="connsiteX35" fmla="*/ 225355 w 607097"/>
              <a:gd name="connsiteY35" fmla="*/ 124334 h 606722"/>
              <a:gd name="connsiteX36" fmla="*/ 218233 w 607097"/>
              <a:gd name="connsiteY36" fmla="*/ 127441 h 606722"/>
              <a:gd name="connsiteX37" fmla="*/ 211110 w 607097"/>
              <a:gd name="connsiteY37" fmla="*/ 124334 h 606722"/>
              <a:gd name="connsiteX38" fmla="*/ 196955 w 607097"/>
              <a:gd name="connsiteY38" fmla="*/ 110217 h 606722"/>
              <a:gd name="connsiteX39" fmla="*/ 196955 w 607097"/>
              <a:gd name="connsiteY39" fmla="*/ 96101 h 606722"/>
              <a:gd name="connsiteX40" fmla="*/ 103963 w 607097"/>
              <a:gd name="connsiteY40" fmla="*/ 81761 h 606722"/>
              <a:gd name="connsiteX41" fmla="*/ 87598 w 607097"/>
              <a:gd name="connsiteY41" fmla="*/ 90026 h 606722"/>
              <a:gd name="connsiteX42" fmla="*/ 62322 w 607097"/>
              <a:gd name="connsiteY42" fmla="*/ 115266 h 606722"/>
              <a:gd name="connsiteX43" fmla="*/ 34998 w 607097"/>
              <a:gd name="connsiteY43" fmla="*/ 265902 h 606722"/>
              <a:gd name="connsiteX44" fmla="*/ 75494 w 607097"/>
              <a:gd name="connsiteY44" fmla="*/ 322602 h 606722"/>
              <a:gd name="connsiteX45" fmla="*/ 283044 w 607097"/>
              <a:gd name="connsiteY45" fmla="*/ 530826 h 606722"/>
              <a:gd name="connsiteX46" fmla="*/ 327634 w 607097"/>
              <a:gd name="connsiteY46" fmla="*/ 565219 h 606722"/>
              <a:gd name="connsiteX47" fmla="*/ 490684 w 607097"/>
              <a:gd name="connsiteY47" fmla="*/ 545046 h 606722"/>
              <a:gd name="connsiteX48" fmla="*/ 515960 w 607097"/>
              <a:gd name="connsiteY48" fmla="*/ 519717 h 606722"/>
              <a:gd name="connsiteX49" fmla="*/ 521033 w 607097"/>
              <a:gd name="connsiteY49" fmla="*/ 485324 h 606722"/>
              <a:gd name="connsiteX50" fmla="*/ 434969 w 607097"/>
              <a:gd name="connsiteY50" fmla="*/ 411561 h 606722"/>
              <a:gd name="connsiteX51" fmla="*/ 414321 w 607097"/>
              <a:gd name="connsiteY51" fmla="*/ 406318 h 606722"/>
              <a:gd name="connsiteX52" fmla="*/ 413698 w 607097"/>
              <a:gd name="connsiteY52" fmla="*/ 406496 h 606722"/>
              <a:gd name="connsiteX53" fmla="*/ 405599 w 607097"/>
              <a:gd name="connsiteY53" fmla="*/ 413605 h 606722"/>
              <a:gd name="connsiteX54" fmla="*/ 404620 w 607097"/>
              <a:gd name="connsiteY54" fmla="*/ 414583 h 606722"/>
              <a:gd name="connsiteX55" fmla="*/ 373202 w 607097"/>
              <a:gd name="connsiteY55" fmla="*/ 447910 h 606722"/>
              <a:gd name="connsiteX56" fmla="*/ 349528 w 607097"/>
              <a:gd name="connsiteY56" fmla="*/ 459552 h 606722"/>
              <a:gd name="connsiteX57" fmla="*/ 405599 w 607097"/>
              <a:gd name="connsiteY57" fmla="*/ 475282 h 606722"/>
              <a:gd name="connsiteX58" fmla="*/ 414677 w 607097"/>
              <a:gd name="connsiteY58" fmla="*/ 486391 h 606722"/>
              <a:gd name="connsiteX59" fmla="*/ 404620 w 607097"/>
              <a:gd name="connsiteY59" fmla="*/ 495456 h 606722"/>
              <a:gd name="connsiteX60" fmla="*/ 403552 w 607097"/>
              <a:gd name="connsiteY60" fmla="*/ 495456 h 606722"/>
              <a:gd name="connsiteX61" fmla="*/ 287138 w 607097"/>
              <a:gd name="connsiteY61" fmla="*/ 441866 h 606722"/>
              <a:gd name="connsiteX62" fmla="*/ 286426 w 607097"/>
              <a:gd name="connsiteY62" fmla="*/ 441067 h 606722"/>
              <a:gd name="connsiteX63" fmla="*/ 284112 w 607097"/>
              <a:gd name="connsiteY63" fmla="*/ 438845 h 606722"/>
              <a:gd name="connsiteX64" fmla="*/ 176777 w 607097"/>
              <a:gd name="connsiteY64" fmla="*/ 331666 h 606722"/>
              <a:gd name="connsiteX65" fmla="*/ 111895 w 607097"/>
              <a:gd name="connsiteY65" fmla="*/ 213379 h 606722"/>
              <a:gd name="connsiteX66" fmla="*/ 121062 w 607097"/>
              <a:gd name="connsiteY66" fmla="*/ 202270 h 606722"/>
              <a:gd name="connsiteX67" fmla="*/ 132188 w 607097"/>
              <a:gd name="connsiteY67" fmla="*/ 211335 h 606722"/>
              <a:gd name="connsiteX68" fmla="*/ 146428 w 607097"/>
              <a:gd name="connsiteY68" fmla="*/ 259325 h 606722"/>
              <a:gd name="connsiteX69" fmla="*/ 158532 w 607097"/>
              <a:gd name="connsiteY69" fmla="*/ 233553 h 606722"/>
              <a:gd name="connsiteX70" fmla="*/ 191907 w 607097"/>
              <a:gd name="connsiteY70" fmla="*/ 202270 h 606722"/>
              <a:gd name="connsiteX71" fmla="*/ 192975 w 607097"/>
              <a:gd name="connsiteY71" fmla="*/ 201204 h 606722"/>
              <a:gd name="connsiteX72" fmla="*/ 200006 w 607097"/>
              <a:gd name="connsiteY72" fmla="*/ 193117 h 606722"/>
              <a:gd name="connsiteX73" fmla="*/ 194933 w 607097"/>
              <a:gd name="connsiteY73" fmla="*/ 170899 h 606722"/>
              <a:gd name="connsiteX74" fmla="*/ 121062 w 607097"/>
              <a:gd name="connsiteY74" fmla="*/ 84961 h 606722"/>
              <a:gd name="connsiteX75" fmla="*/ 103963 w 607097"/>
              <a:gd name="connsiteY75" fmla="*/ 81761 h 606722"/>
              <a:gd name="connsiteX76" fmla="*/ 353980 w 607097"/>
              <a:gd name="connsiteY76" fmla="*/ 30273 h 606722"/>
              <a:gd name="connsiteX77" fmla="*/ 364141 w 607097"/>
              <a:gd name="connsiteY77" fmla="*/ 40422 h 606722"/>
              <a:gd name="connsiteX78" fmla="*/ 364141 w 607097"/>
              <a:gd name="connsiteY78" fmla="*/ 60719 h 606722"/>
              <a:gd name="connsiteX79" fmla="*/ 353980 w 607097"/>
              <a:gd name="connsiteY79" fmla="*/ 70778 h 606722"/>
              <a:gd name="connsiteX80" fmla="*/ 343818 w 607097"/>
              <a:gd name="connsiteY80" fmla="*/ 60719 h 606722"/>
              <a:gd name="connsiteX81" fmla="*/ 343818 w 607097"/>
              <a:gd name="connsiteY81" fmla="*/ 40422 h 606722"/>
              <a:gd name="connsiteX82" fmla="*/ 353980 w 607097"/>
              <a:gd name="connsiteY82" fmla="*/ 30273 h 606722"/>
              <a:gd name="connsiteX83" fmla="*/ 353978 w 607097"/>
              <a:gd name="connsiteY83" fmla="*/ 20263 h 606722"/>
              <a:gd name="connsiteX84" fmla="*/ 174819 w 607097"/>
              <a:gd name="connsiteY84" fmla="*/ 104957 h 606722"/>
              <a:gd name="connsiteX85" fmla="*/ 214246 w 607097"/>
              <a:gd name="connsiteY85" fmla="*/ 160768 h 606722"/>
              <a:gd name="connsiteX86" fmla="*/ 221278 w 607097"/>
              <a:gd name="connsiteY86" fmla="*/ 198182 h 606722"/>
              <a:gd name="connsiteX87" fmla="*/ 215938 w 607097"/>
              <a:gd name="connsiteY87" fmla="*/ 209025 h 606722"/>
              <a:gd name="connsiteX88" fmla="*/ 210152 w 607097"/>
              <a:gd name="connsiteY88" fmla="*/ 215157 h 606722"/>
              <a:gd name="connsiteX89" fmla="*/ 206147 w 607097"/>
              <a:gd name="connsiteY89" fmla="*/ 218445 h 606722"/>
              <a:gd name="connsiteX90" fmla="*/ 176777 w 607097"/>
              <a:gd name="connsiteY90" fmla="*/ 244662 h 606722"/>
              <a:gd name="connsiteX91" fmla="*/ 182829 w 607097"/>
              <a:gd name="connsiteY91" fmla="*/ 308382 h 606722"/>
              <a:gd name="connsiteX92" fmla="*/ 189504 w 607097"/>
              <a:gd name="connsiteY92" fmla="*/ 315136 h 606722"/>
              <a:gd name="connsiteX93" fmla="*/ 189949 w 607097"/>
              <a:gd name="connsiteY93" fmla="*/ 315492 h 606722"/>
              <a:gd name="connsiteX94" fmla="*/ 191640 w 607097"/>
              <a:gd name="connsiteY94" fmla="*/ 317269 h 606722"/>
              <a:gd name="connsiteX95" fmla="*/ 298263 w 607097"/>
              <a:gd name="connsiteY95" fmla="*/ 424714 h 606722"/>
              <a:gd name="connsiteX96" fmla="*/ 362077 w 607097"/>
              <a:gd name="connsiteY96" fmla="*/ 430758 h 606722"/>
              <a:gd name="connsiteX97" fmla="*/ 388422 w 607097"/>
              <a:gd name="connsiteY97" fmla="*/ 401430 h 606722"/>
              <a:gd name="connsiteX98" fmla="*/ 408625 w 607097"/>
              <a:gd name="connsiteY98" fmla="*/ 386233 h 606722"/>
              <a:gd name="connsiteX99" fmla="*/ 419661 w 607097"/>
              <a:gd name="connsiteY99" fmla="*/ 384900 h 606722"/>
              <a:gd name="connsiteX100" fmla="*/ 446094 w 607097"/>
              <a:gd name="connsiteY100" fmla="*/ 392365 h 606722"/>
              <a:gd name="connsiteX101" fmla="*/ 501987 w 607097"/>
              <a:gd name="connsiteY101" fmla="*/ 431646 h 606722"/>
              <a:gd name="connsiteX102" fmla="*/ 586894 w 607097"/>
              <a:gd name="connsiteY102" fmla="*/ 252749 h 606722"/>
              <a:gd name="connsiteX103" fmla="*/ 353978 w 607097"/>
              <a:gd name="connsiteY103" fmla="*/ 20263 h 606722"/>
              <a:gd name="connsiteX104" fmla="*/ 353978 w 607097"/>
              <a:gd name="connsiteY104" fmla="*/ 0 h 606722"/>
              <a:gd name="connsiteX105" fmla="*/ 607097 w 607097"/>
              <a:gd name="connsiteY105" fmla="*/ 252749 h 606722"/>
              <a:gd name="connsiteX106" fmla="*/ 517384 w 607097"/>
              <a:gd name="connsiteY106" fmla="*/ 445421 h 606722"/>
              <a:gd name="connsiteX107" fmla="*/ 540257 w 607097"/>
              <a:gd name="connsiteY107" fmla="*/ 474215 h 606722"/>
              <a:gd name="connsiteX108" fmla="*/ 531179 w 607097"/>
              <a:gd name="connsiteY108" fmla="*/ 532870 h 606722"/>
              <a:gd name="connsiteX109" fmla="*/ 505814 w 607097"/>
              <a:gd name="connsiteY109" fmla="*/ 559176 h 606722"/>
              <a:gd name="connsiteX110" fmla="*/ 401505 w 607097"/>
              <a:gd name="connsiteY110" fmla="*/ 606722 h 606722"/>
              <a:gd name="connsiteX111" fmla="*/ 318556 w 607097"/>
              <a:gd name="connsiteY111" fmla="*/ 582460 h 606722"/>
              <a:gd name="connsiteX112" fmla="*/ 268893 w 607097"/>
              <a:gd name="connsiteY112" fmla="*/ 543979 h 606722"/>
              <a:gd name="connsiteX113" fmla="*/ 61343 w 607097"/>
              <a:gd name="connsiteY113" fmla="*/ 336732 h 606722"/>
              <a:gd name="connsiteX114" fmla="*/ 16753 w 607097"/>
              <a:gd name="connsiteY114" fmla="*/ 275056 h 606722"/>
              <a:gd name="connsiteX115" fmla="*/ 48171 w 607097"/>
              <a:gd name="connsiteY115" fmla="*/ 101135 h 606722"/>
              <a:gd name="connsiteX116" fmla="*/ 73447 w 607097"/>
              <a:gd name="connsiteY116" fmla="*/ 75807 h 606722"/>
              <a:gd name="connsiteX117" fmla="*/ 132188 w 607097"/>
              <a:gd name="connsiteY117" fmla="*/ 66742 h 606722"/>
              <a:gd name="connsiteX118" fmla="*/ 160757 w 607097"/>
              <a:gd name="connsiteY118" fmla="*/ 89315 h 606722"/>
              <a:gd name="connsiteX119" fmla="*/ 353978 w 607097"/>
              <a:gd name="connsiteY119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607097" h="606722">
                <a:moveTo>
                  <a:pt x="482620" y="381169"/>
                </a:moveTo>
                <a:cubicBezTo>
                  <a:pt x="486624" y="377172"/>
                  <a:pt x="492675" y="377172"/>
                  <a:pt x="496768" y="381169"/>
                </a:cubicBezTo>
                <a:lnTo>
                  <a:pt x="510916" y="395381"/>
                </a:lnTo>
                <a:cubicBezTo>
                  <a:pt x="515009" y="399379"/>
                  <a:pt x="515009" y="405419"/>
                  <a:pt x="510916" y="409505"/>
                </a:cubicBezTo>
                <a:cubicBezTo>
                  <a:pt x="509937" y="412525"/>
                  <a:pt x="506912" y="412525"/>
                  <a:pt x="503887" y="412525"/>
                </a:cubicBezTo>
                <a:cubicBezTo>
                  <a:pt x="500861" y="412525"/>
                  <a:pt x="498815" y="411548"/>
                  <a:pt x="496768" y="409505"/>
                </a:cubicBezTo>
                <a:lnTo>
                  <a:pt x="482620" y="395381"/>
                </a:lnTo>
                <a:cubicBezTo>
                  <a:pt x="478527" y="391295"/>
                  <a:pt x="478527" y="385255"/>
                  <a:pt x="482620" y="381169"/>
                </a:cubicBezTo>
                <a:close/>
                <a:moveTo>
                  <a:pt x="546398" y="242745"/>
                </a:moveTo>
                <a:lnTo>
                  <a:pt x="566606" y="242745"/>
                </a:lnTo>
                <a:cubicBezTo>
                  <a:pt x="572659" y="242745"/>
                  <a:pt x="576754" y="246732"/>
                  <a:pt x="576754" y="252756"/>
                </a:cubicBezTo>
                <a:cubicBezTo>
                  <a:pt x="576754" y="258869"/>
                  <a:pt x="572659" y="262856"/>
                  <a:pt x="566606" y="262856"/>
                </a:cubicBezTo>
                <a:lnTo>
                  <a:pt x="546398" y="262856"/>
                </a:lnTo>
                <a:cubicBezTo>
                  <a:pt x="540255" y="262856"/>
                  <a:pt x="536249" y="258869"/>
                  <a:pt x="536249" y="252756"/>
                </a:cubicBezTo>
                <a:cubicBezTo>
                  <a:pt x="536249" y="246732"/>
                  <a:pt x="540255" y="242745"/>
                  <a:pt x="546398" y="242745"/>
                </a:cubicBezTo>
                <a:close/>
                <a:moveTo>
                  <a:pt x="353968" y="101120"/>
                </a:moveTo>
                <a:cubicBezTo>
                  <a:pt x="360022" y="101120"/>
                  <a:pt x="364118" y="105119"/>
                  <a:pt x="364118" y="111251"/>
                </a:cubicBezTo>
                <a:lnTo>
                  <a:pt x="364118" y="242683"/>
                </a:lnTo>
                <a:lnTo>
                  <a:pt x="424838" y="242683"/>
                </a:lnTo>
                <a:cubicBezTo>
                  <a:pt x="430893" y="242683"/>
                  <a:pt x="434988" y="246682"/>
                  <a:pt x="434988" y="252725"/>
                </a:cubicBezTo>
                <a:cubicBezTo>
                  <a:pt x="434988" y="258857"/>
                  <a:pt x="430893" y="262856"/>
                  <a:pt x="424838" y="262856"/>
                </a:cubicBezTo>
                <a:lnTo>
                  <a:pt x="353968" y="262856"/>
                </a:lnTo>
                <a:cubicBezTo>
                  <a:pt x="347825" y="262856"/>
                  <a:pt x="343818" y="258857"/>
                  <a:pt x="343818" y="252725"/>
                </a:cubicBezTo>
                <a:lnTo>
                  <a:pt x="343818" y="111251"/>
                </a:lnTo>
                <a:cubicBezTo>
                  <a:pt x="343818" y="105119"/>
                  <a:pt x="347825" y="101120"/>
                  <a:pt x="353968" y="101120"/>
                </a:cubicBezTo>
                <a:close/>
                <a:moveTo>
                  <a:pt x="496768" y="96101"/>
                </a:moveTo>
                <a:cubicBezTo>
                  <a:pt x="500861" y="92017"/>
                  <a:pt x="506912" y="92017"/>
                  <a:pt x="510916" y="96101"/>
                </a:cubicBezTo>
                <a:cubicBezTo>
                  <a:pt x="515009" y="100096"/>
                  <a:pt x="515009" y="106222"/>
                  <a:pt x="510916" y="110217"/>
                </a:cubicBezTo>
                <a:lnTo>
                  <a:pt x="496768" y="124334"/>
                </a:lnTo>
                <a:cubicBezTo>
                  <a:pt x="494722" y="126376"/>
                  <a:pt x="492675" y="127441"/>
                  <a:pt x="489650" y="127441"/>
                </a:cubicBezTo>
                <a:cubicBezTo>
                  <a:pt x="486624" y="127441"/>
                  <a:pt x="484578" y="126376"/>
                  <a:pt x="482620" y="124334"/>
                </a:cubicBezTo>
                <a:cubicBezTo>
                  <a:pt x="478527" y="120338"/>
                  <a:pt x="478527" y="114301"/>
                  <a:pt x="482620" y="110217"/>
                </a:cubicBezTo>
                <a:close/>
                <a:moveTo>
                  <a:pt x="196955" y="96101"/>
                </a:moveTo>
                <a:cubicBezTo>
                  <a:pt x="201050" y="92017"/>
                  <a:pt x="207104" y="92017"/>
                  <a:pt x="211110" y="96101"/>
                </a:cubicBezTo>
                <a:lnTo>
                  <a:pt x="225355" y="110217"/>
                </a:lnTo>
                <a:cubicBezTo>
                  <a:pt x="229361" y="114301"/>
                  <a:pt x="229361" y="120338"/>
                  <a:pt x="225355" y="124334"/>
                </a:cubicBezTo>
                <a:cubicBezTo>
                  <a:pt x="223307" y="126376"/>
                  <a:pt x="220280" y="127441"/>
                  <a:pt x="218233" y="127441"/>
                </a:cubicBezTo>
                <a:cubicBezTo>
                  <a:pt x="215206" y="127441"/>
                  <a:pt x="213158" y="126376"/>
                  <a:pt x="211110" y="124334"/>
                </a:cubicBezTo>
                <a:lnTo>
                  <a:pt x="196955" y="110217"/>
                </a:lnTo>
                <a:cubicBezTo>
                  <a:pt x="192949" y="106222"/>
                  <a:pt x="192949" y="100096"/>
                  <a:pt x="196955" y="96101"/>
                </a:cubicBezTo>
                <a:close/>
                <a:moveTo>
                  <a:pt x="103963" y="81761"/>
                </a:moveTo>
                <a:cubicBezTo>
                  <a:pt x="98011" y="82650"/>
                  <a:pt x="92182" y="85449"/>
                  <a:pt x="87598" y="90026"/>
                </a:cubicBezTo>
                <a:lnTo>
                  <a:pt x="62322" y="115266"/>
                </a:lnTo>
                <a:cubicBezTo>
                  <a:pt x="17732" y="159790"/>
                  <a:pt x="8654" y="209291"/>
                  <a:pt x="34998" y="265902"/>
                </a:cubicBezTo>
                <a:cubicBezTo>
                  <a:pt x="44077" y="285187"/>
                  <a:pt x="57249" y="304383"/>
                  <a:pt x="75494" y="322602"/>
                </a:cubicBezTo>
                <a:lnTo>
                  <a:pt x="283044" y="530826"/>
                </a:lnTo>
                <a:cubicBezTo>
                  <a:pt x="297284" y="545046"/>
                  <a:pt x="312415" y="557132"/>
                  <a:pt x="327634" y="565219"/>
                </a:cubicBezTo>
                <a:cubicBezTo>
                  <a:pt x="389401" y="599612"/>
                  <a:pt x="443068" y="592503"/>
                  <a:pt x="490684" y="545046"/>
                </a:cubicBezTo>
                <a:lnTo>
                  <a:pt x="515960" y="519717"/>
                </a:lnTo>
                <a:cubicBezTo>
                  <a:pt x="525127" y="510653"/>
                  <a:pt x="527085" y="496433"/>
                  <a:pt x="521033" y="485324"/>
                </a:cubicBezTo>
                <a:cubicBezTo>
                  <a:pt x="503856" y="451998"/>
                  <a:pt x="434969" y="411561"/>
                  <a:pt x="434969" y="411561"/>
                </a:cubicBezTo>
                <a:cubicBezTo>
                  <a:pt x="427582" y="407829"/>
                  <a:pt x="420195" y="405874"/>
                  <a:pt x="414321" y="406318"/>
                </a:cubicBezTo>
                <a:cubicBezTo>
                  <a:pt x="414143" y="406318"/>
                  <a:pt x="413876" y="406407"/>
                  <a:pt x="413698" y="406496"/>
                </a:cubicBezTo>
                <a:cubicBezTo>
                  <a:pt x="409604" y="407473"/>
                  <a:pt x="407646" y="409517"/>
                  <a:pt x="405599" y="413605"/>
                </a:cubicBezTo>
                <a:lnTo>
                  <a:pt x="404620" y="414583"/>
                </a:lnTo>
                <a:cubicBezTo>
                  <a:pt x="397500" y="423648"/>
                  <a:pt x="380323" y="443910"/>
                  <a:pt x="373202" y="447910"/>
                </a:cubicBezTo>
                <a:cubicBezTo>
                  <a:pt x="365548" y="453242"/>
                  <a:pt x="357538" y="457152"/>
                  <a:pt x="349528" y="459552"/>
                </a:cubicBezTo>
                <a:cubicBezTo>
                  <a:pt x="365281" y="466839"/>
                  <a:pt x="384328" y="473149"/>
                  <a:pt x="405599" y="475282"/>
                </a:cubicBezTo>
                <a:cubicBezTo>
                  <a:pt x="410672" y="476259"/>
                  <a:pt x="414677" y="480259"/>
                  <a:pt x="414677" y="486391"/>
                </a:cubicBezTo>
                <a:cubicBezTo>
                  <a:pt x="413698" y="491456"/>
                  <a:pt x="409604" y="495456"/>
                  <a:pt x="404620" y="495456"/>
                </a:cubicBezTo>
                <a:lnTo>
                  <a:pt x="403552" y="495456"/>
                </a:lnTo>
                <a:cubicBezTo>
                  <a:pt x="333686" y="488346"/>
                  <a:pt x="288117" y="443910"/>
                  <a:pt x="287138" y="441866"/>
                </a:cubicBezTo>
                <a:cubicBezTo>
                  <a:pt x="286871" y="441600"/>
                  <a:pt x="286604" y="441333"/>
                  <a:pt x="286426" y="441067"/>
                </a:cubicBezTo>
                <a:cubicBezTo>
                  <a:pt x="285625" y="440356"/>
                  <a:pt x="284824" y="439645"/>
                  <a:pt x="284112" y="438845"/>
                </a:cubicBezTo>
                <a:lnTo>
                  <a:pt x="176777" y="331666"/>
                </a:lnTo>
                <a:cubicBezTo>
                  <a:pt x="174730" y="329622"/>
                  <a:pt x="119015" y="284120"/>
                  <a:pt x="111895" y="213379"/>
                </a:cubicBezTo>
                <a:cubicBezTo>
                  <a:pt x="110916" y="208314"/>
                  <a:pt x="115010" y="203248"/>
                  <a:pt x="121062" y="202270"/>
                </a:cubicBezTo>
                <a:cubicBezTo>
                  <a:pt x="127115" y="201204"/>
                  <a:pt x="131209" y="205292"/>
                  <a:pt x="132188" y="211335"/>
                </a:cubicBezTo>
                <a:cubicBezTo>
                  <a:pt x="133968" y="229109"/>
                  <a:pt x="139486" y="245284"/>
                  <a:pt x="146428" y="259325"/>
                </a:cubicBezTo>
                <a:cubicBezTo>
                  <a:pt x="148653" y="250794"/>
                  <a:pt x="152658" y="242262"/>
                  <a:pt x="158532" y="233553"/>
                </a:cubicBezTo>
                <a:cubicBezTo>
                  <a:pt x="162537" y="227510"/>
                  <a:pt x="183808" y="210358"/>
                  <a:pt x="191907" y="202270"/>
                </a:cubicBezTo>
                <a:lnTo>
                  <a:pt x="192975" y="201204"/>
                </a:lnTo>
                <a:cubicBezTo>
                  <a:pt x="196980" y="199160"/>
                  <a:pt x="199027" y="196138"/>
                  <a:pt x="200006" y="193117"/>
                </a:cubicBezTo>
                <a:cubicBezTo>
                  <a:pt x="202053" y="187073"/>
                  <a:pt x="200006" y="178986"/>
                  <a:pt x="194933" y="170899"/>
                </a:cubicBezTo>
                <a:cubicBezTo>
                  <a:pt x="194933" y="169832"/>
                  <a:pt x="154438" y="102113"/>
                  <a:pt x="121062" y="84961"/>
                </a:cubicBezTo>
                <a:cubicBezTo>
                  <a:pt x="115989" y="81895"/>
                  <a:pt x="109915" y="80873"/>
                  <a:pt x="103963" y="81761"/>
                </a:cubicBezTo>
                <a:close/>
                <a:moveTo>
                  <a:pt x="353980" y="30273"/>
                </a:moveTo>
                <a:cubicBezTo>
                  <a:pt x="360041" y="30273"/>
                  <a:pt x="364141" y="34368"/>
                  <a:pt x="364141" y="40422"/>
                </a:cubicBezTo>
                <a:lnTo>
                  <a:pt x="364141" y="60719"/>
                </a:lnTo>
                <a:cubicBezTo>
                  <a:pt x="364141" y="66772"/>
                  <a:pt x="360041" y="70778"/>
                  <a:pt x="353980" y="70778"/>
                </a:cubicBezTo>
                <a:cubicBezTo>
                  <a:pt x="347829" y="70778"/>
                  <a:pt x="343818" y="66772"/>
                  <a:pt x="343818" y="60719"/>
                </a:cubicBezTo>
                <a:lnTo>
                  <a:pt x="343818" y="40422"/>
                </a:lnTo>
                <a:cubicBezTo>
                  <a:pt x="343818" y="34368"/>
                  <a:pt x="347829" y="30273"/>
                  <a:pt x="353980" y="30273"/>
                </a:cubicBezTo>
                <a:close/>
                <a:moveTo>
                  <a:pt x="353978" y="20263"/>
                </a:moveTo>
                <a:cubicBezTo>
                  <a:pt x="284112" y="20263"/>
                  <a:pt x="219409" y="50479"/>
                  <a:pt x="174819" y="104957"/>
                </a:cubicBezTo>
                <a:cubicBezTo>
                  <a:pt x="196446" y="130818"/>
                  <a:pt x="212911" y="158901"/>
                  <a:pt x="214246" y="160768"/>
                </a:cubicBezTo>
                <a:cubicBezTo>
                  <a:pt x="221278" y="173920"/>
                  <a:pt x="224304" y="187073"/>
                  <a:pt x="221278" y="198182"/>
                </a:cubicBezTo>
                <a:cubicBezTo>
                  <a:pt x="220299" y="202093"/>
                  <a:pt x="218430" y="205736"/>
                  <a:pt x="215938" y="209025"/>
                </a:cubicBezTo>
                <a:cubicBezTo>
                  <a:pt x="214336" y="211335"/>
                  <a:pt x="212466" y="213379"/>
                  <a:pt x="210152" y="215157"/>
                </a:cubicBezTo>
                <a:cubicBezTo>
                  <a:pt x="208906" y="216312"/>
                  <a:pt x="207482" y="217378"/>
                  <a:pt x="206147" y="218445"/>
                </a:cubicBezTo>
                <a:cubicBezTo>
                  <a:pt x="193954" y="228487"/>
                  <a:pt x="179803" y="241640"/>
                  <a:pt x="176777" y="244662"/>
                </a:cubicBezTo>
                <a:cubicBezTo>
                  <a:pt x="160579" y="269012"/>
                  <a:pt x="162537" y="287142"/>
                  <a:pt x="182829" y="308382"/>
                </a:cubicBezTo>
                <a:lnTo>
                  <a:pt x="189504" y="315136"/>
                </a:lnTo>
                <a:cubicBezTo>
                  <a:pt x="189771" y="315403"/>
                  <a:pt x="189949" y="315492"/>
                  <a:pt x="189949" y="315492"/>
                </a:cubicBezTo>
                <a:cubicBezTo>
                  <a:pt x="190572" y="316025"/>
                  <a:pt x="191195" y="316647"/>
                  <a:pt x="191640" y="317269"/>
                </a:cubicBezTo>
                <a:lnTo>
                  <a:pt x="298263" y="424714"/>
                </a:lnTo>
                <a:cubicBezTo>
                  <a:pt x="318556" y="444888"/>
                  <a:pt x="337780" y="446932"/>
                  <a:pt x="362077" y="430758"/>
                </a:cubicBezTo>
                <a:cubicBezTo>
                  <a:pt x="365103" y="428713"/>
                  <a:pt x="378275" y="414583"/>
                  <a:pt x="388422" y="401430"/>
                </a:cubicBezTo>
                <a:cubicBezTo>
                  <a:pt x="393406" y="393343"/>
                  <a:pt x="400526" y="388277"/>
                  <a:pt x="408625" y="386233"/>
                </a:cubicBezTo>
                <a:cubicBezTo>
                  <a:pt x="412096" y="385344"/>
                  <a:pt x="415834" y="384900"/>
                  <a:pt x="419661" y="384900"/>
                </a:cubicBezTo>
                <a:cubicBezTo>
                  <a:pt x="428294" y="384989"/>
                  <a:pt x="437728" y="387477"/>
                  <a:pt x="446094" y="392365"/>
                </a:cubicBezTo>
                <a:cubicBezTo>
                  <a:pt x="447963" y="393609"/>
                  <a:pt x="476088" y="410051"/>
                  <a:pt x="501987" y="431646"/>
                </a:cubicBezTo>
                <a:cubicBezTo>
                  <a:pt x="556545" y="387122"/>
                  <a:pt x="586894" y="322513"/>
                  <a:pt x="586894" y="252749"/>
                </a:cubicBezTo>
                <a:cubicBezTo>
                  <a:pt x="586894" y="124330"/>
                  <a:pt x="482585" y="20263"/>
                  <a:pt x="353978" y="20263"/>
                </a:cubicBezTo>
                <a:close/>
                <a:moveTo>
                  <a:pt x="353978" y="0"/>
                </a:moveTo>
                <a:cubicBezTo>
                  <a:pt x="493710" y="0"/>
                  <a:pt x="607097" y="113222"/>
                  <a:pt x="607097" y="252749"/>
                </a:cubicBezTo>
                <a:cubicBezTo>
                  <a:pt x="607097" y="327578"/>
                  <a:pt x="574345" y="397786"/>
                  <a:pt x="517384" y="445421"/>
                </a:cubicBezTo>
                <a:cubicBezTo>
                  <a:pt x="526907" y="454753"/>
                  <a:pt x="535184" y="464617"/>
                  <a:pt x="540257" y="474215"/>
                </a:cubicBezTo>
                <a:cubicBezTo>
                  <a:pt x="550403" y="493412"/>
                  <a:pt x="547377" y="517673"/>
                  <a:pt x="531179" y="532870"/>
                </a:cubicBezTo>
                <a:lnTo>
                  <a:pt x="505814" y="559176"/>
                </a:lnTo>
                <a:cubicBezTo>
                  <a:pt x="474486" y="590548"/>
                  <a:pt x="438974" y="606722"/>
                  <a:pt x="401505" y="606722"/>
                </a:cubicBezTo>
                <a:cubicBezTo>
                  <a:pt x="375249" y="606722"/>
                  <a:pt x="346858" y="598635"/>
                  <a:pt x="318556" y="582460"/>
                </a:cubicBezTo>
                <a:cubicBezTo>
                  <a:pt x="301289" y="573307"/>
                  <a:pt x="285091" y="560154"/>
                  <a:pt x="268893" y="543979"/>
                </a:cubicBezTo>
                <a:lnTo>
                  <a:pt x="61343" y="336732"/>
                </a:lnTo>
                <a:cubicBezTo>
                  <a:pt x="42030" y="317536"/>
                  <a:pt x="26899" y="296296"/>
                  <a:pt x="16753" y="275056"/>
                </a:cubicBezTo>
                <a:cubicBezTo>
                  <a:pt x="-13596" y="210358"/>
                  <a:pt x="-2471" y="151703"/>
                  <a:pt x="48171" y="101135"/>
                </a:cubicBezTo>
                <a:lnTo>
                  <a:pt x="73447" y="75807"/>
                </a:lnTo>
                <a:cubicBezTo>
                  <a:pt x="88666" y="60699"/>
                  <a:pt x="112963" y="56611"/>
                  <a:pt x="132188" y="66742"/>
                </a:cubicBezTo>
                <a:cubicBezTo>
                  <a:pt x="141711" y="71719"/>
                  <a:pt x="151412" y="79895"/>
                  <a:pt x="160757" y="89315"/>
                </a:cubicBezTo>
                <a:cubicBezTo>
                  <a:pt x="209173" y="32971"/>
                  <a:pt x="278772" y="0"/>
                  <a:pt x="353978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  <a:ex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8" name="ïṡḻidè">
            <a:extLst>
              <a:ext uri="{FF2B5EF4-FFF2-40B4-BE49-F238E27FC236}">
                <a16:creationId xmlns:a16="http://schemas.microsoft.com/office/drawing/2014/main" id="{231FF499-8D0B-45B7-BBAC-B63D1709F7F8}"/>
              </a:ext>
            </a:extLst>
          </p:cNvPr>
          <p:cNvSpPr/>
          <p:nvPr/>
        </p:nvSpPr>
        <p:spPr bwMode="auto">
          <a:xfrm>
            <a:off x="8916534" y="5273419"/>
            <a:ext cx="2108063" cy="557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1000" dirty="0"/>
              <a:t>添加说明注释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1000" dirty="0"/>
              <a:t>增强图形可读性</a:t>
            </a:r>
          </a:p>
        </p:txBody>
      </p:sp>
      <p:sp>
        <p:nvSpPr>
          <p:cNvPr id="29" name="íS1íḍê">
            <a:extLst>
              <a:ext uri="{FF2B5EF4-FFF2-40B4-BE49-F238E27FC236}">
                <a16:creationId xmlns:a16="http://schemas.microsoft.com/office/drawing/2014/main" id="{240C9C47-53CB-45E7-A2F9-9C5CFAEA390A}"/>
              </a:ext>
            </a:extLst>
          </p:cNvPr>
          <p:cNvSpPr txBox="1"/>
          <p:nvPr/>
        </p:nvSpPr>
        <p:spPr bwMode="auto">
          <a:xfrm>
            <a:off x="8916534" y="4860539"/>
            <a:ext cx="2108063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zh-CN" b="1" dirty="0">
                <a:solidFill>
                  <a:schemeClr val="accent3"/>
                </a:solidFill>
              </a:rPr>
              <a:t>Note</a:t>
            </a:r>
          </a:p>
        </p:txBody>
      </p:sp>
      <p:sp>
        <p:nvSpPr>
          <p:cNvPr id="30" name="îṥľîḑé">
            <a:extLst>
              <a:ext uri="{FF2B5EF4-FFF2-40B4-BE49-F238E27FC236}">
                <a16:creationId xmlns:a16="http://schemas.microsoft.com/office/drawing/2014/main" id="{6D82B3AD-E581-4DA7-AC9A-0BAAEE12E5A6}"/>
              </a:ext>
            </a:extLst>
          </p:cNvPr>
          <p:cNvSpPr/>
          <p:nvPr/>
        </p:nvSpPr>
        <p:spPr bwMode="auto">
          <a:xfrm>
            <a:off x="8277987" y="5017462"/>
            <a:ext cx="461080" cy="332731"/>
          </a:xfrm>
          <a:custGeom>
            <a:avLst/>
            <a:gdLst>
              <a:gd name="connsiteX0" fmla="*/ 91000 w 605879"/>
              <a:gd name="connsiteY0" fmla="*/ 173662 h 437224"/>
              <a:gd name="connsiteX1" fmla="*/ 331193 w 605879"/>
              <a:gd name="connsiteY1" fmla="*/ 173662 h 437224"/>
              <a:gd name="connsiteX2" fmla="*/ 342454 w 605879"/>
              <a:gd name="connsiteY2" fmla="*/ 184882 h 437224"/>
              <a:gd name="connsiteX3" fmla="*/ 331193 w 605879"/>
              <a:gd name="connsiteY3" fmla="*/ 196102 h 437224"/>
              <a:gd name="connsiteX4" fmla="*/ 91000 w 605879"/>
              <a:gd name="connsiteY4" fmla="*/ 196102 h 437224"/>
              <a:gd name="connsiteX5" fmla="*/ 79739 w 605879"/>
              <a:gd name="connsiteY5" fmla="*/ 184882 h 437224"/>
              <a:gd name="connsiteX6" fmla="*/ 91000 w 605879"/>
              <a:gd name="connsiteY6" fmla="*/ 173662 h 437224"/>
              <a:gd name="connsiteX7" fmla="*/ 421630 w 605879"/>
              <a:gd name="connsiteY7" fmla="*/ 131441 h 437224"/>
              <a:gd name="connsiteX8" fmla="*/ 423552 w 605879"/>
              <a:gd name="connsiteY8" fmla="*/ 152274 h 437224"/>
              <a:gd name="connsiteX9" fmla="*/ 275961 w 605879"/>
              <a:gd name="connsiteY9" fmla="*/ 300986 h 437224"/>
              <a:gd name="connsiteX10" fmla="*/ 408175 w 605879"/>
              <a:gd name="connsiteY10" fmla="*/ 358277 h 437224"/>
              <a:gd name="connsiteX11" fmla="*/ 418060 w 605879"/>
              <a:gd name="connsiteY11" fmla="*/ 365267 h 437224"/>
              <a:gd name="connsiteX12" fmla="*/ 488218 w 605879"/>
              <a:gd name="connsiteY12" fmla="*/ 410360 h 437224"/>
              <a:gd name="connsiteX13" fmla="*/ 474214 w 605879"/>
              <a:gd name="connsiteY13" fmla="*/ 363348 h 437224"/>
              <a:gd name="connsiteX14" fmla="*/ 482039 w 605879"/>
              <a:gd name="connsiteY14" fmla="*/ 349916 h 437224"/>
              <a:gd name="connsiteX15" fmla="*/ 583363 w 605879"/>
              <a:gd name="connsiteY15" fmla="*/ 244928 h 437224"/>
              <a:gd name="connsiteX16" fmla="*/ 421630 w 605879"/>
              <a:gd name="connsiteY16" fmla="*/ 131441 h 437224"/>
              <a:gd name="connsiteX17" fmla="*/ 75898 w 605879"/>
              <a:gd name="connsiteY17" fmla="*/ 120173 h 437224"/>
              <a:gd name="connsiteX18" fmla="*/ 340509 w 605879"/>
              <a:gd name="connsiteY18" fmla="*/ 120173 h 437224"/>
              <a:gd name="connsiteX19" fmla="*/ 351769 w 605879"/>
              <a:gd name="connsiteY19" fmla="*/ 131428 h 437224"/>
              <a:gd name="connsiteX20" fmla="*/ 340509 w 605879"/>
              <a:gd name="connsiteY20" fmla="*/ 142683 h 437224"/>
              <a:gd name="connsiteX21" fmla="*/ 75898 w 605879"/>
              <a:gd name="connsiteY21" fmla="*/ 142683 h 437224"/>
              <a:gd name="connsiteX22" fmla="*/ 64638 w 605879"/>
              <a:gd name="connsiteY22" fmla="*/ 131428 h 437224"/>
              <a:gd name="connsiteX23" fmla="*/ 75898 w 605879"/>
              <a:gd name="connsiteY23" fmla="*/ 120173 h 437224"/>
              <a:gd name="connsiteX24" fmla="*/ 210609 w 605879"/>
              <a:gd name="connsiteY24" fmla="*/ 22478 h 437224"/>
              <a:gd name="connsiteX25" fmla="*/ 22516 w 605879"/>
              <a:gd name="connsiteY25" fmla="*/ 153508 h 437224"/>
              <a:gd name="connsiteX26" fmla="*/ 139216 w 605879"/>
              <a:gd name="connsiteY26" fmla="*/ 274807 h 437224"/>
              <a:gd name="connsiteX27" fmla="*/ 147042 w 605879"/>
              <a:gd name="connsiteY27" fmla="*/ 288102 h 437224"/>
              <a:gd name="connsiteX28" fmla="*/ 130017 w 605879"/>
              <a:gd name="connsiteY28" fmla="*/ 344297 h 437224"/>
              <a:gd name="connsiteX29" fmla="*/ 214041 w 605879"/>
              <a:gd name="connsiteY29" fmla="*/ 291254 h 437224"/>
              <a:gd name="connsiteX30" fmla="*/ 223927 w 605879"/>
              <a:gd name="connsiteY30" fmla="*/ 284264 h 437224"/>
              <a:gd name="connsiteX31" fmla="*/ 398839 w 605879"/>
              <a:gd name="connsiteY31" fmla="*/ 152960 h 437224"/>
              <a:gd name="connsiteX32" fmla="*/ 369596 w 605879"/>
              <a:gd name="connsiteY32" fmla="*/ 80592 h 437224"/>
              <a:gd name="connsiteX33" fmla="*/ 210609 w 605879"/>
              <a:gd name="connsiteY33" fmla="*/ 22478 h 437224"/>
              <a:gd name="connsiteX34" fmla="*/ 210609 w 605879"/>
              <a:gd name="connsiteY34" fmla="*/ 0 h 437224"/>
              <a:gd name="connsiteX35" fmla="*/ 385796 w 605879"/>
              <a:gd name="connsiteY35" fmla="*/ 64967 h 437224"/>
              <a:gd name="connsiteX36" fmla="*/ 414079 w 605879"/>
              <a:gd name="connsiteY36" fmla="*/ 109100 h 437224"/>
              <a:gd name="connsiteX37" fmla="*/ 419845 w 605879"/>
              <a:gd name="connsiteY37" fmla="*/ 108963 h 437224"/>
              <a:gd name="connsiteX38" fmla="*/ 605879 w 605879"/>
              <a:gd name="connsiteY38" fmla="*/ 244928 h 437224"/>
              <a:gd name="connsiteX39" fmla="*/ 498515 w 605879"/>
              <a:gd name="connsiteY39" fmla="*/ 368420 h 437224"/>
              <a:gd name="connsiteX40" fmla="*/ 516088 w 605879"/>
              <a:gd name="connsiteY40" fmla="*/ 414609 h 437224"/>
              <a:gd name="connsiteX41" fmla="*/ 522953 w 605879"/>
              <a:gd name="connsiteY41" fmla="*/ 428178 h 437224"/>
              <a:gd name="connsiteX42" fmla="*/ 510185 w 605879"/>
              <a:gd name="connsiteY42" fmla="*/ 437224 h 437224"/>
              <a:gd name="connsiteX43" fmla="*/ 400487 w 605879"/>
              <a:gd name="connsiteY43" fmla="*/ 380344 h 437224"/>
              <a:gd name="connsiteX44" fmla="*/ 250836 w 605879"/>
              <a:gd name="connsiteY44" fmla="*/ 304275 h 437224"/>
              <a:gd name="connsiteX45" fmla="*/ 231752 w 605879"/>
              <a:gd name="connsiteY45" fmla="*/ 306331 h 437224"/>
              <a:gd name="connsiteX46" fmla="*/ 107639 w 605879"/>
              <a:gd name="connsiteY46" fmla="*/ 371161 h 437224"/>
              <a:gd name="connsiteX47" fmla="*/ 94596 w 605879"/>
              <a:gd name="connsiteY47" fmla="*/ 361978 h 437224"/>
              <a:gd name="connsiteX48" fmla="*/ 102009 w 605879"/>
              <a:gd name="connsiteY48" fmla="*/ 348135 h 437224"/>
              <a:gd name="connsiteX49" fmla="*/ 122741 w 605879"/>
              <a:gd name="connsiteY49" fmla="*/ 293173 h 437224"/>
              <a:gd name="connsiteX50" fmla="*/ 0 w 605879"/>
              <a:gd name="connsiteY50" fmla="*/ 153508 h 437224"/>
              <a:gd name="connsiteX51" fmla="*/ 210609 w 605879"/>
              <a:gd name="connsiteY51" fmla="*/ 0 h 437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879" h="437224">
                <a:moveTo>
                  <a:pt x="91000" y="173662"/>
                </a:moveTo>
                <a:lnTo>
                  <a:pt x="331193" y="173662"/>
                </a:lnTo>
                <a:cubicBezTo>
                  <a:pt x="337373" y="173662"/>
                  <a:pt x="342454" y="178725"/>
                  <a:pt x="342454" y="184882"/>
                </a:cubicBezTo>
                <a:cubicBezTo>
                  <a:pt x="342454" y="191040"/>
                  <a:pt x="337373" y="196102"/>
                  <a:pt x="331193" y="196102"/>
                </a:cubicBezTo>
                <a:lnTo>
                  <a:pt x="91000" y="196102"/>
                </a:lnTo>
                <a:cubicBezTo>
                  <a:pt x="84683" y="196102"/>
                  <a:pt x="79739" y="191040"/>
                  <a:pt x="79739" y="184882"/>
                </a:cubicBezTo>
                <a:cubicBezTo>
                  <a:pt x="79739" y="178725"/>
                  <a:pt x="84683" y="173662"/>
                  <a:pt x="91000" y="173662"/>
                </a:cubicBezTo>
                <a:close/>
                <a:moveTo>
                  <a:pt x="421630" y="131441"/>
                </a:moveTo>
                <a:cubicBezTo>
                  <a:pt x="423003" y="138294"/>
                  <a:pt x="423552" y="145284"/>
                  <a:pt x="423552" y="152274"/>
                </a:cubicBezTo>
                <a:cubicBezTo>
                  <a:pt x="423552" y="220668"/>
                  <a:pt x="362456" y="281249"/>
                  <a:pt x="275961" y="300986"/>
                </a:cubicBezTo>
                <a:cubicBezTo>
                  <a:pt x="302047" y="334017"/>
                  <a:pt x="350924" y="355536"/>
                  <a:pt x="408175" y="358277"/>
                </a:cubicBezTo>
                <a:cubicBezTo>
                  <a:pt x="412569" y="358551"/>
                  <a:pt x="416413" y="361293"/>
                  <a:pt x="418060" y="365267"/>
                </a:cubicBezTo>
                <a:cubicBezTo>
                  <a:pt x="427259" y="388019"/>
                  <a:pt x="463505" y="403370"/>
                  <a:pt x="488218" y="410360"/>
                </a:cubicBezTo>
                <a:cubicBezTo>
                  <a:pt x="483962" y="399944"/>
                  <a:pt x="479156" y="385004"/>
                  <a:pt x="474214" y="363348"/>
                </a:cubicBezTo>
                <a:cubicBezTo>
                  <a:pt x="472841" y="357455"/>
                  <a:pt x="476273" y="351698"/>
                  <a:pt x="482039" y="349916"/>
                </a:cubicBezTo>
                <a:cubicBezTo>
                  <a:pt x="543685" y="332236"/>
                  <a:pt x="583500" y="290980"/>
                  <a:pt x="583363" y="244928"/>
                </a:cubicBezTo>
                <a:cubicBezTo>
                  <a:pt x="583363" y="182839"/>
                  <a:pt x="511009" y="132126"/>
                  <a:pt x="421630" y="131441"/>
                </a:cubicBezTo>
                <a:close/>
                <a:moveTo>
                  <a:pt x="75898" y="120173"/>
                </a:moveTo>
                <a:lnTo>
                  <a:pt x="340509" y="120173"/>
                </a:lnTo>
                <a:cubicBezTo>
                  <a:pt x="346826" y="120173"/>
                  <a:pt x="351769" y="125114"/>
                  <a:pt x="351769" y="131428"/>
                </a:cubicBezTo>
                <a:cubicBezTo>
                  <a:pt x="351769" y="137604"/>
                  <a:pt x="346826" y="142683"/>
                  <a:pt x="340509" y="142683"/>
                </a:cubicBezTo>
                <a:lnTo>
                  <a:pt x="75898" y="142683"/>
                </a:lnTo>
                <a:cubicBezTo>
                  <a:pt x="69719" y="142683"/>
                  <a:pt x="64638" y="137604"/>
                  <a:pt x="64638" y="131428"/>
                </a:cubicBezTo>
                <a:cubicBezTo>
                  <a:pt x="64638" y="125114"/>
                  <a:pt x="69719" y="120173"/>
                  <a:pt x="75898" y="120173"/>
                </a:cubicBezTo>
                <a:close/>
                <a:moveTo>
                  <a:pt x="210609" y="22478"/>
                </a:moveTo>
                <a:cubicBezTo>
                  <a:pt x="106952" y="22478"/>
                  <a:pt x="22516" y="81277"/>
                  <a:pt x="22516" y="153508"/>
                </a:cubicBezTo>
                <a:cubicBezTo>
                  <a:pt x="22516" y="206688"/>
                  <a:pt x="68372" y="254385"/>
                  <a:pt x="139216" y="274807"/>
                </a:cubicBezTo>
                <a:cubicBezTo>
                  <a:pt x="144983" y="276452"/>
                  <a:pt x="148415" y="282208"/>
                  <a:pt x="147042" y="288102"/>
                </a:cubicBezTo>
                <a:cubicBezTo>
                  <a:pt x="140864" y="314966"/>
                  <a:pt x="135097" y="332647"/>
                  <a:pt x="130017" y="344297"/>
                </a:cubicBezTo>
                <a:cubicBezTo>
                  <a:pt x="158437" y="336622"/>
                  <a:pt x="203058" y="318667"/>
                  <a:pt x="214041" y="291254"/>
                </a:cubicBezTo>
                <a:cubicBezTo>
                  <a:pt x="215689" y="287280"/>
                  <a:pt x="219533" y="284538"/>
                  <a:pt x="223927" y="284264"/>
                </a:cubicBezTo>
                <a:cubicBezTo>
                  <a:pt x="320170" y="279604"/>
                  <a:pt x="395407" y="223135"/>
                  <a:pt x="398839" y="152960"/>
                </a:cubicBezTo>
                <a:cubicBezTo>
                  <a:pt x="400075" y="126918"/>
                  <a:pt x="389915" y="101836"/>
                  <a:pt x="369596" y="80592"/>
                </a:cubicBezTo>
                <a:cubicBezTo>
                  <a:pt x="334860" y="44133"/>
                  <a:pt x="275412" y="22478"/>
                  <a:pt x="210609" y="22478"/>
                </a:cubicBezTo>
                <a:close/>
                <a:moveTo>
                  <a:pt x="210609" y="0"/>
                </a:moveTo>
                <a:cubicBezTo>
                  <a:pt x="281453" y="0"/>
                  <a:pt x="346942" y="24260"/>
                  <a:pt x="385796" y="64967"/>
                </a:cubicBezTo>
                <a:cubicBezTo>
                  <a:pt x="398702" y="78536"/>
                  <a:pt x="408175" y="93338"/>
                  <a:pt x="414079" y="109100"/>
                </a:cubicBezTo>
                <a:cubicBezTo>
                  <a:pt x="416001" y="108963"/>
                  <a:pt x="417923" y="108963"/>
                  <a:pt x="419845" y="108963"/>
                </a:cubicBezTo>
                <a:cubicBezTo>
                  <a:pt x="522404" y="108963"/>
                  <a:pt x="606016" y="169955"/>
                  <a:pt x="605879" y="244928"/>
                </a:cubicBezTo>
                <a:cubicBezTo>
                  <a:pt x="605879" y="298519"/>
                  <a:pt x="564141" y="346079"/>
                  <a:pt x="498515" y="368420"/>
                </a:cubicBezTo>
                <a:cubicBezTo>
                  <a:pt x="506066" y="398025"/>
                  <a:pt x="512931" y="412279"/>
                  <a:pt x="516088" y="414609"/>
                </a:cubicBezTo>
                <a:cubicBezTo>
                  <a:pt x="524601" y="418858"/>
                  <a:pt x="523228" y="426671"/>
                  <a:pt x="522953" y="428178"/>
                </a:cubicBezTo>
                <a:cubicBezTo>
                  <a:pt x="522541" y="429686"/>
                  <a:pt x="520207" y="437224"/>
                  <a:pt x="510185" y="437224"/>
                </a:cubicBezTo>
                <a:cubicBezTo>
                  <a:pt x="497828" y="437224"/>
                  <a:pt x="423689" y="421325"/>
                  <a:pt x="400487" y="380344"/>
                </a:cubicBezTo>
                <a:cubicBezTo>
                  <a:pt x="333899" y="375410"/>
                  <a:pt x="277746" y="346764"/>
                  <a:pt x="250836" y="304275"/>
                </a:cubicBezTo>
                <a:cubicBezTo>
                  <a:pt x="244521" y="305098"/>
                  <a:pt x="238205" y="305783"/>
                  <a:pt x="231752" y="306331"/>
                </a:cubicBezTo>
                <a:cubicBezTo>
                  <a:pt x="206216" y="353069"/>
                  <a:pt x="121643" y="371161"/>
                  <a:pt x="107639" y="371161"/>
                </a:cubicBezTo>
                <a:cubicBezTo>
                  <a:pt x="97616" y="371161"/>
                  <a:pt x="95145" y="364171"/>
                  <a:pt x="94596" y="361978"/>
                </a:cubicBezTo>
                <a:cubicBezTo>
                  <a:pt x="94184" y="360470"/>
                  <a:pt x="92948" y="352658"/>
                  <a:pt x="102009" y="348135"/>
                </a:cubicBezTo>
                <a:cubicBezTo>
                  <a:pt x="105030" y="345942"/>
                  <a:pt x="113130" y="331550"/>
                  <a:pt x="122741" y="293173"/>
                </a:cubicBezTo>
                <a:cubicBezTo>
                  <a:pt x="47778" y="268228"/>
                  <a:pt x="0" y="214226"/>
                  <a:pt x="0" y="153508"/>
                </a:cubicBezTo>
                <a:cubicBezTo>
                  <a:pt x="0" y="68804"/>
                  <a:pt x="94458" y="0"/>
                  <a:pt x="210609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  <a:extLst/>
        </p:spPr>
        <p:txBody>
          <a:bodyPr anchor="ctr"/>
          <a:lstStyle/>
          <a:p>
            <a:pPr algn="ctr"/>
            <a:endParaRPr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629060F8-4021-4DD4-9984-2957190BFB25}"/>
              </a:ext>
            </a:extLst>
          </p:cNvPr>
          <p:cNvCxnSpPr/>
          <p:nvPr/>
        </p:nvCxnSpPr>
        <p:spPr>
          <a:xfrm flipH="1">
            <a:off x="7229033" y="5187581"/>
            <a:ext cx="864096" cy="0"/>
          </a:xfrm>
          <a:prstGeom prst="straightConnector1">
            <a:avLst/>
          </a:prstGeom>
          <a:ln w="3175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iśļiďê">
            <a:extLst>
              <a:ext uri="{FF2B5EF4-FFF2-40B4-BE49-F238E27FC236}">
                <a16:creationId xmlns:a16="http://schemas.microsoft.com/office/drawing/2014/main" id="{AEBBB01D-D26C-45FE-901E-642F4DB24B2D}"/>
              </a:ext>
            </a:extLst>
          </p:cNvPr>
          <p:cNvSpPr txBox="1"/>
          <p:nvPr/>
        </p:nvSpPr>
        <p:spPr>
          <a:xfrm flipH="1">
            <a:off x="7235233" y="4729993"/>
            <a:ext cx="914400" cy="521720"/>
          </a:xfrm>
          <a:prstGeom prst="rect">
            <a:avLst/>
          </a:prstGeom>
          <a:noFill/>
        </p:spPr>
        <p:txBody>
          <a:bodyPr wrap="none" lIns="90000" tIns="46800" rIns="90000" bIns="46800" anchor="ctr" anchorCtr="0">
            <a:normAutofit/>
          </a:bodyPr>
          <a:lstStyle/>
          <a:p>
            <a:pPr algn="ctr"/>
            <a:r>
              <a:rPr lang="en-US" altLang="zh-CN" sz="1400" b="1" dirty="0"/>
              <a:t>连接器</a:t>
            </a:r>
            <a:endParaRPr lang="zh-CN" altLang="en-US" sz="1400" b="1" dirty="0"/>
          </a:p>
        </p:txBody>
      </p:sp>
      <p:sp>
        <p:nvSpPr>
          <p:cNvPr id="33" name="íṩlîḑe">
            <a:extLst>
              <a:ext uri="{FF2B5EF4-FFF2-40B4-BE49-F238E27FC236}">
                <a16:creationId xmlns:a16="http://schemas.microsoft.com/office/drawing/2014/main" id="{1A6C9C58-28D4-47CB-A27A-125FE5118F20}"/>
              </a:ext>
            </a:extLst>
          </p:cNvPr>
          <p:cNvSpPr/>
          <p:nvPr/>
        </p:nvSpPr>
        <p:spPr bwMode="auto">
          <a:xfrm>
            <a:off x="5388142" y="3511465"/>
            <a:ext cx="2108063" cy="557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1000" dirty="0"/>
              <a:t>按职责划分活动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1000" dirty="0"/>
              <a:t>明确角色分工</a:t>
            </a:r>
          </a:p>
        </p:txBody>
      </p:sp>
      <p:sp>
        <p:nvSpPr>
          <p:cNvPr id="34" name="ï$ḷidê">
            <a:extLst>
              <a:ext uri="{FF2B5EF4-FFF2-40B4-BE49-F238E27FC236}">
                <a16:creationId xmlns:a16="http://schemas.microsoft.com/office/drawing/2014/main" id="{774C48A3-293B-48D6-86FE-4B86A13C4FA8}"/>
              </a:ext>
            </a:extLst>
          </p:cNvPr>
          <p:cNvSpPr txBox="1"/>
          <p:nvPr/>
        </p:nvSpPr>
        <p:spPr bwMode="auto">
          <a:xfrm>
            <a:off x="5388142" y="3098585"/>
            <a:ext cx="2108063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zh-CN" b="1" dirty="0">
                <a:solidFill>
                  <a:schemeClr val="accent1"/>
                </a:solidFill>
              </a:rPr>
              <a:t>Swimlane</a:t>
            </a:r>
          </a:p>
        </p:txBody>
      </p:sp>
      <p:sp>
        <p:nvSpPr>
          <p:cNvPr id="35" name="îSḷiďé">
            <a:extLst>
              <a:ext uri="{FF2B5EF4-FFF2-40B4-BE49-F238E27FC236}">
                <a16:creationId xmlns:a16="http://schemas.microsoft.com/office/drawing/2014/main" id="{021E49BD-866F-4C5F-BE0E-E0C53764A292}"/>
              </a:ext>
            </a:extLst>
          </p:cNvPr>
          <p:cNvSpPr/>
          <p:nvPr/>
        </p:nvSpPr>
        <p:spPr bwMode="auto">
          <a:xfrm>
            <a:off x="4749595" y="3239186"/>
            <a:ext cx="461080" cy="365375"/>
          </a:xfrm>
          <a:custGeom>
            <a:avLst/>
            <a:gdLst>
              <a:gd name="connsiteX0" fmla="*/ 511657 w 606157"/>
              <a:gd name="connsiteY0" fmla="*/ 343654 h 480339"/>
              <a:gd name="connsiteX1" fmla="*/ 521432 w 606157"/>
              <a:gd name="connsiteY1" fmla="*/ 353421 h 480339"/>
              <a:gd name="connsiteX2" fmla="*/ 521432 w 606157"/>
              <a:gd name="connsiteY2" fmla="*/ 376178 h 480339"/>
              <a:gd name="connsiteX3" fmla="*/ 544305 w 606157"/>
              <a:gd name="connsiteY3" fmla="*/ 376178 h 480339"/>
              <a:gd name="connsiteX4" fmla="*/ 554080 w 606157"/>
              <a:gd name="connsiteY4" fmla="*/ 385945 h 480339"/>
              <a:gd name="connsiteX5" fmla="*/ 544305 w 606157"/>
              <a:gd name="connsiteY5" fmla="*/ 395712 h 480339"/>
              <a:gd name="connsiteX6" fmla="*/ 521432 w 606157"/>
              <a:gd name="connsiteY6" fmla="*/ 395712 h 480339"/>
              <a:gd name="connsiteX7" fmla="*/ 521432 w 606157"/>
              <a:gd name="connsiteY7" fmla="*/ 418566 h 480339"/>
              <a:gd name="connsiteX8" fmla="*/ 511657 w 606157"/>
              <a:gd name="connsiteY8" fmla="*/ 428333 h 480339"/>
              <a:gd name="connsiteX9" fmla="*/ 501882 w 606157"/>
              <a:gd name="connsiteY9" fmla="*/ 418566 h 480339"/>
              <a:gd name="connsiteX10" fmla="*/ 501882 w 606157"/>
              <a:gd name="connsiteY10" fmla="*/ 395712 h 480339"/>
              <a:gd name="connsiteX11" fmla="*/ 479106 w 606157"/>
              <a:gd name="connsiteY11" fmla="*/ 395712 h 480339"/>
              <a:gd name="connsiteX12" fmla="*/ 469331 w 606157"/>
              <a:gd name="connsiteY12" fmla="*/ 385945 h 480339"/>
              <a:gd name="connsiteX13" fmla="*/ 479106 w 606157"/>
              <a:gd name="connsiteY13" fmla="*/ 376178 h 480339"/>
              <a:gd name="connsiteX14" fmla="*/ 501882 w 606157"/>
              <a:gd name="connsiteY14" fmla="*/ 376178 h 480339"/>
              <a:gd name="connsiteX15" fmla="*/ 501882 w 606157"/>
              <a:gd name="connsiteY15" fmla="*/ 353421 h 480339"/>
              <a:gd name="connsiteX16" fmla="*/ 511657 w 606157"/>
              <a:gd name="connsiteY16" fmla="*/ 343654 h 480339"/>
              <a:gd name="connsiteX17" fmla="*/ 511621 w 606157"/>
              <a:gd name="connsiteY17" fmla="*/ 311170 h 480339"/>
              <a:gd name="connsiteX18" fmla="*/ 436735 w 606157"/>
              <a:gd name="connsiteY18" fmla="*/ 385944 h 480339"/>
              <a:gd name="connsiteX19" fmla="*/ 511621 w 606157"/>
              <a:gd name="connsiteY19" fmla="*/ 460816 h 480339"/>
              <a:gd name="connsiteX20" fmla="*/ 586605 w 606157"/>
              <a:gd name="connsiteY20" fmla="*/ 385944 h 480339"/>
              <a:gd name="connsiteX21" fmla="*/ 511621 w 606157"/>
              <a:gd name="connsiteY21" fmla="*/ 311170 h 480339"/>
              <a:gd name="connsiteX22" fmla="*/ 511621 w 606157"/>
              <a:gd name="connsiteY22" fmla="*/ 291647 h 480339"/>
              <a:gd name="connsiteX23" fmla="*/ 606157 w 606157"/>
              <a:gd name="connsiteY23" fmla="*/ 385944 h 480339"/>
              <a:gd name="connsiteX24" fmla="*/ 511621 w 606157"/>
              <a:gd name="connsiteY24" fmla="*/ 480339 h 480339"/>
              <a:gd name="connsiteX25" fmla="*/ 417183 w 606157"/>
              <a:gd name="connsiteY25" fmla="*/ 385944 h 480339"/>
              <a:gd name="connsiteX26" fmla="*/ 511621 w 606157"/>
              <a:gd name="connsiteY26" fmla="*/ 291647 h 480339"/>
              <a:gd name="connsiteX27" fmla="*/ 368279 w 606157"/>
              <a:gd name="connsiteY27" fmla="*/ 200476 h 480339"/>
              <a:gd name="connsiteX28" fmla="*/ 489505 w 606157"/>
              <a:gd name="connsiteY28" fmla="*/ 259991 h 480339"/>
              <a:gd name="connsiteX29" fmla="*/ 487746 w 606157"/>
              <a:gd name="connsiteY29" fmla="*/ 273650 h 480339"/>
              <a:gd name="connsiteX30" fmla="*/ 481782 w 606157"/>
              <a:gd name="connsiteY30" fmla="*/ 275699 h 480339"/>
              <a:gd name="connsiteX31" fmla="*/ 474059 w 606157"/>
              <a:gd name="connsiteY31" fmla="*/ 271894 h 480339"/>
              <a:gd name="connsiteX32" fmla="*/ 368279 w 606157"/>
              <a:gd name="connsiteY32" fmla="*/ 219989 h 480339"/>
              <a:gd name="connsiteX33" fmla="*/ 293588 w 606157"/>
              <a:gd name="connsiteY33" fmla="*/ 242819 h 480339"/>
              <a:gd name="connsiteX34" fmla="*/ 279999 w 606157"/>
              <a:gd name="connsiteY34" fmla="*/ 240185 h 480339"/>
              <a:gd name="connsiteX35" fmla="*/ 282639 w 606157"/>
              <a:gd name="connsiteY35" fmla="*/ 226623 h 480339"/>
              <a:gd name="connsiteX36" fmla="*/ 368279 w 606157"/>
              <a:gd name="connsiteY36" fmla="*/ 200476 h 480339"/>
              <a:gd name="connsiteX37" fmla="*/ 153211 w 606157"/>
              <a:gd name="connsiteY37" fmla="*/ 200476 h 480339"/>
              <a:gd name="connsiteX38" fmla="*/ 306325 w 606157"/>
              <a:gd name="connsiteY38" fmla="*/ 353439 h 480339"/>
              <a:gd name="connsiteX39" fmla="*/ 296547 w 606157"/>
              <a:gd name="connsiteY39" fmla="*/ 363200 h 480339"/>
              <a:gd name="connsiteX40" fmla="*/ 286770 w 606157"/>
              <a:gd name="connsiteY40" fmla="*/ 353439 h 480339"/>
              <a:gd name="connsiteX41" fmla="*/ 153211 w 606157"/>
              <a:gd name="connsiteY41" fmla="*/ 219999 h 480339"/>
              <a:gd name="connsiteX42" fmla="*/ 19554 w 606157"/>
              <a:gd name="connsiteY42" fmla="*/ 353439 h 480339"/>
              <a:gd name="connsiteX43" fmla="*/ 9777 w 606157"/>
              <a:gd name="connsiteY43" fmla="*/ 363200 h 480339"/>
              <a:gd name="connsiteX44" fmla="*/ 0 w 606157"/>
              <a:gd name="connsiteY44" fmla="*/ 353439 h 480339"/>
              <a:gd name="connsiteX45" fmla="*/ 153211 w 606157"/>
              <a:gd name="connsiteY45" fmla="*/ 200476 h 480339"/>
              <a:gd name="connsiteX46" fmla="*/ 368295 w 606157"/>
              <a:gd name="connsiteY46" fmla="*/ 19531 h 480339"/>
              <a:gd name="connsiteX47" fmla="*/ 306326 w 606157"/>
              <a:gd name="connsiteY47" fmla="*/ 81348 h 480339"/>
              <a:gd name="connsiteX48" fmla="*/ 368295 w 606157"/>
              <a:gd name="connsiteY48" fmla="*/ 143262 h 480339"/>
              <a:gd name="connsiteX49" fmla="*/ 430165 w 606157"/>
              <a:gd name="connsiteY49" fmla="*/ 81348 h 480339"/>
              <a:gd name="connsiteX50" fmla="*/ 368295 w 606157"/>
              <a:gd name="connsiteY50" fmla="*/ 19531 h 480339"/>
              <a:gd name="connsiteX51" fmla="*/ 153211 w 606157"/>
              <a:gd name="connsiteY51" fmla="*/ 19531 h 480339"/>
              <a:gd name="connsiteX52" fmla="*/ 91242 w 606157"/>
              <a:gd name="connsiteY52" fmla="*/ 81348 h 480339"/>
              <a:gd name="connsiteX53" fmla="*/ 153211 w 606157"/>
              <a:gd name="connsiteY53" fmla="*/ 143262 h 480339"/>
              <a:gd name="connsiteX54" fmla="*/ 215081 w 606157"/>
              <a:gd name="connsiteY54" fmla="*/ 81348 h 480339"/>
              <a:gd name="connsiteX55" fmla="*/ 153211 w 606157"/>
              <a:gd name="connsiteY55" fmla="*/ 19531 h 480339"/>
              <a:gd name="connsiteX56" fmla="*/ 368295 w 606157"/>
              <a:gd name="connsiteY56" fmla="*/ 0 h 480339"/>
              <a:gd name="connsiteX57" fmla="*/ 449714 w 606157"/>
              <a:gd name="connsiteY57" fmla="*/ 81348 h 480339"/>
              <a:gd name="connsiteX58" fmla="*/ 368295 w 606157"/>
              <a:gd name="connsiteY58" fmla="*/ 162794 h 480339"/>
              <a:gd name="connsiteX59" fmla="*/ 286778 w 606157"/>
              <a:gd name="connsiteY59" fmla="*/ 81348 h 480339"/>
              <a:gd name="connsiteX60" fmla="*/ 368295 w 606157"/>
              <a:gd name="connsiteY60" fmla="*/ 0 h 480339"/>
              <a:gd name="connsiteX61" fmla="*/ 153211 w 606157"/>
              <a:gd name="connsiteY61" fmla="*/ 0 h 480339"/>
              <a:gd name="connsiteX62" fmla="*/ 234630 w 606157"/>
              <a:gd name="connsiteY62" fmla="*/ 81348 h 480339"/>
              <a:gd name="connsiteX63" fmla="*/ 153211 w 606157"/>
              <a:gd name="connsiteY63" fmla="*/ 162794 h 480339"/>
              <a:gd name="connsiteX64" fmla="*/ 71694 w 606157"/>
              <a:gd name="connsiteY64" fmla="*/ 81348 h 480339"/>
              <a:gd name="connsiteX65" fmla="*/ 153211 w 606157"/>
              <a:gd name="connsiteY65" fmla="*/ 0 h 480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606157" h="480339">
                <a:moveTo>
                  <a:pt x="511657" y="343654"/>
                </a:moveTo>
                <a:cubicBezTo>
                  <a:pt x="517131" y="343654"/>
                  <a:pt x="521432" y="348049"/>
                  <a:pt x="521432" y="353421"/>
                </a:cubicBezTo>
                <a:lnTo>
                  <a:pt x="521432" y="376178"/>
                </a:lnTo>
                <a:lnTo>
                  <a:pt x="544305" y="376178"/>
                </a:lnTo>
                <a:cubicBezTo>
                  <a:pt x="549682" y="376178"/>
                  <a:pt x="554080" y="380573"/>
                  <a:pt x="554080" y="385945"/>
                </a:cubicBezTo>
                <a:cubicBezTo>
                  <a:pt x="554080" y="391414"/>
                  <a:pt x="549682" y="395712"/>
                  <a:pt x="544305" y="395712"/>
                </a:cubicBezTo>
                <a:lnTo>
                  <a:pt x="521432" y="395712"/>
                </a:lnTo>
                <a:lnTo>
                  <a:pt x="521432" y="418566"/>
                </a:lnTo>
                <a:cubicBezTo>
                  <a:pt x="521432" y="423938"/>
                  <a:pt x="517131" y="428333"/>
                  <a:pt x="511657" y="428333"/>
                </a:cubicBezTo>
                <a:cubicBezTo>
                  <a:pt x="506281" y="428333"/>
                  <a:pt x="501882" y="423938"/>
                  <a:pt x="501882" y="418566"/>
                </a:cubicBezTo>
                <a:lnTo>
                  <a:pt x="501882" y="395712"/>
                </a:lnTo>
                <a:lnTo>
                  <a:pt x="479106" y="395712"/>
                </a:lnTo>
                <a:cubicBezTo>
                  <a:pt x="473730" y="395712"/>
                  <a:pt x="469331" y="391414"/>
                  <a:pt x="469331" y="385945"/>
                </a:cubicBezTo>
                <a:cubicBezTo>
                  <a:pt x="469331" y="380573"/>
                  <a:pt x="473730" y="376178"/>
                  <a:pt x="479106" y="376178"/>
                </a:cubicBezTo>
                <a:lnTo>
                  <a:pt x="501882" y="376178"/>
                </a:lnTo>
                <a:lnTo>
                  <a:pt x="501882" y="353421"/>
                </a:lnTo>
                <a:cubicBezTo>
                  <a:pt x="501882" y="348049"/>
                  <a:pt x="506281" y="343654"/>
                  <a:pt x="511657" y="343654"/>
                </a:cubicBezTo>
                <a:close/>
                <a:moveTo>
                  <a:pt x="511621" y="311170"/>
                </a:moveTo>
                <a:cubicBezTo>
                  <a:pt x="470366" y="311170"/>
                  <a:pt x="436735" y="344750"/>
                  <a:pt x="436735" y="385944"/>
                </a:cubicBezTo>
                <a:cubicBezTo>
                  <a:pt x="436735" y="427236"/>
                  <a:pt x="470366" y="460816"/>
                  <a:pt x="511621" y="460816"/>
                </a:cubicBezTo>
                <a:cubicBezTo>
                  <a:pt x="552975" y="460816"/>
                  <a:pt x="586605" y="427236"/>
                  <a:pt x="586605" y="385944"/>
                </a:cubicBezTo>
                <a:cubicBezTo>
                  <a:pt x="586605" y="344750"/>
                  <a:pt x="552975" y="311170"/>
                  <a:pt x="511621" y="311170"/>
                </a:cubicBezTo>
                <a:close/>
                <a:moveTo>
                  <a:pt x="511621" y="291647"/>
                </a:moveTo>
                <a:cubicBezTo>
                  <a:pt x="563729" y="291647"/>
                  <a:pt x="606157" y="333915"/>
                  <a:pt x="606157" y="385944"/>
                </a:cubicBezTo>
                <a:cubicBezTo>
                  <a:pt x="606157" y="437974"/>
                  <a:pt x="563729" y="480339"/>
                  <a:pt x="511621" y="480339"/>
                </a:cubicBezTo>
                <a:cubicBezTo>
                  <a:pt x="459514" y="480339"/>
                  <a:pt x="417183" y="437974"/>
                  <a:pt x="417183" y="385944"/>
                </a:cubicBezTo>
                <a:cubicBezTo>
                  <a:pt x="417183" y="333915"/>
                  <a:pt x="459514" y="291647"/>
                  <a:pt x="511621" y="291647"/>
                </a:cubicBezTo>
                <a:close/>
                <a:moveTo>
                  <a:pt x="368279" y="200476"/>
                </a:moveTo>
                <a:cubicBezTo>
                  <a:pt x="416085" y="200476"/>
                  <a:pt x="460274" y="222135"/>
                  <a:pt x="489505" y="259991"/>
                </a:cubicBezTo>
                <a:cubicBezTo>
                  <a:pt x="492829" y="264284"/>
                  <a:pt x="492047" y="270333"/>
                  <a:pt x="487746" y="273650"/>
                </a:cubicBezTo>
                <a:cubicBezTo>
                  <a:pt x="485986" y="275016"/>
                  <a:pt x="483835" y="275699"/>
                  <a:pt x="481782" y="275699"/>
                </a:cubicBezTo>
                <a:cubicBezTo>
                  <a:pt x="478849" y="275699"/>
                  <a:pt x="475916" y="274430"/>
                  <a:pt x="474059" y="271894"/>
                </a:cubicBezTo>
                <a:cubicBezTo>
                  <a:pt x="448542" y="238917"/>
                  <a:pt x="409926" y="219989"/>
                  <a:pt x="368279" y="219989"/>
                </a:cubicBezTo>
                <a:cubicBezTo>
                  <a:pt x="341492" y="219989"/>
                  <a:pt x="315683" y="227892"/>
                  <a:pt x="293588" y="242819"/>
                </a:cubicBezTo>
                <a:cubicBezTo>
                  <a:pt x="289091" y="245844"/>
                  <a:pt x="283030" y="244673"/>
                  <a:pt x="279999" y="240185"/>
                </a:cubicBezTo>
                <a:cubicBezTo>
                  <a:pt x="276969" y="235697"/>
                  <a:pt x="278142" y="229648"/>
                  <a:pt x="282639" y="226623"/>
                </a:cubicBezTo>
                <a:cubicBezTo>
                  <a:pt x="307960" y="209549"/>
                  <a:pt x="337582" y="200476"/>
                  <a:pt x="368279" y="200476"/>
                </a:cubicBezTo>
                <a:close/>
                <a:moveTo>
                  <a:pt x="153211" y="200476"/>
                </a:moveTo>
                <a:cubicBezTo>
                  <a:pt x="237688" y="200476"/>
                  <a:pt x="306325" y="269099"/>
                  <a:pt x="306325" y="353439"/>
                </a:cubicBezTo>
                <a:cubicBezTo>
                  <a:pt x="306325" y="358808"/>
                  <a:pt x="302023" y="363200"/>
                  <a:pt x="296547" y="363200"/>
                </a:cubicBezTo>
                <a:cubicBezTo>
                  <a:pt x="291170" y="363200"/>
                  <a:pt x="286770" y="358808"/>
                  <a:pt x="286770" y="353439"/>
                </a:cubicBezTo>
                <a:cubicBezTo>
                  <a:pt x="286770" y="279837"/>
                  <a:pt x="226835" y="219999"/>
                  <a:pt x="153211" y="219999"/>
                </a:cubicBezTo>
                <a:cubicBezTo>
                  <a:pt x="79490" y="219999"/>
                  <a:pt x="19554" y="279837"/>
                  <a:pt x="19554" y="353439"/>
                </a:cubicBezTo>
                <a:cubicBezTo>
                  <a:pt x="19554" y="358808"/>
                  <a:pt x="15155" y="363200"/>
                  <a:pt x="9777" y="363200"/>
                </a:cubicBezTo>
                <a:cubicBezTo>
                  <a:pt x="4400" y="363200"/>
                  <a:pt x="0" y="358808"/>
                  <a:pt x="0" y="353439"/>
                </a:cubicBezTo>
                <a:cubicBezTo>
                  <a:pt x="0" y="269099"/>
                  <a:pt x="68735" y="200476"/>
                  <a:pt x="153211" y="200476"/>
                </a:cubicBezTo>
                <a:close/>
                <a:moveTo>
                  <a:pt x="368295" y="19531"/>
                </a:moveTo>
                <a:cubicBezTo>
                  <a:pt x="334085" y="19531"/>
                  <a:pt x="306326" y="47266"/>
                  <a:pt x="306326" y="81348"/>
                </a:cubicBezTo>
                <a:cubicBezTo>
                  <a:pt x="306326" y="115528"/>
                  <a:pt x="334085" y="143262"/>
                  <a:pt x="368295" y="143262"/>
                </a:cubicBezTo>
                <a:cubicBezTo>
                  <a:pt x="402407" y="143262"/>
                  <a:pt x="430165" y="115528"/>
                  <a:pt x="430165" y="81348"/>
                </a:cubicBezTo>
                <a:cubicBezTo>
                  <a:pt x="430165" y="47266"/>
                  <a:pt x="402407" y="19531"/>
                  <a:pt x="368295" y="19531"/>
                </a:cubicBezTo>
                <a:close/>
                <a:moveTo>
                  <a:pt x="153211" y="19531"/>
                </a:moveTo>
                <a:cubicBezTo>
                  <a:pt x="119001" y="19531"/>
                  <a:pt x="91242" y="47266"/>
                  <a:pt x="91242" y="81348"/>
                </a:cubicBezTo>
                <a:cubicBezTo>
                  <a:pt x="91242" y="115528"/>
                  <a:pt x="119001" y="143262"/>
                  <a:pt x="153211" y="143262"/>
                </a:cubicBezTo>
                <a:cubicBezTo>
                  <a:pt x="187323" y="143262"/>
                  <a:pt x="215081" y="115528"/>
                  <a:pt x="215081" y="81348"/>
                </a:cubicBezTo>
                <a:cubicBezTo>
                  <a:pt x="215081" y="47266"/>
                  <a:pt x="187323" y="19531"/>
                  <a:pt x="153211" y="19531"/>
                </a:cubicBezTo>
                <a:close/>
                <a:moveTo>
                  <a:pt x="368295" y="0"/>
                </a:moveTo>
                <a:cubicBezTo>
                  <a:pt x="413158" y="0"/>
                  <a:pt x="449714" y="36523"/>
                  <a:pt x="449714" y="81348"/>
                </a:cubicBezTo>
                <a:cubicBezTo>
                  <a:pt x="449714" y="126270"/>
                  <a:pt x="413158" y="162794"/>
                  <a:pt x="368295" y="162794"/>
                </a:cubicBezTo>
                <a:cubicBezTo>
                  <a:pt x="323333" y="162794"/>
                  <a:pt x="286778" y="126270"/>
                  <a:pt x="286778" y="81348"/>
                </a:cubicBezTo>
                <a:cubicBezTo>
                  <a:pt x="286778" y="36523"/>
                  <a:pt x="323333" y="0"/>
                  <a:pt x="368295" y="0"/>
                </a:cubicBezTo>
                <a:close/>
                <a:moveTo>
                  <a:pt x="153211" y="0"/>
                </a:moveTo>
                <a:cubicBezTo>
                  <a:pt x="198074" y="0"/>
                  <a:pt x="234630" y="36523"/>
                  <a:pt x="234630" y="81348"/>
                </a:cubicBezTo>
                <a:cubicBezTo>
                  <a:pt x="234630" y="126270"/>
                  <a:pt x="198074" y="162794"/>
                  <a:pt x="153211" y="162794"/>
                </a:cubicBezTo>
                <a:cubicBezTo>
                  <a:pt x="108249" y="162794"/>
                  <a:pt x="71694" y="126270"/>
                  <a:pt x="71694" y="81348"/>
                </a:cubicBezTo>
                <a:cubicBezTo>
                  <a:pt x="71694" y="36523"/>
                  <a:pt x="108249" y="0"/>
                  <a:pt x="153211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  <a:ex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6" name="íšliḑé">
            <a:extLst>
              <a:ext uri="{FF2B5EF4-FFF2-40B4-BE49-F238E27FC236}">
                <a16:creationId xmlns:a16="http://schemas.microsoft.com/office/drawing/2014/main" id="{F4022C11-A59B-442F-A4B6-1D69F1E35C5C}"/>
              </a:ext>
            </a:extLst>
          </p:cNvPr>
          <p:cNvSpPr/>
          <p:nvPr/>
        </p:nvSpPr>
        <p:spPr bwMode="auto">
          <a:xfrm>
            <a:off x="8916534" y="3511465"/>
            <a:ext cx="2108063" cy="557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1000" dirty="0"/>
              <a:t>逻辑分组活动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1000" dirty="0"/>
              <a:t>层次化组织结构</a:t>
            </a:r>
          </a:p>
        </p:txBody>
      </p:sp>
      <p:sp>
        <p:nvSpPr>
          <p:cNvPr id="37" name="išľîďè">
            <a:extLst>
              <a:ext uri="{FF2B5EF4-FFF2-40B4-BE49-F238E27FC236}">
                <a16:creationId xmlns:a16="http://schemas.microsoft.com/office/drawing/2014/main" id="{54D60A5A-7492-4786-BD03-EC9534222EEE}"/>
              </a:ext>
            </a:extLst>
          </p:cNvPr>
          <p:cNvSpPr txBox="1"/>
          <p:nvPr/>
        </p:nvSpPr>
        <p:spPr bwMode="auto">
          <a:xfrm>
            <a:off x="8916534" y="3098585"/>
            <a:ext cx="2108063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zh-CN" b="1" dirty="0">
                <a:solidFill>
                  <a:schemeClr val="accent2"/>
                </a:solidFill>
              </a:rPr>
              <a:t>Partition</a:t>
            </a:r>
          </a:p>
        </p:txBody>
      </p:sp>
      <p:sp>
        <p:nvSpPr>
          <p:cNvPr id="38" name="îŝļiḑé">
            <a:extLst>
              <a:ext uri="{FF2B5EF4-FFF2-40B4-BE49-F238E27FC236}">
                <a16:creationId xmlns:a16="http://schemas.microsoft.com/office/drawing/2014/main" id="{27227167-BB8D-4C51-BFB2-5457FBA46D12}"/>
              </a:ext>
            </a:extLst>
          </p:cNvPr>
          <p:cNvSpPr/>
          <p:nvPr/>
        </p:nvSpPr>
        <p:spPr bwMode="auto">
          <a:xfrm>
            <a:off x="8277987" y="3191637"/>
            <a:ext cx="461080" cy="460474"/>
          </a:xfrm>
          <a:custGeom>
            <a:avLst/>
            <a:gdLst>
              <a:gd name="connsiteX0" fmla="*/ 86413 w 591547"/>
              <a:gd name="connsiteY0" fmla="*/ 515758 h 590770"/>
              <a:gd name="connsiteX1" fmla="*/ 171919 w 591547"/>
              <a:gd name="connsiteY1" fmla="*/ 515758 h 590770"/>
              <a:gd name="connsiteX2" fmla="*/ 171919 w 591547"/>
              <a:gd name="connsiteY2" fmla="*/ 537523 h 590770"/>
              <a:gd name="connsiteX3" fmla="*/ 86413 w 591547"/>
              <a:gd name="connsiteY3" fmla="*/ 537523 h 590770"/>
              <a:gd name="connsiteX4" fmla="*/ 86413 w 591547"/>
              <a:gd name="connsiteY4" fmla="*/ 461733 h 590770"/>
              <a:gd name="connsiteX5" fmla="*/ 171919 w 591547"/>
              <a:gd name="connsiteY5" fmla="*/ 461733 h 590770"/>
              <a:gd name="connsiteX6" fmla="*/ 171919 w 591547"/>
              <a:gd name="connsiteY6" fmla="*/ 483498 h 590770"/>
              <a:gd name="connsiteX7" fmla="*/ 86413 w 591547"/>
              <a:gd name="connsiteY7" fmla="*/ 483498 h 590770"/>
              <a:gd name="connsiteX8" fmla="*/ 86413 w 591547"/>
              <a:gd name="connsiteY8" fmla="*/ 408616 h 590770"/>
              <a:gd name="connsiteX9" fmla="*/ 171919 w 591547"/>
              <a:gd name="connsiteY9" fmla="*/ 408616 h 590770"/>
              <a:gd name="connsiteX10" fmla="*/ 171919 w 591547"/>
              <a:gd name="connsiteY10" fmla="*/ 429474 h 590770"/>
              <a:gd name="connsiteX11" fmla="*/ 86413 w 591547"/>
              <a:gd name="connsiteY11" fmla="*/ 429474 h 590770"/>
              <a:gd name="connsiteX12" fmla="*/ 204177 w 591547"/>
              <a:gd name="connsiteY12" fmla="*/ 357041 h 590770"/>
              <a:gd name="connsiteX13" fmla="*/ 204177 w 591547"/>
              <a:gd name="connsiteY13" fmla="*/ 569815 h 590770"/>
              <a:gd name="connsiteX14" fmla="*/ 333300 w 591547"/>
              <a:gd name="connsiteY14" fmla="*/ 569815 h 590770"/>
              <a:gd name="connsiteX15" fmla="*/ 333300 w 591547"/>
              <a:gd name="connsiteY15" fmla="*/ 382026 h 590770"/>
              <a:gd name="connsiteX16" fmla="*/ 183194 w 591547"/>
              <a:gd name="connsiteY16" fmla="*/ 357041 h 590770"/>
              <a:gd name="connsiteX17" fmla="*/ 75053 w 591547"/>
              <a:gd name="connsiteY17" fmla="*/ 382026 h 590770"/>
              <a:gd name="connsiteX18" fmla="*/ 75053 w 591547"/>
              <a:gd name="connsiteY18" fmla="*/ 569815 h 590770"/>
              <a:gd name="connsiteX19" fmla="*/ 183194 w 591547"/>
              <a:gd name="connsiteY19" fmla="*/ 569815 h 590770"/>
              <a:gd name="connsiteX20" fmla="*/ 247709 w 591547"/>
              <a:gd name="connsiteY20" fmla="*/ 311838 h 590770"/>
              <a:gd name="connsiteX21" fmla="*/ 322851 w 591547"/>
              <a:gd name="connsiteY21" fmla="*/ 311838 h 590770"/>
              <a:gd name="connsiteX22" fmla="*/ 322851 w 591547"/>
              <a:gd name="connsiteY22" fmla="*/ 332826 h 590770"/>
              <a:gd name="connsiteX23" fmla="*/ 247709 w 591547"/>
              <a:gd name="connsiteY23" fmla="*/ 332826 h 590770"/>
              <a:gd name="connsiteX24" fmla="*/ 247709 w 591547"/>
              <a:gd name="connsiteY24" fmla="*/ 257944 h 590770"/>
              <a:gd name="connsiteX25" fmla="*/ 322851 w 591547"/>
              <a:gd name="connsiteY25" fmla="*/ 257944 h 590770"/>
              <a:gd name="connsiteX26" fmla="*/ 322851 w 591547"/>
              <a:gd name="connsiteY26" fmla="*/ 279580 h 590770"/>
              <a:gd name="connsiteX27" fmla="*/ 247709 w 591547"/>
              <a:gd name="connsiteY27" fmla="*/ 279580 h 590770"/>
              <a:gd name="connsiteX28" fmla="*/ 247709 w 591547"/>
              <a:gd name="connsiteY28" fmla="*/ 203919 h 590770"/>
              <a:gd name="connsiteX29" fmla="*/ 322851 w 591547"/>
              <a:gd name="connsiteY29" fmla="*/ 203919 h 590770"/>
              <a:gd name="connsiteX30" fmla="*/ 322851 w 591547"/>
              <a:gd name="connsiteY30" fmla="*/ 225684 h 590770"/>
              <a:gd name="connsiteX31" fmla="*/ 247709 w 591547"/>
              <a:gd name="connsiteY31" fmla="*/ 225684 h 590770"/>
              <a:gd name="connsiteX32" fmla="*/ 247709 w 591547"/>
              <a:gd name="connsiteY32" fmla="*/ 150672 h 590770"/>
              <a:gd name="connsiteX33" fmla="*/ 322851 w 591547"/>
              <a:gd name="connsiteY33" fmla="*/ 150672 h 590770"/>
              <a:gd name="connsiteX34" fmla="*/ 322851 w 591547"/>
              <a:gd name="connsiteY34" fmla="*/ 171660 h 590770"/>
              <a:gd name="connsiteX35" fmla="*/ 247709 w 591547"/>
              <a:gd name="connsiteY35" fmla="*/ 171660 h 590770"/>
              <a:gd name="connsiteX36" fmla="*/ 355090 w 591547"/>
              <a:gd name="connsiteY36" fmla="*/ 102357 h 590770"/>
              <a:gd name="connsiteX37" fmla="*/ 355090 w 591547"/>
              <a:gd name="connsiteY37" fmla="*/ 373160 h 590770"/>
              <a:gd name="connsiteX38" fmla="*/ 355090 w 591547"/>
              <a:gd name="connsiteY38" fmla="*/ 376384 h 590770"/>
              <a:gd name="connsiteX39" fmla="*/ 355090 w 591547"/>
              <a:gd name="connsiteY39" fmla="*/ 569815 h 590770"/>
              <a:gd name="connsiteX40" fmla="*/ 484213 w 591547"/>
              <a:gd name="connsiteY40" fmla="*/ 569815 h 590770"/>
              <a:gd name="connsiteX41" fmla="*/ 484213 w 591547"/>
              <a:gd name="connsiteY41" fmla="*/ 154744 h 590770"/>
              <a:gd name="connsiteX42" fmla="*/ 333300 w 591547"/>
              <a:gd name="connsiteY42" fmla="*/ 99939 h 590770"/>
              <a:gd name="connsiteX43" fmla="*/ 236458 w 591547"/>
              <a:gd name="connsiteY43" fmla="*/ 125730 h 590770"/>
              <a:gd name="connsiteX44" fmla="*/ 236458 w 591547"/>
              <a:gd name="connsiteY44" fmla="*/ 341728 h 590770"/>
              <a:gd name="connsiteX45" fmla="*/ 333300 w 591547"/>
              <a:gd name="connsiteY45" fmla="*/ 360265 h 590770"/>
              <a:gd name="connsiteX46" fmla="*/ 397862 w 591547"/>
              <a:gd name="connsiteY46" fmla="*/ 21761 h 590770"/>
              <a:gd name="connsiteX47" fmla="*/ 387371 w 591547"/>
              <a:gd name="connsiteY47" fmla="*/ 32238 h 590770"/>
              <a:gd name="connsiteX48" fmla="*/ 397862 w 591547"/>
              <a:gd name="connsiteY48" fmla="*/ 42716 h 590770"/>
              <a:gd name="connsiteX49" fmla="*/ 409160 w 591547"/>
              <a:gd name="connsiteY49" fmla="*/ 32238 h 590770"/>
              <a:gd name="connsiteX50" fmla="*/ 397862 w 591547"/>
              <a:gd name="connsiteY50" fmla="*/ 21761 h 590770"/>
              <a:gd name="connsiteX51" fmla="*/ 397862 w 591547"/>
              <a:gd name="connsiteY51" fmla="*/ 0 h 590770"/>
              <a:gd name="connsiteX52" fmla="*/ 430143 w 591547"/>
              <a:gd name="connsiteY52" fmla="*/ 32238 h 590770"/>
              <a:gd name="connsiteX53" fmla="*/ 409160 w 591547"/>
              <a:gd name="connsiteY53" fmla="*/ 62865 h 590770"/>
              <a:gd name="connsiteX54" fmla="*/ 409160 w 591547"/>
              <a:gd name="connsiteY54" fmla="*/ 100745 h 590770"/>
              <a:gd name="connsiteX55" fmla="*/ 498740 w 591547"/>
              <a:gd name="connsiteY55" fmla="*/ 137819 h 590770"/>
              <a:gd name="connsiteX56" fmla="*/ 506003 w 591547"/>
              <a:gd name="connsiteY56" fmla="*/ 147491 h 590770"/>
              <a:gd name="connsiteX57" fmla="*/ 506003 w 591547"/>
              <a:gd name="connsiteY57" fmla="*/ 569815 h 590770"/>
              <a:gd name="connsiteX58" fmla="*/ 591547 w 591547"/>
              <a:gd name="connsiteY58" fmla="*/ 569815 h 590770"/>
              <a:gd name="connsiteX59" fmla="*/ 591547 w 591547"/>
              <a:gd name="connsiteY59" fmla="*/ 590770 h 590770"/>
              <a:gd name="connsiteX60" fmla="*/ 494705 w 591547"/>
              <a:gd name="connsiteY60" fmla="*/ 590770 h 590770"/>
              <a:gd name="connsiteX61" fmla="*/ 344598 w 591547"/>
              <a:gd name="connsiteY61" fmla="*/ 590770 h 590770"/>
              <a:gd name="connsiteX62" fmla="*/ 193685 w 591547"/>
              <a:gd name="connsiteY62" fmla="*/ 590770 h 590770"/>
              <a:gd name="connsiteX63" fmla="*/ 64562 w 591547"/>
              <a:gd name="connsiteY63" fmla="*/ 590770 h 590770"/>
              <a:gd name="connsiteX64" fmla="*/ 0 w 591547"/>
              <a:gd name="connsiteY64" fmla="*/ 590770 h 590770"/>
              <a:gd name="connsiteX65" fmla="*/ 0 w 591547"/>
              <a:gd name="connsiteY65" fmla="*/ 569815 h 590770"/>
              <a:gd name="connsiteX66" fmla="*/ 54070 w 591547"/>
              <a:gd name="connsiteY66" fmla="*/ 569815 h 590770"/>
              <a:gd name="connsiteX67" fmla="*/ 54070 w 591547"/>
              <a:gd name="connsiteY67" fmla="*/ 373160 h 590770"/>
              <a:gd name="connsiteX68" fmla="*/ 62141 w 591547"/>
              <a:gd name="connsiteY68" fmla="*/ 362683 h 590770"/>
              <a:gd name="connsiteX69" fmla="*/ 191264 w 591547"/>
              <a:gd name="connsiteY69" fmla="*/ 333668 h 590770"/>
              <a:gd name="connsiteX70" fmla="*/ 195299 w 591547"/>
              <a:gd name="connsiteY70" fmla="*/ 333668 h 590770"/>
              <a:gd name="connsiteX71" fmla="*/ 196106 w 591547"/>
              <a:gd name="connsiteY71" fmla="*/ 333668 h 590770"/>
              <a:gd name="connsiteX72" fmla="*/ 215475 w 591547"/>
              <a:gd name="connsiteY72" fmla="*/ 336892 h 590770"/>
              <a:gd name="connsiteX73" fmla="*/ 215475 w 591547"/>
              <a:gd name="connsiteY73" fmla="*/ 116864 h 590770"/>
              <a:gd name="connsiteX74" fmla="*/ 223545 w 591547"/>
              <a:gd name="connsiteY74" fmla="*/ 106387 h 590770"/>
              <a:gd name="connsiteX75" fmla="*/ 341370 w 591547"/>
              <a:gd name="connsiteY75" fmla="*/ 75760 h 590770"/>
              <a:gd name="connsiteX76" fmla="*/ 342984 w 591547"/>
              <a:gd name="connsiteY76" fmla="*/ 75760 h 590770"/>
              <a:gd name="connsiteX77" fmla="*/ 345405 w 591547"/>
              <a:gd name="connsiteY77" fmla="*/ 75760 h 590770"/>
              <a:gd name="connsiteX78" fmla="*/ 347020 w 591547"/>
              <a:gd name="connsiteY78" fmla="*/ 75760 h 590770"/>
              <a:gd name="connsiteX79" fmla="*/ 348634 w 591547"/>
              <a:gd name="connsiteY79" fmla="*/ 75760 h 590770"/>
              <a:gd name="connsiteX80" fmla="*/ 387371 w 591547"/>
              <a:gd name="connsiteY80" fmla="*/ 91879 h 590770"/>
              <a:gd name="connsiteX81" fmla="*/ 387371 w 591547"/>
              <a:gd name="connsiteY81" fmla="*/ 62865 h 590770"/>
              <a:gd name="connsiteX82" fmla="*/ 365581 w 591547"/>
              <a:gd name="connsiteY82" fmla="*/ 32238 h 590770"/>
              <a:gd name="connsiteX83" fmla="*/ 397862 w 591547"/>
              <a:gd name="connsiteY83" fmla="*/ 0 h 590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591547" h="590770">
                <a:moveTo>
                  <a:pt x="86413" y="515758"/>
                </a:moveTo>
                <a:lnTo>
                  <a:pt x="171919" y="515758"/>
                </a:lnTo>
                <a:lnTo>
                  <a:pt x="171919" y="537523"/>
                </a:lnTo>
                <a:lnTo>
                  <a:pt x="86413" y="537523"/>
                </a:lnTo>
                <a:close/>
                <a:moveTo>
                  <a:pt x="86413" y="461733"/>
                </a:moveTo>
                <a:lnTo>
                  <a:pt x="171919" y="461733"/>
                </a:lnTo>
                <a:lnTo>
                  <a:pt x="171919" y="483498"/>
                </a:lnTo>
                <a:lnTo>
                  <a:pt x="86413" y="483498"/>
                </a:lnTo>
                <a:close/>
                <a:moveTo>
                  <a:pt x="86413" y="408616"/>
                </a:moveTo>
                <a:lnTo>
                  <a:pt x="171919" y="408616"/>
                </a:lnTo>
                <a:lnTo>
                  <a:pt x="171919" y="429474"/>
                </a:lnTo>
                <a:lnTo>
                  <a:pt x="86413" y="429474"/>
                </a:lnTo>
                <a:close/>
                <a:moveTo>
                  <a:pt x="204177" y="357041"/>
                </a:moveTo>
                <a:lnTo>
                  <a:pt x="204177" y="569815"/>
                </a:lnTo>
                <a:lnTo>
                  <a:pt x="333300" y="569815"/>
                </a:lnTo>
                <a:lnTo>
                  <a:pt x="333300" y="382026"/>
                </a:lnTo>
                <a:close/>
                <a:moveTo>
                  <a:pt x="183194" y="357041"/>
                </a:moveTo>
                <a:lnTo>
                  <a:pt x="75053" y="382026"/>
                </a:lnTo>
                <a:lnTo>
                  <a:pt x="75053" y="569815"/>
                </a:lnTo>
                <a:lnTo>
                  <a:pt x="183194" y="569815"/>
                </a:lnTo>
                <a:close/>
                <a:moveTo>
                  <a:pt x="247709" y="311838"/>
                </a:moveTo>
                <a:lnTo>
                  <a:pt x="322851" y="311838"/>
                </a:lnTo>
                <a:lnTo>
                  <a:pt x="322851" y="332826"/>
                </a:lnTo>
                <a:lnTo>
                  <a:pt x="247709" y="332826"/>
                </a:lnTo>
                <a:close/>
                <a:moveTo>
                  <a:pt x="247709" y="257944"/>
                </a:moveTo>
                <a:lnTo>
                  <a:pt x="322851" y="257944"/>
                </a:lnTo>
                <a:lnTo>
                  <a:pt x="322851" y="279580"/>
                </a:lnTo>
                <a:lnTo>
                  <a:pt x="247709" y="279580"/>
                </a:lnTo>
                <a:close/>
                <a:moveTo>
                  <a:pt x="247709" y="203919"/>
                </a:moveTo>
                <a:lnTo>
                  <a:pt x="322851" y="203919"/>
                </a:lnTo>
                <a:lnTo>
                  <a:pt x="322851" y="225684"/>
                </a:lnTo>
                <a:lnTo>
                  <a:pt x="247709" y="225684"/>
                </a:lnTo>
                <a:close/>
                <a:moveTo>
                  <a:pt x="247709" y="150672"/>
                </a:moveTo>
                <a:lnTo>
                  <a:pt x="322851" y="150672"/>
                </a:lnTo>
                <a:lnTo>
                  <a:pt x="322851" y="171660"/>
                </a:lnTo>
                <a:lnTo>
                  <a:pt x="247709" y="171660"/>
                </a:lnTo>
                <a:close/>
                <a:moveTo>
                  <a:pt x="355090" y="102357"/>
                </a:moveTo>
                <a:lnTo>
                  <a:pt x="355090" y="373160"/>
                </a:lnTo>
                <a:lnTo>
                  <a:pt x="355090" y="376384"/>
                </a:lnTo>
                <a:lnTo>
                  <a:pt x="355090" y="569815"/>
                </a:lnTo>
                <a:lnTo>
                  <a:pt x="484213" y="569815"/>
                </a:lnTo>
                <a:lnTo>
                  <a:pt x="484213" y="154744"/>
                </a:lnTo>
                <a:close/>
                <a:moveTo>
                  <a:pt x="333300" y="99939"/>
                </a:moveTo>
                <a:lnTo>
                  <a:pt x="236458" y="125730"/>
                </a:lnTo>
                <a:lnTo>
                  <a:pt x="236458" y="341728"/>
                </a:lnTo>
                <a:lnTo>
                  <a:pt x="333300" y="360265"/>
                </a:lnTo>
                <a:close/>
                <a:moveTo>
                  <a:pt x="397862" y="21761"/>
                </a:moveTo>
                <a:cubicBezTo>
                  <a:pt x="392213" y="21761"/>
                  <a:pt x="387371" y="26596"/>
                  <a:pt x="387371" y="32238"/>
                </a:cubicBezTo>
                <a:cubicBezTo>
                  <a:pt x="387371" y="37880"/>
                  <a:pt x="392213" y="42716"/>
                  <a:pt x="397862" y="42716"/>
                </a:cubicBezTo>
                <a:cubicBezTo>
                  <a:pt x="404318" y="42716"/>
                  <a:pt x="409160" y="37880"/>
                  <a:pt x="409160" y="32238"/>
                </a:cubicBezTo>
                <a:cubicBezTo>
                  <a:pt x="409160" y="26596"/>
                  <a:pt x="404318" y="21761"/>
                  <a:pt x="397862" y="21761"/>
                </a:cubicBezTo>
                <a:close/>
                <a:moveTo>
                  <a:pt x="397862" y="0"/>
                </a:moveTo>
                <a:cubicBezTo>
                  <a:pt x="415616" y="0"/>
                  <a:pt x="430143" y="14507"/>
                  <a:pt x="430143" y="32238"/>
                </a:cubicBezTo>
                <a:cubicBezTo>
                  <a:pt x="430143" y="45940"/>
                  <a:pt x="421266" y="58029"/>
                  <a:pt x="409160" y="62865"/>
                </a:cubicBezTo>
                <a:lnTo>
                  <a:pt x="409160" y="100745"/>
                </a:lnTo>
                <a:lnTo>
                  <a:pt x="498740" y="137819"/>
                </a:lnTo>
                <a:cubicBezTo>
                  <a:pt x="502775" y="139431"/>
                  <a:pt x="506003" y="143461"/>
                  <a:pt x="506003" y="147491"/>
                </a:cubicBezTo>
                <a:lnTo>
                  <a:pt x="506003" y="569815"/>
                </a:lnTo>
                <a:lnTo>
                  <a:pt x="591547" y="569815"/>
                </a:lnTo>
                <a:lnTo>
                  <a:pt x="591547" y="590770"/>
                </a:lnTo>
                <a:lnTo>
                  <a:pt x="494705" y="590770"/>
                </a:lnTo>
                <a:lnTo>
                  <a:pt x="344598" y="590770"/>
                </a:lnTo>
                <a:lnTo>
                  <a:pt x="193685" y="590770"/>
                </a:lnTo>
                <a:lnTo>
                  <a:pt x="64562" y="590770"/>
                </a:lnTo>
                <a:lnTo>
                  <a:pt x="0" y="590770"/>
                </a:lnTo>
                <a:lnTo>
                  <a:pt x="0" y="569815"/>
                </a:lnTo>
                <a:lnTo>
                  <a:pt x="54070" y="569815"/>
                </a:lnTo>
                <a:lnTo>
                  <a:pt x="54070" y="373160"/>
                </a:lnTo>
                <a:cubicBezTo>
                  <a:pt x="54070" y="368324"/>
                  <a:pt x="57298" y="364294"/>
                  <a:pt x="62141" y="362683"/>
                </a:cubicBezTo>
                <a:lnTo>
                  <a:pt x="191264" y="333668"/>
                </a:lnTo>
                <a:cubicBezTo>
                  <a:pt x="192878" y="332862"/>
                  <a:pt x="194492" y="332862"/>
                  <a:pt x="195299" y="333668"/>
                </a:cubicBezTo>
                <a:cubicBezTo>
                  <a:pt x="196106" y="333668"/>
                  <a:pt x="196106" y="333668"/>
                  <a:pt x="196106" y="333668"/>
                </a:cubicBezTo>
                <a:lnTo>
                  <a:pt x="215475" y="336892"/>
                </a:lnTo>
                <a:lnTo>
                  <a:pt x="215475" y="116864"/>
                </a:lnTo>
                <a:cubicBezTo>
                  <a:pt x="215475" y="112028"/>
                  <a:pt x="218703" y="107999"/>
                  <a:pt x="223545" y="106387"/>
                </a:cubicBezTo>
                <a:lnTo>
                  <a:pt x="341370" y="75760"/>
                </a:lnTo>
                <a:cubicBezTo>
                  <a:pt x="342177" y="75760"/>
                  <a:pt x="342177" y="75760"/>
                  <a:pt x="342984" y="75760"/>
                </a:cubicBezTo>
                <a:cubicBezTo>
                  <a:pt x="343791" y="75760"/>
                  <a:pt x="344598" y="74954"/>
                  <a:pt x="345405" y="75760"/>
                </a:cubicBezTo>
                <a:cubicBezTo>
                  <a:pt x="346213" y="75760"/>
                  <a:pt x="347020" y="75760"/>
                  <a:pt x="347020" y="75760"/>
                </a:cubicBezTo>
                <a:cubicBezTo>
                  <a:pt x="347827" y="75760"/>
                  <a:pt x="347827" y="75760"/>
                  <a:pt x="348634" y="75760"/>
                </a:cubicBezTo>
                <a:lnTo>
                  <a:pt x="387371" y="91879"/>
                </a:lnTo>
                <a:lnTo>
                  <a:pt x="387371" y="62865"/>
                </a:lnTo>
                <a:cubicBezTo>
                  <a:pt x="375265" y="58029"/>
                  <a:pt x="365581" y="45940"/>
                  <a:pt x="365581" y="32238"/>
                </a:cubicBezTo>
                <a:cubicBezTo>
                  <a:pt x="365581" y="14507"/>
                  <a:pt x="380107" y="0"/>
                  <a:pt x="397862" y="0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  <a:extLst/>
        </p:spPr>
        <p:txBody>
          <a:bodyPr anchor="ctr"/>
          <a:lstStyle/>
          <a:p>
            <a:pPr algn="ctr"/>
            <a:endParaRPr/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1E8FB80B-E56F-4D26-837E-245F3E30A92F}"/>
              </a:ext>
            </a:extLst>
          </p:cNvPr>
          <p:cNvCxnSpPr/>
          <p:nvPr/>
        </p:nvCxnSpPr>
        <p:spPr>
          <a:xfrm>
            <a:off x="7285537" y="3425627"/>
            <a:ext cx="864096" cy="0"/>
          </a:xfrm>
          <a:prstGeom prst="straightConnector1">
            <a:avLst/>
          </a:prstGeom>
          <a:ln w="3175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iṧľïḍè">
            <a:extLst>
              <a:ext uri="{FF2B5EF4-FFF2-40B4-BE49-F238E27FC236}">
                <a16:creationId xmlns:a16="http://schemas.microsoft.com/office/drawing/2014/main" id="{BBEF5FFD-8C16-4C92-979D-F9B3583DFD38}"/>
              </a:ext>
            </a:extLst>
          </p:cNvPr>
          <p:cNvSpPr txBox="1"/>
          <p:nvPr/>
        </p:nvSpPr>
        <p:spPr>
          <a:xfrm>
            <a:off x="7229033" y="2968039"/>
            <a:ext cx="914400" cy="521720"/>
          </a:xfrm>
          <a:prstGeom prst="rect">
            <a:avLst/>
          </a:prstGeom>
          <a:noFill/>
        </p:spPr>
        <p:txBody>
          <a:bodyPr wrap="none" lIns="90000" tIns="46800" rIns="90000" bIns="46800" anchor="ctr" anchorCtr="0">
            <a:normAutofit/>
          </a:bodyPr>
          <a:lstStyle/>
          <a:p>
            <a:pPr algn="ctr"/>
            <a:r>
              <a:rPr lang="en-US" altLang="zh-CN" sz="1400" b="1" dirty="0"/>
              <a:t>分区</a:t>
            </a:r>
            <a:endParaRPr lang="zh-CN" altLang="en-US" sz="1400" b="1" dirty="0"/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1E9CFA21-2593-4B9E-9AED-167831CE275C}"/>
              </a:ext>
            </a:extLst>
          </p:cNvPr>
          <p:cNvCxnSpPr/>
          <p:nvPr/>
        </p:nvCxnSpPr>
        <p:spPr>
          <a:xfrm>
            <a:off x="9785946" y="4077212"/>
            <a:ext cx="0" cy="718825"/>
          </a:xfrm>
          <a:prstGeom prst="straightConnector1">
            <a:avLst/>
          </a:prstGeom>
          <a:ln w="3175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ïṡľíďé">
            <a:extLst>
              <a:ext uri="{FF2B5EF4-FFF2-40B4-BE49-F238E27FC236}">
                <a16:creationId xmlns:a16="http://schemas.microsoft.com/office/drawing/2014/main" id="{D6E97579-F0F5-4964-BC3C-54C054095F7C}"/>
              </a:ext>
            </a:extLst>
          </p:cNvPr>
          <p:cNvSpPr txBox="1"/>
          <p:nvPr/>
        </p:nvSpPr>
        <p:spPr>
          <a:xfrm>
            <a:off x="9794153" y="4192543"/>
            <a:ext cx="914400" cy="521720"/>
          </a:xfrm>
          <a:prstGeom prst="rect">
            <a:avLst/>
          </a:prstGeom>
          <a:noFill/>
        </p:spPr>
        <p:txBody>
          <a:bodyPr wrap="none" lIns="90000" tIns="46800" rIns="90000" bIns="46800" anchor="ctr" anchorCtr="0">
            <a:normAutofit/>
          </a:bodyPr>
          <a:lstStyle/>
          <a:p>
            <a:pPr algn="ctr"/>
            <a:r>
              <a:rPr lang="en-US" altLang="zh-CN" sz="1400" b="1" dirty="0"/>
              <a:t>注释</a:t>
            </a:r>
            <a:endParaRPr lang="zh-CN" altLang="en-US" sz="1400" b="1" dirty="0"/>
          </a:p>
        </p:txBody>
      </p:sp>
      <p:sp>
        <p:nvSpPr>
          <p:cNvPr id="44" name="文本框 1"/>
          <p:cNvSpPr txBox="1"/>
          <p:nvPr/>
        </p:nvSpPr>
        <p:spPr>
          <a:xfrm>
            <a:off x="611535" y="1260544"/>
            <a:ext cx="10324797" cy="72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活动图还提供多种高级特性，用于表达更复杂的系统行为和组织结构。</a:t>
            </a:r>
          </a:p>
        </p:txBody>
      </p:sp>
    </p:spTree>
    <p:extLst>
      <p:ext uri="{BB962C8B-B14F-4D97-AF65-F5344CB8AC3E}">
        <p14:creationId xmlns:p14="http://schemas.microsoft.com/office/powerpoint/2010/main" val="2195550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535009" y="294701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什么是</a:t>
            </a:r>
          </a:p>
        </p:txBody>
      </p:sp>
      <p:sp>
        <p:nvSpPr>
          <p:cNvPr id="3" name="矩形 2"/>
          <p:cNvSpPr/>
          <p:nvPr/>
        </p:nvSpPr>
        <p:spPr>
          <a:xfrm>
            <a:off x="7744182" y="30821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核心元素</a:t>
            </a:r>
          </a:p>
        </p:txBody>
      </p:sp>
      <p:sp>
        <p:nvSpPr>
          <p:cNvPr id="4" name="矩形 3"/>
          <p:cNvSpPr/>
          <p:nvPr/>
        </p:nvSpPr>
        <p:spPr>
          <a:xfrm>
            <a:off x="9154720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控制流</a:t>
            </a:r>
          </a:p>
        </p:txBody>
      </p:sp>
      <p:sp>
        <p:nvSpPr>
          <p:cNvPr id="5" name="矩形 4"/>
          <p:cNvSpPr/>
          <p:nvPr/>
        </p:nvSpPr>
        <p:spPr>
          <a:xfrm>
            <a:off x="10441652" y="294699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高级特性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7586134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873067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0160000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1446933" y="342755"/>
            <a:ext cx="0" cy="211667"/>
          </a:xfrm>
          <a:prstGeom prst="line">
            <a:avLst/>
          </a:prstGeom>
          <a:ln w="12700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/>
        </p:nvGrpSpPr>
        <p:grpSpPr>
          <a:xfrm>
            <a:off x="407438" y="171919"/>
            <a:ext cx="670385" cy="604428"/>
            <a:chOff x="5424755" y="1340768"/>
            <a:chExt cx="670560" cy="604586"/>
          </a:xfrm>
        </p:grpSpPr>
        <p:grpSp>
          <p:nvGrpSpPr>
            <p:cNvPr id="14" name="组合 13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6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5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12" name="文本框 9"/>
          <p:cNvSpPr txBox="1"/>
          <p:nvPr/>
        </p:nvSpPr>
        <p:spPr>
          <a:xfrm>
            <a:off x="1124442" y="290670"/>
            <a:ext cx="1871720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应用场景</a:t>
            </a:r>
          </a:p>
        </p:txBody>
      </p:sp>
      <p:sp>
        <p:nvSpPr>
          <p:cNvPr id="13" name="Freeform 126"/>
          <p:cNvSpPr>
            <a:spLocks noChangeAspect="1" noEditPoints="1"/>
          </p:cNvSpPr>
          <p:nvPr/>
        </p:nvSpPr>
        <p:spPr bwMode="auto">
          <a:xfrm>
            <a:off x="611535" y="332909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ï$ḻide">
            <a:extLst>
              <a:ext uri="{FF2B5EF4-FFF2-40B4-BE49-F238E27FC236}">
                <a16:creationId xmlns:a16="http://schemas.microsoft.com/office/drawing/2014/main" id="{86E3C5C0-92C0-4A4E-A87A-49E03132FF6B}"/>
              </a:ext>
            </a:extLst>
          </p:cNvPr>
          <p:cNvSpPr/>
          <p:nvPr/>
        </p:nvSpPr>
        <p:spPr>
          <a:xfrm>
            <a:off x="4673937" y="1975858"/>
            <a:ext cx="3461727" cy="3461729"/>
          </a:xfrm>
          <a:custGeom>
            <a:avLst/>
            <a:gdLst>
              <a:gd name="connsiteX0" fmla="*/ 1919288 w 3838576"/>
              <a:gd name="connsiteY0" fmla="*/ 0 h 3838576"/>
              <a:gd name="connsiteX1" fmla="*/ 3838576 w 3838576"/>
              <a:gd name="connsiteY1" fmla="*/ 1919288 h 3838576"/>
              <a:gd name="connsiteX2" fmla="*/ 1919288 w 3838576"/>
              <a:gd name="connsiteY2" fmla="*/ 3838576 h 3838576"/>
              <a:gd name="connsiteX3" fmla="*/ 0 w 3838576"/>
              <a:gd name="connsiteY3" fmla="*/ 1919288 h 3838576"/>
              <a:gd name="connsiteX4" fmla="*/ 959644 w 3838576"/>
              <a:gd name="connsiteY4" fmla="*/ 1919288 h 3838576"/>
              <a:gd name="connsiteX5" fmla="*/ 1919288 w 3838576"/>
              <a:gd name="connsiteY5" fmla="*/ 2878932 h 3838576"/>
              <a:gd name="connsiteX6" fmla="*/ 2878932 w 3838576"/>
              <a:gd name="connsiteY6" fmla="*/ 1919288 h 3838576"/>
              <a:gd name="connsiteX7" fmla="*/ 1919288 w 3838576"/>
              <a:gd name="connsiteY7" fmla="*/ 959644 h 3838576"/>
              <a:gd name="connsiteX8" fmla="*/ 1919288 w 3838576"/>
              <a:gd name="connsiteY8" fmla="*/ 0 h 383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38576" h="3838576">
                <a:moveTo>
                  <a:pt x="1919288" y="0"/>
                </a:moveTo>
                <a:cubicBezTo>
                  <a:pt x="2979281" y="0"/>
                  <a:pt x="3838576" y="859295"/>
                  <a:pt x="3838576" y="1919288"/>
                </a:cubicBezTo>
                <a:cubicBezTo>
                  <a:pt x="3838576" y="2979281"/>
                  <a:pt x="2979281" y="3838576"/>
                  <a:pt x="1919288" y="3838576"/>
                </a:cubicBezTo>
                <a:cubicBezTo>
                  <a:pt x="859295" y="3838576"/>
                  <a:pt x="0" y="2979281"/>
                  <a:pt x="0" y="1919288"/>
                </a:cubicBezTo>
                <a:lnTo>
                  <a:pt x="959644" y="1919288"/>
                </a:lnTo>
                <a:cubicBezTo>
                  <a:pt x="959644" y="2449285"/>
                  <a:pt x="1389291" y="2878932"/>
                  <a:pt x="1919288" y="2878932"/>
                </a:cubicBezTo>
                <a:cubicBezTo>
                  <a:pt x="2449285" y="2878932"/>
                  <a:pt x="2878932" y="2449285"/>
                  <a:pt x="2878932" y="1919288"/>
                </a:cubicBezTo>
                <a:cubicBezTo>
                  <a:pt x="2878932" y="1389291"/>
                  <a:pt x="2449285" y="959644"/>
                  <a:pt x="1919288" y="959644"/>
                </a:cubicBezTo>
                <a:lnTo>
                  <a:pt x="1919288" y="0"/>
                </a:lnTo>
                <a:close/>
              </a:path>
            </a:pathLst>
          </a:custGeom>
          <a:solidFill>
            <a:srgbClr val="1C50A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51" name="íṣlïḓè">
            <a:extLst>
              <a:ext uri="{FF2B5EF4-FFF2-40B4-BE49-F238E27FC236}">
                <a16:creationId xmlns:a16="http://schemas.microsoft.com/office/drawing/2014/main" id="{BA8A8175-E92D-4186-8625-26B0746F0C11}"/>
              </a:ext>
            </a:extLst>
          </p:cNvPr>
          <p:cNvSpPr/>
          <p:nvPr/>
        </p:nvSpPr>
        <p:spPr>
          <a:xfrm rot="16200000">
            <a:off x="5408868" y="2139560"/>
            <a:ext cx="1460282" cy="531588"/>
          </a:xfrm>
          <a:prstGeom prst="triangle">
            <a:avLst/>
          </a:prstGeom>
          <a:solidFill>
            <a:srgbClr val="1C50A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52" name="îşḻíḓê">
            <a:extLst>
              <a:ext uri="{FF2B5EF4-FFF2-40B4-BE49-F238E27FC236}">
                <a16:creationId xmlns:a16="http://schemas.microsoft.com/office/drawing/2014/main" id="{26B94718-9A83-4F0B-9C7A-69E7004BEE78}"/>
              </a:ext>
            </a:extLst>
          </p:cNvPr>
          <p:cNvSpPr/>
          <p:nvPr/>
        </p:nvSpPr>
        <p:spPr>
          <a:xfrm>
            <a:off x="4516061" y="2956973"/>
            <a:ext cx="1159986" cy="115998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7620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53" name="íslîḓe">
            <a:extLst>
              <a:ext uri="{FF2B5EF4-FFF2-40B4-BE49-F238E27FC236}">
                <a16:creationId xmlns:a16="http://schemas.microsoft.com/office/drawing/2014/main" id="{14907869-8D86-49D8-8F8B-87AC76594410}"/>
              </a:ext>
            </a:extLst>
          </p:cNvPr>
          <p:cNvSpPr/>
          <p:nvPr/>
        </p:nvSpPr>
        <p:spPr>
          <a:xfrm>
            <a:off x="4588308" y="3029221"/>
            <a:ext cx="1015489" cy="1015489"/>
          </a:xfrm>
          <a:prstGeom prst="roundRect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54" name="í$1îďe">
            <a:extLst>
              <a:ext uri="{FF2B5EF4-FFF2-40B4-BE49-F238E27FC236}">
                <a16:creationId xmlns:a16="http://schemas.microsoft.com/office/drawing/2014/main" id="{71FFDE84-9237-49B8-8318-A66415962C68}"/>
              </a:ext>
            </a:extLst>
          </p:cNvPr>
          <p:cNvSpPr/>
          <p:nvPr/>
        </p:nvSpPr>
        <p:spPr>
          <a:xfrm>
            <a:off x="5923286" y="4928141"/>
            <a:ext cx="963026" cy="96303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55" name="ïṡlïde">
            <a:extLst>
              <a:ext uri="{FF2B5EF4-FFF2-40B4-BE49-F238E27FC236}">
                <a16:creationId xmlns:a16="http://schemas.microsoft.com/office/drawing/2014/main" id="{01A62709-A596-40D1-B1EC-4024F51EC1A4}"/>
              </a:ext>
            </a:extLst>
          </p:cNvPr>
          <p:cNvSpPr/>
          <p:nvPr/>
        </p:nvSpPr>
        <p:spPr bwMode="auto">
          <a:xfrm>
            <a:off x="6159274" y="5168918"/>
            <a:ext cx="491051" cy="481476"/>
          </a:xfrm>
          <a:custGeom>
            <a:avLst/>
            <a:gdLst>
              <a:gd name="T0" fmla="*/ 1312 w 1990"/>
              <a:gd name="T1" fmla="*/ 1552 h 1954"/>
              <a:gd name="T2" fmla="*/ 291 w 1990"/>
              <a:gd name="T3" fmla="*/ 1746 h 1954"/>
              <a:gd name="T4" fmla="*/ 0 w 1990"/>
              <a:gd name="T5" fmla="*/ 540 h 1954"/>
              <a:gd name="T6" fmla="*/ 515 w 1990"/>
              <a:gd name="T7" fmla="*/ 249 h 1954"/>
              <a:gd name="T8" fmla="*/ 1205 w 1990"/>
              <a:gd name="T9" fmla="*/ 0 h 1954"/>
              <a:gd name="T10" fmla="*/ 1496 w 1990"/>
              <a:gd name="T11" fmla="*/ 489 h 1954"/>
              <a:gd name="T12" fmla="*/ 1413 w 1990"/>
              <a:gd name="T13" fmla="*/ 291 h 1954"/>
              <a:gd name="T14" fmla="*/ 802 w 1990"/>
              <a:gd name="T15" fmla="*/ 83 h 1954"/>
              <a:gd name="T16" fmla="*/ 1039 w 1990"/>
              <a:gd name="T17" fmla="*/ 249 h 1954"/>
              <a:gd name="T18" fmla="*/ 1243 w 1990"/>
              <a:gd name="T19" fmla="*/ 499 h 1954"/>
              <a:gd name="T20" fmla="*/ 291 w 1990"/>
              <a:gd name="T21" fmla="*/ 333 h 1954"/>
              <a:gd name="T22" fmla="*/ 83 w 1990"/>
              <a:gd name="T23" fmla="*/ 1455 h 1954"/>
              <a:gd name="T24" fmla="*/ 1039 w 1990"/>
              <a:gd name="T25" fmla="*/ 1663 h 1954"/>
              <a:gd name="T26" fmla="*/ 1641 w 1990"/>
              <a:gd name="T27" fmla="*/ 1453 h 1954"/>
              <a:gd name="T28" fmla="*/ 1138 w 1990"/>
              <a:gd name="T29" fmla="*/ 583 h 1954"/>
              <a:gd name="T30" fmla="*/ 1641 w 1990"/>
              <a:gd name="T31" fmla="*/ 1453 h 1954"/>
              <a:gd name="T32" fmla="*/ 1752 w 1990"/>
              <a:gd name="T33" fmla="*/ 809 h 1954"/>
              <a:gd name="T34" fmla="*/ 1026 w 1990"/>
              <a:gd name="T35" fmla="*/ 1228 h 1954"/>
              <a:gd name="T36" fmla="*/ 1767 w 1990"/>
              <a:gd name="T37" fmla="*/ 1422 h 1954"/>
              <a:gd name="T38" fmla="*/ 1717 w 1990"/>
              <a:gd name="T39" fmla="*/ 1835 h 1954"/>
              <a:gd name="T40" fmla="*/ 1767 w 1990"/>
              <a:gd name="T41" fmla="*/ 1422 h 1954"/>
              <a:gd name="T42" fmla="*/ 1739 w 1990"/>
              <a:gd name="T43" fmla="*/ 1874 h 1954"/>
              <a:gd name="T44" fmla="*/ 1956 w 1990"/>
              <a:gd name="T45" fmla="*/ 1749 h 1954"/>
              <a:gd name="T46" fmla="*/ 249 w 1990"/>
              <a:gd name="T47" fmla="*/ 551 h 1954"/>
              <a:gd name="T48" fmla="*/ 803 w 1990"/>
              <a:gd name="T49" fmla="*/ 613 h 1954"/>
              <a:gd name="T50" fmla="*/ 675 w 1990"/>
              <a:gd name="T51" fmla="*/ 828 h 1954"/>
              <a:gd name="T52" fmla="*/ 249 w 1990"/>
              <a:gd name="T53" fmla="*/ 890 h 1954"/>
              <a:gd name="T54" fmla="*/ 675 w 1990"/>
              <a:gd name="T55" fmla="*/ 828 h 1954"/>
              <a:gd name="T56" fmla="*/ 675 w 1990"/>
              <a:gd name="T57" fmla="*/ 1167 h 1954"/>
              <a:gd name="T58" fmla="*/ 249 w 1990"/>
              <a:gd name="T59" fmla="*/ 1105 h 1954"/>
              <a:gd name="T60" fmla="*/ 249 w 1990"/>
              <a:gd name="T61" fmla="*/ 1444 h 1954"/>
              <a:gd name="T62" fmla="*/ 803 w 1990"/>
              <a:gd name="T63" fmla="*/ 1382 h 1954"/>
              <a:gd name="T64" fmla="*/ 249 w 1990"/>
              <a:gd name="T65" fmla="*/ 1444 h 1954"/>
              <a:gd name="T66" fmla="*/ 1179 w 1990"/>
              <a:gd name="T67" fmla="*/ 961 h 1954"/>
              <a:gd name="T68" fmla="*/ 1300 w 1990"/>
              <a:gd name="T69" fmla="*/ 1219 h 1954"/>
              <a:gd name="T70" fmla="*/ 1604 w 1990"/>
              <a:gd name="T71" fmla="*/ 858 h 19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990" h="1954">
                <a:moveTo>
                  <a:pt x="1231" y="1534"/>
                </a:moveTo>
                <a:cubicBezTo>
                  <a:pt x="1258" y="1542"/>
                  <a:pt x="1285" y="1548"/>
                  <a:pt x="1312" y="1552"/>
                </a:cubicBezTo>
                <a:cubicBezTo>
                  <a:pt x="1272" y="1665"/>
                  <a:pt x="1165" y="1746"/>
                  <a:pt x="1039" y="1746"/>
                </a:cubicBezTo>
                <a:lnTo>
                  <a:pt x="291" y="1746"/>
                </a:lnTo>
                <a:cubicBezTo>
                  <a:pt x="131" y="1746"/>
                  <a:pt x="0" y="1615"/>
                  <a:pt x="0" y="1455"/>
                </a:cubicBezTo>
                <a:lnTo>
                  <a:pt x="0" y="540"/>
                </a:lnTo>
                <a:cubicBezTo>
                  <a:pt x="0" y="380"/>
                  <a:pt x="131" y="249"/>
                  <a:pt x="291" y="249"/>
                </a:cubicBezTo>
                <a:lnTo>
                  <a:pt x="515" y="249"/>
                </a:lnTo>
                <a:cubicBezTo>
                  <a:pt x="535" y="109"/>
                  <a:pt x="656" y="0"/>
                  <a:pt x="802" y="0"/>
                </a:cubicBezTo>
                <a:lnTo>
                  <a:pt x="1205" y="0"/>
                </a:lnTo>
                <a:cubicBezTo>
                  <a:pt x="1366" y="0"/>
                  <a:pt x="1496" y="131"/>
                  <a:pt x="1496" y="291"/>
                </a:cubicBezTo>
                <a:lnTo>
                  <a:pt x="1496" y="489"/>
                </a:lnTo>
                <a:cubicBezTo>
                  <a:pt x="1469" y="484"/>
                  <a:pt x="1441" y="480"/>
                  <a:pt x="1413" y="479"/>
                </a:cubicBezTo>
                <a:lnTo>
                  <a:pt x="1413" y="291"/>
                </a:lnTo>
                <a:cubicBezTo>
                  <a:pt x="1413" y="176"/>
                  <a:pt x="1320" y="83"/>
                  <a:pt x="1205" y="83"/>
                </a:cubicBezTo>
                <a:lnTo>
                  <a:pt x="802" y="83"/>
                </a:lnTo>
                <a:cubicBezTo>
                  <a:pt x="701" y="83"/>
                  <a:pt x="617" y="155"/>
                  <a:pt x="598" y="249"/>
                </a:cubicBezTo>
                <a:lnTo>
                  <a:pt x="1039" y="249"/>
                </a:lnTo>
                <a:cubicBezTo>
                  <a:pt x="1180" y="249"/>
                  <a:pt x="1297" y="349"/>
                  <a:pt x="1324" y="482"/>
                </a:cubicBezTo>
                <a:cubicBezTo>
                  <a:pt x="1297" y="485"/>
                  <a:pt x="1270" y="491"/>
                  <a:pt x="1243" y="499"/>
                </a:cubicBezTo>
                <a:cubicBezTo>
                  <a:pt x="1224" y="404"/>
                  <a:pt x="1140" y="333"/>
                  <a:pt x="1039" y="333"/>
                </a:cubicBezTo>
                <a:lnTo>
                  <a:pt x="291" y="333"/>
                </a:lnTo>
                <a:cubicBezTo>
                  <a:pt x="177" y="333"/>
                  <a:pt x="83" y="426"/>
                  <a:pt x="83" y="540"/>
                </a:cubicBezTo>
                <a:lnTo>
                  <a:pt x="83" y="1455"/>
                </a:lnTo>
                <a:cubicBezTo>
                  <a:pt x="83" y="1569"/>
                  <a:pt x="177" y="1663"/>
                  <a:pt x="291" y="1663"/>
                </a:cubicBezTo>
                <a:lnTo>
                  <a:pt x="1039" y="1663"/>
                </a:lnTo>
                <a:cubicBezTo>
                  <a:pt x="1126" y="1663"/>
                  <a:pt x="1200" y="1609"/>
                  <a:pt x="1231" y="1534"/>
                </a:cubicBezTo>
                <a:close/>
                <a:moveTo>
                  <a:pt x="1641" y="1453"/>
                </a:moveTo>
                <a:cubicBezTo>
                  <a:pt x="1401" y="1591"/>
                  <a:pt x="1093" y="1509"/>
                  <a:pt x="955" y="1269"/>
                </a:cubicBezTo>
                <a:cubicBezTo>
                  <a:pt x="816" y="1029"/>
                  <a:pt x="899" y="722"/>
                  <a:pt x="1138" y="583"/>
                </a:cubicBezTo>
                <a:cubicBezTo>
                  <a:pt x="1378" y="445"/>
                  <a:pt x="1686" y="527"/>
                  <a:pt x="1824" y="767"/>
                </a:cubicBezTo>
                <a:cubicBezTo>
                  <a:pt x="1963" y="1007"/>
                  <a:pt x="1880" y="1314"/>
                  <a:pt x="1641" y="1453"/>
                </a:cubicBezTo>
                <a:close/>
                <a:moveTo>
                  <a:pt x="1599" y="1381"/>
                </a:moveTo>
                <a:cubicBezTo>
                  <a:pt x="1799" y="1266"/>
                  <a:pt x="1868" y="1009"/>
                  <a:pt x="1752" y="809"/>
                </a:cubicBezTo>
                <a:cubicBezTo>
                  <a:pt x="1637" y="608"/>
                  <a:pt x="1380" y="539"/>
                  <a:pt x="1180" y="655"/>
                </a:cubicBezTo>
                <a:cubicBezTo>
                  <a:pt x="980" y="771"/>
                  <a:pt x="911" y="1027"/>
                  <a:pt x="1026" y="1228"/>
                </a:cubicBezTo>
                <a:cubicBezTo>
                  <a:pt x="1142" y="1428"/>
                  <a:pt x="1399" y="1497"/>
                  <a:pt x="1599" y="1381"/>
                </a:cubicBezTo>
                <a:close/>
                <a:moveTo>
                  <a:pt x="1767" y="1422"/>
                </a:moveTo>
                <a:lnTo>
                  <a:pt x="1551" y="1547"/>
                </a:lnTo>
                <a:lnTo>
                  <a:pt x="1717" y="1835"/>
                </a:lnTo>
                <a:lnTo>
                  <a:pt x="1933" y="1710"/>
                </a:lnTo>
                <a:lnTo>
                  <a:pt x="1767" y="1422"/>
                </a:lnTo>
                <a:close/>
                <a:moveTo>
                  <a:pt x="1956" y="1749"/>
                </a:moveTo>
                <a:lnTo>
                  <a:pt x="1739" y="1874"/>
                </a:lnTo>
                <a:cubicBezTo>
                  <a:pt x="1774" y="1934"/>
                  <a:pt x="1850" y="1954"/>
                  <a:pt x="1910" y="1919"/>
                </a:cubicBezTo>
                <a:cubicBezTo>
                  <a:pt x="1969" y="1885"/>
                  <a:pt x="1990" y="1809"/>
                  <a:pt x="1956" y="1749"/>
                </a:cubicBezTo>
                <a:close/>
                <a:moveTo>
                  <a:pt x="803" y="551"/>
                </a:moveTo>
                <a:lnTo>
                  <a:pt x="249" y="551"/>
                </a:lnTo>
                <a:lnTo>
                  <a:pt x="249" y="613"/>
                </a:lnTo>
                <a:lnTo>
                  <a:pt x="803" y="613"/>
                </a:lnTo>
                <a:lnTo>
                  <a:pt x="803" y="551"/>
                </a:lnTo>
                <a:close/>
                <a:moveTo>
                  <a:pt x="675" y="828"/>
                </a:moveTo>
                <a:lnTo>
                  <a:pt x="249" y="828"/>
                </a:lnTo>
                <a:lnTo>
                  <a:pt x="249" y="890"/>
                </a:lnTo>
                <a:lnTo>
                  <a:pt x="675" y="890"/>
                </a:lnTo>
                <a:lnTo>
                  <a:pt x="675" y="828"/>
                </a:lnTo>
                <a:close/>
                <a:moveTo>
                  <a:pt x="249" y="1167"/>
                </a:moveTo>
                <a:lnTo>
                  <a:pt x="675" y="1167"/>
                </a:lnTo>
                <a:lnTo>
                  <a:pt x="675" y="1105"/>
                </a:lnTo>
                <a:lnTo>
                  <a:pt x="249" y="1105"/>
                </a:lnTo>
                <a:lnTo>
                  <a:pt x="249" y="1167"/>
                </a:lnTo>
                <a:close/>
                <a:moveTo>
                  <a:pt x="249" y="1444"/>
                </a:moveTo>
                <a:lnTo>
                  <a:pt x="803" y="1444"/>
                </a:lnTo>
                <a:lnTo>
                  <a:pt x="803" y="1382"/>
                </a:lnTo>
                <a:lnTo>
                  <a:pt x="249" y="1382"/>
                </a:lnTo>
                <a:lnTo>
                  <a:pt x="249" y="1444"/>
                </a:lnTo>
                <a:close/>
                <a:moveTo>
                  <a:pt x="1308" y="1105"/>
                </a:moveTo>
                <a:lnTo>
                  <a:pt x="1179" y="961"/>
                </a:lnTo>
                <a:lnTo>
                  <a:pt x="1118" y="1017"/>
                </a:lnTo>
                <a:lnTo>
                  <a:pt x="1300" y="1219"/>
                </a:lnTo>
                <a:lnTo>
                  <a:pt x="1657" y="922"/>
                </a:lnTo>
                <a:lnTo>
                  <a:pt x="1604" y="858"/>
                </a:lnTo>
                <a:lnTo>
                  <a:pt x="1308" y="11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82832" tIns="91416" rIns="182832" bIns="91416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 sz="7198" dirty="0"/>
          </a:p>
        </p:txBody>
      </p:sp>
      <p:sp>
        <p:nvSpPr>
          <p:cNvPr id="56" name="îṥlíḓê">
            <a:extLst>
              <a:ext uri="{FF2B5EF4-FFF2-40B4-BE49-F238E27FC236}">
                <a16:creationId xmlns:a16="http://schemas.microsoft.com/office/drawing/2014/main" id="{E9A9B910-07D8-44E4-9570-ACCDD03084A0}"/>
              </a:ext>
            </a:extLst>
          </p:cNvPr>
          <p:cNvSpPr/>
          <p:nvPr/>
        </p:nvSpPr>
        <p:spPr>
          <a:xfrm>
            <a:off x="7170886" y="2737276"/>
            <a:ext cx="963026" cy="963034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57" name="îsḷiḑé">
            <a:extLst>
              <a:ext uri="{FF2B5EF4-FFF2-40B4-BE49-F238E27FC236}">
                <a16:creationId xmlns:a16="http://schemas.microsoft.com/office/drawing/2014/main" id="{A5F205A0-259C-4150-ACA4-3851A9891F6C}"/>
              </a:ext>
            </a:extLst>
          </p:cNvPr>
          <p:cNvSpPr/>
          <p:nvPr/>
        </p:nvSpPr>
        <p:spPr bwMode="auto">
          <a:xfrm>
            <a:off x="7406873" y="2978053"/>
            <a:ext cx="491051" cy="481476"/>
          </a:xfrm>
          <a:custGeom>
            <a:avLst/>
            <a:gdLst>
              <a:gd name="T0" fmla="*/ 1312 w 1990"/>
              <a:gd name="T1" fmla="*/ 1552 h 1954"/>
              <a:gd name="T2" fmla="*/ 291 w 1990"/>
              <a:gd name="T3" fmla="*/ 1746 h 1954"/>
              <a:gd name="T4" fmla="*/ 0 w 1990"/>
              <a:gd name="T5" fmla="*/ 540 h 1954"/>
              <a:gd name="T6" fmla="*/ 515 w 1990"/>
              <a:gd name="T7" fmla="*/ 249 h 1954"/>
              <a:gd name="T8" fmla="*/ 1205 w 1990"/>
              <a:gd name="T9" fmla="*/ 0 h 1954"/>
              <a:gd name="T10" fmla="*/ 1496 w 1990"/>
              <a:gd name="T11" fmla="*/ 489 h 1954"/>
              <a:gd name="T12" fmla="*/ 1413 w 1990"/>
              <a:gd name="T13" fmla="*/ 291 h 1954"/>
              <a:gd name="T14" fmla="*/ 802 w 1990"/>
              <a:gd name="T15" fmla="*/ 83 h 1954"/>
              <a:gd name="T16" fmla="*/ 1039 w 1990"/>
              <a:gd name="T17" fmla="*/ 249 h 1954"/>
              <a:gd name="T18" fmla="*/ 1243 w 1990"/>
              <a:gd name="T19" fmla="*/ 499 h 1954"/>
              <a:gd name="T20" fmla="*/ 291 w 1990"/>
              <a:gd name="T21" fmla="*/ 333 h 1954"/>
              <a:gd name="T22" fmla="*/ 83 w 1990"/>
              <a:gd name="T23" fmla="*/ 1455 h 1954"/>
              <a:gd name="T24" fmla="*/ 1039 w 1990"/>
              <a:gd name="T25" fmla="*/ 1663 h 1954"/>
              <a:gd name="T26" fmla="*/ 1641 w 1990"/>
              <a:gd name="T27" fmla="*/ 1453 h 1954"/>
              <a:gd name="T28" fmla="*/ 1138 w 1990"/>
              <a:gd name="T29" fmla="*/ 583 h 1954"/>
              <a:gd name="T30" fmla="*/ 1641 w 1990"/>
              <a:gd name="T31" fmla="*/ 1453 h 1954"/>
              <a:gd name="T32" fmla="*/ 1752 w 1990"/>
              <a:gd name="T33" fmla="*/ 809 h 1954"/>
              <a:gd name="T34" fmla="*/ 1026 w 1990"/>
              <a:gd name="T35" fmla="*/ 1228 h 1954"/>
              <a:gd name="T36" fmla="*/ 1767 w 1990"/>
              <a:gd name="T37" fmla="*/ 1422 h 1954"/>
              <a:gd name="T38" fmla="*/ 1717 w 1990"/>
              <a:gd name="T39" fmla="*/ 1835 h 1954"/>
              <a:gd name="T40" fmla="*/ 1767 w 1990"/>
              <a:gd name="T41" fmla="*/ 1422 h 1954"/>
              <a:gd name="T42" fmla="*/ 1739 w 1990"/>
              <a:gd name="T43" fmla="*/ 1874 h 1954"/>
              <a:gd name="T44" fmla="*/ 1956 w 1990"/>
              <a:gd name="T45" fmla="*/ 1749 h 1954"/>
              <a:gd name="T46" fmla="*/ 249 w 1990"/>
              <a:gd name="T47" fmla="*/ 551 h 1954"/>
              <a:gd name="T48" fmla="*/ 803 w 1990"/>
              <a:gd name="T49" fmla="*/ 613 h 1954"/>
              <a:gd name="T50" fmla="*/ 675 w 1990"/>
              <a:gd name="T51" fmla="*/ 828 h 1954"/>
              <a:gd name="T52" fmla="*/ 249 w 1990"/>
              <a:gd name="T53" fmla="*/ 890 h 1954"/>
              <a:gd name="T54" fmla="*/ 675 w 1990"/>
              <a:gd name="T55" fmla="*/ 828 h 1954"/>
              <a:gd name="T56" fmla="*/ 675 w 1990"/>
              <a:gd name="T57" fmla="*/ 1167 h 1954"/>
              <a:gd name="T58" fmla="*/ 249 w 1990"/>
              <a:gd name="T59" fmla="*/ 1105 h 1954"/>
              <a:gd name="T60" fmla="*/ 249 w 1990"/>
              <a:gd name="T61" fmla="*/ 1444 h 1954"/>
              <a:gd name="T62" fmla="*/ 803 w 1990"/>
              <a:gd name="T63" fmla="*/ 1382 h 1954"/>
              <a:gd name="T64" fmla="*/ 249 w 1990"/>
              <a:gd name="T65" fmla="*/ 1444 h 1954"/>
              <a:gd name="T66" fmla="*/ 1179 w 1990"/>
              <a:gd name="T67" fmla="*/ 961 h 1954"/>
              <a:gd name="T68" fmla="*/ 1300 w 1990"/>
              <a:gd name="T69" fmla="*/ 1219 h 1954"/>
              <a:gd name="T70" fmla="*/ 1604 w 1990"/>
              <a:gd name="T71" fmla="*/ 858 h 19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990" h="1954">
                <a:moveTo>
                  <a:pt x="1231" y="1534"/>
                </a:moveTo>
                <a:cubicBezTo>
                  <a:pt x="1258" y="1542"/>
                  <a:pt x="1285" y="1548"/>
                  <a:pt x="1312" y="1552"/>
                </a:cubicBezTo>
                <a:cubicBezTo>
                  <a:pt x="1272" y="1665"/>
                  <a:pt x="1165" y="1746"/>
                  <a:pt x="1039" y="1746"/>
                </a:cubicBezTo>
                <a:lnTo>
                  <a:pt x="291" y="1746"/>
                </a:lnTo>
                <a:cubicBezTo>
                  <a:pt x="131" y="1746"/>
                  <a:pt x="0" y="1615"/>
                  <a:pt x="0" y="1455"/>
                </a:cubicBezTo>
                <a:lnTo>
                  <a:pt x="0" y="540"/>
                </a:lnTo>
                <a:cubicBezTo>
                  <a:pt x="0" y="380"/>
                  <a:pt x="131" y="249"/>
                  <a:pt x="291" y="249"/>
                </a:cubicBezTo>
                <a:lnTo>
                  <a:pt x="515" y="249"/>
                </a:lnTo>
                <a:cubicBezTo>
                  <a:pt x="535" y="109"/>
                  <a:pt x="656" y="0"/>
                  <a:pt x="802" y="0"/>
                </a:cubicBezTo>
                <a:lnTo>
                  <a:pt x="1205" y="0"/>
                </a:lnTo>
                <a:cubicBezTo>
                  <a:pt x="1366" y="0"/>
                  <a:pt x="1496" y="131"/>
                  <a:pt x="1496" y="291"/>
                </a:cubicBezTo>
                <a:lnTo>
                  <a:pt x="1496" y="489"/>
                </a:lnTo>
                <a:cubicBezTo>
                  <a:pt x="1469" y="484"/>
                  <a:pt x="1441" y="480"/>
                  <a:pt x="1413" y="479"/>
                </a:cubicBezTo>
                <a:lnTo>
                  <a:pt x="1413" y="291"/>
                </a:lnTo>
                <a:cubicBezTo>
                  <a:pt x="1413" y="176"/>
                  <a:pt x="1320" y="83"/>
                  <a:pt x="1205" y="83"/>
                </a:cubicBezTo>
                <a:lnTo>
                  <a:pt x="802" y="83"/>
                </a:lnTo>
                <a:cubicBezTo>
                  <a:pt x="701" y="83"/>
                  <a:pt x="617" y="155"/>
                  <a:pt x="598" y="249"/>
                </a:cubicBezTo>
                <a:lnTo>
                  <a:pt x="1039" y="249"/>
                </a:lnTo>
                <a:cubicBezTo>
                  <a:pt x="1180" y="249"/>
                  <a:pt x="1297" y="349"/>
                  <a:pt x="1324" y="482"/>
                </a:cubicBezTo>
                <a:cubicBezTo>
                  <a:pt x="1297" y="485"/>
                  <a:pt x="1270" y="491"/>
                  <a:pt x="1243" y="499"/>
                </a:cubicBezTo>
                <a:cubicBezTo>
                  <a:pt x="1224" y="404"/>
                  <a:pt x="1140" y="333"/>
                  <a:pt x="1039" y="333"/>
                </a:cubicBezTo>
                <a:lnTo>
                  <a:pt x="291" y="333"/>
                </a:lnTo>
                <a:cubicBezTo>
                  <a:pt x="177" y="333"/>
                  <a:pt x="83" y="426"/>
                  <a:pt x="83" y="540"/>
                </a:cubicBezTo>
                <a:lnTo>
                  <a:pt x="83" y="1455"/>
                </a:lnTo>
                <a:cubicBezTo>
                  <a:pt x="83" y="1569"/>
                  <a:pt x="177" y="1663"/>
                  <a:pt x="291" y="1663"/>
                </a:cubicBezTo>
                <a:lnTo>
                  <a:pt x="1039" y="1663"/>
                </a:lnTo>
                <a:cubicBezTo>
                  <a:pt x="1126" y="1663"/>
                  <a:pt x="1200" y="1609"/>
                  <a:pt x="1231" y="1534"/>
                </a:cubicBezTo>
                <a:close/>
                <a:moveTo>
                  <a:pt x="1641" y="1453"/>
                </a:moveTo>
                <a:cubicBezTo>
                  <a:pt x="1401" y="1591"/>
                  <a:pt x="1093" y="1509"/>
                  <a:pt x="955" y="1269"/>
                </a:cubicBezTo>
                <a:cubicBezTo>
                  <a:pt x="816" y="1029"/>
                  <a:pt x="899" y="722"/>
                  <a:pt x="1138" y="583"/>
                </a:cubicBezTo>
                <a:cubicBezTo>
                  <a:pt x="1378" y="445"/>
                  <a:pt x="1686" y="527"/>
                  <a:pt x="1824" y="767"/>
                </a:cubicBezTo>
                <a:cubicBezTo>
                  <a:pt x="1963" y="1007"/>
                  <a:pt x="1880" y="1314"/>
                  <a:pt x="1641" y="1453"/>
                </a:cubicBezTo>
                <a:close/>
                <a:moveTo>
                  <a:pt x="1599" y="1381"/>
                </a:moveTo>
                <a:cubicBezTo>
                  <a:pt x="1799" y="1266"/>
                  <a:pt x="1868" y="1009"/>
                  <a:pt x="1752" y="809"/>
                </a:cubicBezTo>
                <a:cubicBezTo>
                  <a:pt x="1637" y="608"/>
                  <a:pt x="1380" y="539"/>
                  <a:pt x="1180" y="655"/>
                </a:cubicBezTo>
                <a:cubicBezTo>
                  <a:pt x="980" y="771"/>
                  <a:pt x="911" y="1027"/>
                  <a:pt x="1026" y="1228"/>
                </a:cubicBezTo>
                <a:cubicBezTo>
                  <a:pt x="1142" y="1428"/>
                  <a:pt x="1399" y="1497"/>
                  <a:pt x="1599" y="1381"/>
                </a:cubicBezTo>
                <a:close/>
                <a:moveTo>
                  <a:pt x="1767" y="1422"/>
                </a:moveTo>
                <a:lnTo>
                  <a:pt x="1551" y="1547"/>
                </a:lnTo>
                <a:lnTo>
                  <a:pt x="1717" y="1835"/>
                </a:lnTo>
                <a:lnTo>
                  <a:pt x="1933" y="1710"/>
                </a:lnTo>
                <a:lnTo>
                  <a:pt x="1767" y="1422"/>
                </a:lnTo>
                <a:close/>
                <a:moveTo>
                  <a:pt x="1956" y="1749"/>
                </a:moveTo>
                <a:lnTo>
                  <a:pt x="1739" y="1874"/>
                </a:lnTo>
                <a:cubicBezTo>
                  <a:pt x="1774" y="1934"/>
                  <a:pt x="1850" y="1954"/>
                  <a:pt x="1910" y="1919"/>
                </a:cubicBezTo>
                <a:cubicBezTo>
                  <a:pt x="1969" y="1885"/>
                  <a:pt x="1990" y="1809"/>
                  <a:pt x="1956" y="1749"/>
                </a:cubicBezTo>
                <a:close/>
                <a:moveTo>
                  <a:pt x="803" y="551"/>
                </a:moveTo>
                <a:lnTo>
                  <a:pt x="249" y="551"/>
                </a:lnTo>
                <a:lnTo>
                  <a:pt x="249" y="613"/>
                </a:lnTo>
                <a:lnTo>
                  <a:pt x="803" y="613"/>
                </a:lnTo>
                <a:lnTo>
                  <a:pt x="803" y="551"/>
                </a:lnTo>
                <a:close/>
                <a:moveTo>
                  <a:pt x="675" y="828"/>
                </a:moveTo>
                <a:lnTo>
                  <a:pt x="249" y="828"/>
                </a:lnTo>
                <a:lnTo>
                  <a:pt x="249" y="890"/>
                </a:lnTo>
                <a:lnTo>
                  <a:pt x="675" y="890"/>
                </a:lnTo>
                <a:lnTo>
                  <a:pt x="675" y="828"/>
                </a:lnTo>
                <a:close/>
                <a:moveTo>
                  <a:pt x="249" y="1167"/>
                </a:moveTo>
                <a:lnTo>
                  <a:pt x="675" y="1167"/>
                </a:lnTo>
                <a:lnTo>
                  <a:pt x="675" y="1105"/>
                </a:lnTo>
                <a:lnTo>
                  <a:pt x="249" y="1105"/>
                </a:lnTo>
                <a:lnTo>
                  <a:pt x="249" y="1167"/>
                </a:lnTo>
                <a:close/>
                <a:moveTo>
                  <a:pt x="249" y="1444"/>
                </a:moveTo>
                <a:lnTo>
                  <a:pt x="803" y="1444"/>
                </a:lnTo>
                <a:lnTo>
                  <a:pt x="803" y="1382"/>
                </a:lnTo>
                <a:lnTo>
                  <a:pt x="249" y="1382"/>
                </a:lnTo>
                <a:lnTo>
                  <a:pt x="249" y="1444"/>
                </a:lnTo>
                <a:close/>
                <a:moveTo>
                  <a:pt x="1308" y="1105"/>
                </a:moveTo>
                <a:lnTo>
                  <a:pt x="1179" y="961"/>
                </a:lnTo>
                <a:lnTo>
                  <a:pt x="1118" y="1017"/>
                </a:lnTo>
                <a:lnTo>
                  <a:pt x="1300" y="1219"/>
                </a:lnTo>
                <a:lnTo>
                  <a:pt x="1657" y="922"/>
                </a:lnTo>
                <a:lnTo>
                  <a:pt x="1604" y="858"/>
                </a:lnTo>
                <a:lnTo>
                  <a:pt x="1308" y="11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82832" tIns="91416" rIns="182832" bIns="91416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 sz="7198" dirty="0"/>
          </a:p>
        </p:txBody>
      </p:sp>
      <p:sp>
        <p:nvSpPr>
          <p:cNvPr id="58" name="îṩľidè">
            <a:extLst>
              <a:ext uri="{FF2B5EF4-FFF2-40B4-BE49-F238E27FC236}">
                <a16:creationId xmlns:a16="http://schemas.microsoft.com/office/drawing/2014/main" id="{46373B82-1B4B-45AA-9C79-777BC411E4CE}"/>
              </a:ext>
            </a:extLst>
          </p:cNvPr>
          <p:cNvSpPr txBox="1"/>
          <p:nvPr/>
        </p:nvSpPr>
        <p:spPr>
          <a:xfrm>
            <a:off x="6986414" y="5598011"/>
            <a:ext cx="3589033" cy="802805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28594" algn="l"/>
              </a:tabLst>
              <a:defRPr/>
            </a:pPr>
            <a:r>
              <a:rPr lang="en-US" altLang="zh-CN" sz="1000"/>
              <a:t>描述系统交互流程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28594" algn="l"/>
              </a:tabLst>
              <a:defRPr/>
            </a:pPr>
            <a:r>
              <a:rPr lang="en-US" altLang="zh-CN" sz="1000"/>
              <a:t>定义服务调用顺序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28594" algn="l"/>
              </a:tabLst>
              <a:defRPr/>
            </a:pPr>
            <a:r>
              <a:rPr lang="en-US" altLang="zh-CN" sz="1000"/>
              <a:t>规划异常处理路径</a:t>
            </a:r>
          </a:p>
        </p:txBody>
      </p:sp>
      <p:sp>
        <p:nvSpPr>
          <p:cNvPr id="59" name="iSľîďê">
            <a:extLst>
              <a:ext uri="{FF2B5EF4-FFF2-40B4-BE49-F238E27FC236}">
                <a16:creationId xmlns:a16="http://schemas.microsoft.com/office/drawing/2014/main" id="{FEEE1596-0BB0-4669-8ED1-7D94D6F2965A}"/>
              </a:ext>
            </a:extLst>
          </p:cNvPr>
          <p:cNvSpPr txBox="1"/>
          <p:nvPr/>
        </p:nvSpPr>
        <p:spPr>
          <a:xfrm>
            <a:off x="6886312" y="5269050"/>
            <a:ext cx="4918521" cy="4718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zh-CN" b="1" dirty="0">
                <a:solidFill>
                  <a:schemeClr val="accent1"/>
                </a:solidFill>
              </a:rPr>
              <a:t>系统架构设计</a:t>
            </a:r>
          </a:p>
        </p:txBody>
      </p:sp>
      <p:sp>
        <p:nvSpPr>
          <p:cNvPr id="60" name="iṧḷidè">
            <a:extLst>
              <a:ext uri="{FF2B5EF4-FFF2-40B4-BE49-F238E27FC236}">
                <a16:creationId xmlns:a16="http://schemas.microsoft.com/office/drawing/2014/main" id="{AACC4034-3D78-474C-A3D9-08A1E1ABF149}"/>
              </a:ext>
            </a:extLst>
          </p:cNvPr>
          <p:cNvSpPr txBox="1"/>
          <p:nvPr/>
        </p:nvSpPr>
        <p:spPr>
          <a:xfrm>
            <a:off x="8237125" y="2687093"/>
            <a:ext cx="3627483" cy="684256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28594" algn="l"/>
              </a:tabLst>
              <a:defRPr/>
            </a:pPr>
            <a:r>
              <a:rPr lang="en-US" altLang="zh-CN" sz="1000" dirty="0"/>
              <a:t>展示算法执行步骤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28594" algn="l"/>
              </a:tabLst>
              <a:defRPr/>
            </a:pPr>
            <a:r>
              <a:rPr lang="en-US" altLang="zh-CN" sz="1000" dirty="0"/>
              <a:t>分析时间复杂度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28594" algn="l"/>
              </a:tabLst>
              <a:defRPr/>
            </a:pPr>
            <a:r>
              <a:rPr lang="en-US" altLang="zh-CN" sz="1000" dirty="0"/>
              <a:t>辅助代码审查</a:t>
            </a:r>
          </a:p>
        </p:txBody>
      </p:sp>
      <p:sp>
        <p:nvSpPr>
          <p:cNvPr id="61" name="iṧḻïḑe">
            <a:extLst>
              <a:ext uri="{FF2B5EF4-FFF2-40B4-BE49-F238E27FC236}">
                <a16:creationId xmlns:a16="http://schemas.microsoft.com/office/drawing/2014/main" id="{39D59B5A-5DAB-40F4-B9E2-91F91BA4AD65}"/>
              </a:ext>
            </a:extLst>
          </p:cNvPr>
          <p:cNvSpPr txBox="1"/>
          <p:nvPr/>
        </p:nvSpPr>
        <p:spPr>
          <a:xfrm>
            <a:off x="8177350" y="2327299"/>
            <a:ext cx="3627483" cy="4718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zh-CN" b="1" dirty="0">
                <a:solidFill>
                  <a:schemeClr val="accent3"/>
                </a:solidFill>
              </a:rPr>
              <a:t>算法可视化</a:t>
            </a:r>
          </a:p>
        </p:txBody>
      </p:sp>
      <p:sp>
        <p:nvSpPr>
          <p:cNvPr id="62" name="îşľídé">
            <a:extLst>
              <a:ext uri="{FF2B5EF4-FFF2-40B4-BE49-F238E27FC236}">
                <a16:creationId xmlns:a16="http://schemas.microsoft.com/office/drawing/2014/main" id="{48CC218A-F3A8-4C20-8C54-2735A93FD1B4}"/>
              </a:ext>
            </a:extLst>
          </p:cNvPr>
          <p:cNvSpPr txBox="1"/>
          <p:nvPr/>
        </p:nvSpPr>
        <p:spPr>
          <a:xfrm>
            <a:off x="896468" y="4795801"/>
            <a:ext cx="3672221" cy="1418318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28594" algn="l"/>
              </a:tabLst>
              <a:defRPr/>
            </a:pPr>
            <a:r>
              <a:rPr lang="en-US" altLang="zh-CN" sz="1000" dirty="0"/>
              <a:t>梳理业务规则和约束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28594" algn="l"/>
              </a:tabLst>
              <a:defRPr/>
            </a:pPr>
            <a:r>
              <a:rPr lang="en-US" altLang="zh-CN" sz="1000" dirty="0"/>
              <a:t>识别流程瓶颈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28594" algn="l"/>
              </a:tabLst>
              <a:defRPr/>
            </a:pPr>
            <a:r>
              <a:rPr lang="en-US" altLang="zh-CN" sz="1000" dirty="0"/>
              <a:t>优化审批和协作流程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28594" algn="l"/>
              </a:tabLst>
              <a:defRPr/>
            </a:pPr>
            <a:r>
              <a:rPr lang="en-US" altLang="zh-CN" sz="1000" dirty="0"/>
              <a:t>支持需求分析和验证</a:t>
            </a:r>
          </a:p>
        </p:txBody>
      </p:sp>
      <p:sp>
        <p:nvSpPr>
          <p:cNvPr id="63" name="íSļídè">
            <a:extLst>
              <a:ext uri="{FF2B5EF4-FFF2-40B4-BE49-F238E27FC236}">
                <a16:creationId xmlns:a16="http://schemas.microsoft.com/office/drawing/2014/main" id="{819AD2DC-700B-4E95-AD6E-73DB36D368BD}"/>
              </a:ext>
            </a:extLst>
          </p:cNvPr>
          <p:cNvSpPr txBox="1"/>
          <p:nvPr/>
        </p:nvSpPr>
        <p:spPr>
          <a:xfrm>
            <a:off x="879367" y="4518548"/>
            <a:ext cx="3672221" cy="395607"/>
          </a:xfrm>
          <a:prstGeom prst="rect">
            <a:avLst/>
          </a:prstGeom>
          <a:noFill/>
        </p:spPr>
        <p:txBody>
          <a:bodyPr wrap="none" rtlCol="0" anchor="ctr">
            <a:normAutofit/>
          </a:bodyPr>
          <a:lstStyle/>
          <a:p>
            <a:r>
              <a:rPr lang="en-US" altLang="zh-CN" b="1" dirty="0">
                <a:solidFill>
                  <a:schemeClr val="accent1"/>
                </a:solidFill>
              </a:rPr>
              <a:t>业务流程建模</a:t>
            </a:r>
          </a:p>
        </p:txBody>
      </p:sp>
      <p:sp>
        <p:nvSpPr>
          <p:cNvPr id="64" name="ïṥlïḓe">
            <a:extLst>
              <a:ext uri="{FF2B5EF4-FFF2-40B4-BE49-F238E27FC236}">
                <a16:creationId xmlns:a16="http://schemas.microsoft.com/office/drawing/2014/main" id="{6F9E0C8B-5BCD-431C-B695-87BF5D70A13F}"/>
              </a:ext>
            </a:extLst>
          </p:cNvPr>
          <p:cNvSpPr/>
          <p:nvPr/>
        </p:nvSpPr>
        <p:spPr bwMode="auto">
          <a:xfrm>
            <a:off x="959018" y="4141748"/>
            <a:ext cx="478639" cy="314632"/>
          </a:xfrm>
          <a:custGeom>
            <a:avLst/>
            <a:gdLst>
              <a:gd name="connsiteX0" fmla="*/ 20293 w 607639"/>
              <a:gd name="connsiteY0" fmla="*/ 364067 h 414642"/>
              <a:gd name="connsiteX1" fmla="*/ 20293 w 607639"/>
              <a:gd name="connsiteY1" fmla="*/ 384244 h 414642"/>
              <a:gd name="connsiteX2" fmla="*/ 30351 w 607639"/>
              <a:gd name="connsiteY2" fmla="*/ 394377 h 414642"/>
              <a:gd name="connsiteX3" fmla="*/ 577199 w 607639"/>
              <a:gd name="connsiteY3" fmla="*/ 394377 h 414642"/>
              <a:gd name="connsiteX4" fmla="*/ 587346 w 607639"/>
              <a:gd name="connsiteY4" fmla="*/ 384244 h 414642"/>
              <a:gd name="connsiteX5" fmla="*/ 587346 w 607639"/>
              <a:gd name="connsiteY5" fmla="*/ 364067 h 414642"/>
              <a:gd name="connsiteX6" fmla="*/ 556995 w 607639"/>
              <a:gd name="connsiteY6" fmla="*/ 364067 h 414642"/>
              <a:gd name="connsiteX7" fmla="*/ 394916 w 607639"/>
              <a:gd name="connsiteY7" fmla="*/ 364067 h 414642"/>
              <a:gd name="connsiteX8" fmla="*/ 394916 w 607639"/>
              <a:gd name="connsiteY8" fmla="*/ 374200 h 414642"/>
              <a:gd name="connsiteX9" fmla="*/ 384859 w 607639"/>
              <a:gd name="connsiteY9" fmla="*/ 384244 h 414642"/>
              <a:gd name="connsiteX10" fmla="*/ 222780 w 607639"/>
              <a:gd name="connsiteY10" fmla="*/ 384244 h 414642"/>
              <a:gd name="connsiteX11" fmla="*/ 212634 w 607639"/>
              <a:gd name="connsiteY11" fmla="*/ 374200 h 414642"/>
              <a:gd name="connsiteX12" fmla="*/ 212634 w 607639"/>
              <a:gd name="connsiteY12" fmla="*/ 364067 h 414642"/>
              <a:gd name="connsiteX13" fmla="*/ 50644 w 607639"/>
              <a:gd name="connsiteY13" fmla="*/ 364067 h 414642"/>
              <a:gd name="connsiteX14" fmla="*/ 141754 w 607639"/>
              <a:gd name="connsiteY14" fmla="*/ 232583 h 414642"/>
              <a:gd name="connsiteX15" fmla="*/ 161961 w 607639"/>
              <a:gd name="connsiteY15" fmla="*/ 232583 h 414642"/>
              <a:gd name="connsiteX16" fmla="*/ 172110 w 607639"/>
              <a:gd name="connsiteY16" fmla="*/ 242719 h 414642"/>
              <a:gd name="connsiteX17" fmla="*/ 161961 w 607639"/>
              <a:gd name="connsiteY17" fmla="*/ 252765 h 414642"/>
              <a:gd name="connsiteX18" fmla="*/ 141754 w 607639"/>
              <a:gd name="connsiteY18" fmla="*/ 252765 h 414642"/>
              <a:gd name="connsiteX19" fmla="*/ 131605 w 607639"/>
              <a:gd name="connsiteY19" fmla="*/ 242719 h 414642"/>
              <a:gd name="connsiteX20" fmla="*/ 141754 w 607639"/>
              <a:gd name="connsiteY20" fmla="*/ 232583 h 414642"/>
              <a:gd name="connsiteX21" fmla="*/ 141758 w 607639"/>
              <a:gd name="connsiteY21" fmla="*/ 192149 h 414642"/>
              <a:gd name="connsiteX22" fmla="*/ 182279 w 607639"/>
              <a:gd name="connsiteY22" fmla="*/ 192149 h 414642"/>
              <a:gd name="connsiteX23" fmla="*/ 192432 w 607639"/>
              <a:gd name="connsiteY23" fmla="*/ 202196 h 414642"/>
              <a:gd name="connsiteX24" fmla="*/ 182279 w 607639"/>
              <a:gd name="connsiteY24" fmla="*/ 212331 h 414642"/>
              <a:gd name="connsiteX25" fmla="*/ 141758 w 607639"/>
              <a:gd name="connsiteY25" fmla="*/ 212331 h 414642"/>
              <a:gd name="connsiteX26" fmla="*/ 131605 w 607639"/>
              <a:gd name="connsiteY26" fmla="*/ 202196 h 414642"/>
              <a:gd name="connsiteX27" fmla="*/ 141758 w 607639"/>
              <a:gd name="connsiteY27" fmla="*/ 192149 h 414642"/>
              <a:gd name="connsiteX28" fmla="*/ 141754 w 607639"/>
              <a:gd name="connsiteY28" fmla="*/ 151716 h 414642"/>
              <a:gd name="connsiteX29" fmla="*/ 161961 w 607639"/>
              <a:gd name="connsiteY29" fmla="*/ 151716 h 414642"/>
              <a:gd name="connsiteX30" fmla="*/ 172110 w 607639"/>
              <a:gd name="connsiteY30" fmla="*/ 161763 h 414642"/>
              <a:gd name="connsiteX31" fmla="*/ 161961 w 607639"/>
              <a:gd name="connsiteY31" fmla="*/ 171898 h 414642"/>
              <a:gd name="connsiteX32" fmla="*/ 141754 w 607639"/>
              <a:gd name="connsiteY32" fmla="*/ 171898 h 414642"/>
              <a:gd name="connsiteX33" fmla="*/ 131605 w 607639"/>
              <a:gd name="connsiteY33" fmla="*/ 161763 h 414642"/>
              <a:gd name="connsiteX34" fmla="*/ 141754 w 607639"/>
              <a:gd name="connsiteY34" fmla="*/ 151716 h 414642"/>
              <a:gd name="connsiteX35" fmla="*/ 141758 w 607639"/>
              <a:gd name="connsiteY35" fmla="*/ 111211 h 414642"/>
              <a:gd name="connsiteX36" fmla="*/ 182279 w 607639"/>
              <a:gd name="connsiteY36" fmla="*/ 111211 h 414642"/>
              <a:gd name="connsiteX37" fmla="*/ 192432 w 607639"/>
              <a:gd name="connsiteY37" fmla="*/ 121337 h 414642"/>
              <a:gd name="connsiteX38" fmla="*/ 182279 w 607639"/>
              <a:gd name="connsiteY38" fmla="*/ 131463 h 414642"/>
              <a:gd name="connsiteX39" fmla="*/ 141758 w 607639"/>
              <a:gd name="connsiteY39" fmla="*/ 131463 h 414642"/>
              <a:gd name="connsiteX40" fmla="*/ 131605 w 607639"/>
              <a:gd name="connsiteY40" fmla="*/ 121337 h 414642"/>
              <a:gd name="connsiteX41" fmla="*/ 141758 w 607639"/>
              <a:gd name="connsiteY41" fmla="*/ 111211 h 414642"/>
              <a:gd name="connsiteX42" fmla="*/ 425367 w 607639"/>
              <a:gd name="connsiteY42" fmla="*/ 101191 h 414642"/>
              <a:gd name="connsiteX43" fmla="*/ 496228 w 607639"/>
              <a:gd name="connsiteY43" fmla="*/ 101191 h 414642"/>
              <a:gd name="connsiteX44" fmla="*/ 506377 w 607639"/>
              <a:gd name="connsiteY44" fmla="*/ 111231 h 414642"/>
              <a:gd name="connsiteX45" fmla="*/ 506377 w 607639"/>
              <a:gd name="connsiteY45" fmla="*/ 182042 h 414642"/>
              <a:gd name="connsiteX46" fmla="*/ 496228 w 607639"/>
              <a:gd name="connsiteY46" fmla="*/ 192171 h 414642"/>
              <a:gd name="connsiteX47" fmla="*/ 486080 w 607639"/>
              <a:gd name="connsiteY47" fmla="*/ 182042 h 414642"/>
              <a:gd name="connsiteX48" fmla="*/ 486080 w 607639"/>
              <a:gd name="connsiteY48" fmla="*/ 135575 h 414642"/>
              <a:gd name="connsiteX49" fmla="*/ 402043 w 607639"/>
              <a:gd name="connsiteY49" fmla="*/ 219447 h 414642"/>
              <a:gd name="connsiteX50" fmla="*/ 394921 w 607639"/>
              <a:gd name="connsiteY50" fmla="*/ 222468 h 414642"/>
              <a:gd name="connsiteX51" fmla="*/ 387889 w 607639"/>
              <a:gd name="connsiteY51" fmla="*/ 219447 h 414642"/>
              <a:gd name="connsiteX52" fmla="*/ 344268 w 607639"/>
              <a:gd name="connsiteY52" fmla="*/ 176001 h 414642"/>
              <a:gd name="connsiteX53" fmla="*/ 270380 w 607639"/>
              <a:gd name="connsiteY53" fmla="*/ 249744 h 414642"/>
              <a:gd name="connsiteX54" fmla="*/ 263258 w 607639"/>
              <a:gd name="connsiteY54" fmla="*/ 252765 h 414642"/>
              <a:gd name="connsiteX55" fmla="*/ 256225 w 607639"/>
              <a:gd name="connsiteY55" fmla="*/ 249744 h 414642"/>
              <a:gd name="connsiteX56" fmla="*/ 256225 w 607639"/>
              <a:gd name="connsiteY56" fmla="*/ 235617 h 414642"/>
              <a:gd name="connsiteX57" fmla="*/ 337235 w 607639"/>
              <a:gd name="connsiteY57" fmla="*/ 154766 h 414642"/>
              <a:gd name="connsiteX58" fmla="*/ 338837 w 607639"/>
              <a:gd name="connsiteY58" fmla="*/ 153433 h 414642"/>
              <a:gd name="connsiteX59" fmla="*/ 340618 w 607639"/>
              <a:gd name="connsiteY59" fmla="*/ 152456 h 414642"/>
              <a:gd name="connsiteX60" fmla="*/ 341508 w 607639"/>
              <a:gd name="connsiteY60" fmla="*/ 152101 h 414642"/>
              <a:gd name="connsiteX61" fmla="*/ 343378 w 607639"/>
              <a:gd name="connsiteY61" fmla="*/ 151745 h 414642"/>
              <a:gd name="connsiteX62" fmla="*/ 344268 w 607639"/>
              <a:gd name="connsiteY62" fmla="*/ 151745 h 414642"/>
              <a:gd name="connsiteX63" fmla="*/ 346226 w 607639"/>
              <a:gd name="connsiteY63" fmla="*/ 151923 h 414642"/>
              <a:gd name="connsiteX64" fmla="*/ 351390 w 607639"/>
              <a:gd name="connsiteY64" fmla="*/ 154766 h 414642"/>
              <a:gd name="connsiteX65" fmla="*/ 394921 w 607639"/>
              <a:gd name="connsiteY65" fmla="*/ 198213 h 414642"/>
              <a:gd name="connsiteX66" fmla="*/ 471925 w 607639"/>
              <a:gd name="connsiteY66" fmla="*/ 121359 h 414642"/>
              <a:gd name="connsiteX67" fmla="*/ 425367 w 607639"/>
              <a:gd name="connsiteY67" fmla="*/ 121359 h 414642"/>
              <a:gd name="connsiteX68" fmla="*/ 415218 w 607639"/>
              <a:gd name="connsiteY68" fmla="*/ 111231 h 414642"/>
              <a:gd name="connsiteX69" fmla="*/ 425367 w 607639"/>
              <a:gd name="connsiteY69" fmla="*/ 101191 h 414642"/>
              <a:gd name="connsiteX70" fmla="*/ 101297 w 607639"/>
              <a:gd name="connsiteY70" fmla="*/ 91029 h 414642"/>
              <a:gd name="connsiteX71" fmla="*/ 111423 w 607639"/>
              <a:gd name="connsiteY71" fmla="*/ 101159 h 414642"/>
              <a:gd name="connsiteX72" fmla="*/ 111423 w 607639"/>
              <a:gd name="connsiteY72" fmla="*/ 262887 h 414642"/>
              <a:gd name="connsiteX73" fmla="*/ 101297 w 607639"/>
              <a:gd name="connsiteY73" fmla="*/ 273017 h 414642"/>
              <a:gd name="connsiteX74" fmla="*/ 91171 w 607639"/>
              <a:gd name="connsiteY74" fmla="*/ 262887 h 414642"/>
              <a:gd name="connsiteX75" fmla="*/ 91171 w 607639"/>
              <a:gd name="connsiteY75" fmla="*/ 101159 h 414642"/>
              <a:gd name="connsiteX76" fmla="*/ 101297 w 607639"/>
              <a:gd name="connsiteY76" fmla="*/ 91029 h 414642"/>
              <a:gd name="connsiteX77" fmla="*/ 70848 w 607639"/>
              <a:gd name="connsiteY77" fmla="*/ 20177 h 414642"/>
              <a:gd name="connsiteX78" fmla="*/ 60791 w 607639"/>
              <a:gd name="connsiteY78" fmla="*/ 30309 h 414642"/>
              <a:gd name="connsiteX79" fmla="*/ 60791 w 607639"/>
              <a:gd name="connsiteY79" fmla="*/ 343802 h 414642"/>
              <a:gd name="connsiteX80" fmla="*/ 222780 w 607639"/>
              <a:gd name="connsiteY80" fmla="*/ 343802 h 414642"/>
              <a:gd name="connsiteX81" fmla="*/ 232927 w 607639"/>
              <a:gd name="connsiteY81" fmla="*/ 353935 h 414642"/>
              <a:gd name="connsiteX82" fmla="*/ 232927 w 607639"/>
              <a:gd name="connsiteY82" fmla="*/ 364067 h 414642"/>
              <a:gd name="connsiteX83" fmla="*/ 374712 w 607639"/>
              <a:gd name="connsiteY83" fmla="*/ 364067 h 414642"/>
              <a:gd name="connsiteX84" fmla="*/ 374712 w 607639"/>
              <a:gd name="connsiteY84" fmla="*/ 353935 h 414642"/>
              <a:gd name="connsiteX85" fmla="*/ 384859 w 607639"/>
              <a:gd name="connsiteY85" fmla="*/ 343802 h 414642"/>
              <a:gd name="connsiteX86" fmla="*/ 546848 w 607639"/>
              <a:gd name="connsiteY86" fmla="*/ 343802 h 414642"/>
              <a:gd name="connsiteX87" fmla="*/ 546848 w 607639"/>
              <a:gd name="connsiteY87" fmla="*/ 30309 h 414642"/>
              <a:gd name="connsiteX88" fmla="*/ 536702 w 607639"/>
              <a:gd name="connsiteY88" fmla="*/ 20177 h 414642"/>
              <a:gd name="connsiteX89" fmla="*/ 70848 w 607639"/>
              <a:gd name="connsiteY89" fmla="*/ 0 h 414642"/>
              <a:gd name="connsiteX90" fmla="*/ 536702 w 607639"/>
              <a:gd name="connsiteY90" fmla="*/ 0 h 414642"/>
              <a:gd name="connsiteX91" fmla="*/ 567142 w 607639"/>
              <a:gd name="connsiteY91" fmla="*/ 30309 h 414642"/>
              <a:gd name="connsiteX92" fmla="*/ 567142 w 607639"/>
              <a:gd name="connsiteY92" fmla="*/ 343802 h 414642"/>
              <a:gd name="connsiteX93" fmla="*/ 597492 w 607639"/>
              <a:gd name="connsiteY93" fmla="*/ 343802 h 414642"/>
              <a:gd name="connsiteX94" fmla="*/ 607639 w 607639"/>
              <a:gd name="connsiteY94" fmla="*/ 353935 h 414642"/>
              <a:gd name="connsiteX95" fmla="*/ 607639 w 607639"/>
              <a:gd name="connsiteY95" fmla="*/ 384244 h 414642"/>
              <a:gd name="connsiteX96" fmla="*/ 577199 w 607639"/>
              <a:gd name="connsiteY96" fmla="*/ 414642 h 414642"/>
              <a:gd name="connsiteX97" fmla="*/ 30351 w 607639"/>
              <a:gd name="connsiteY97" fmla="*/ 414642 h 414642"/>
              <a:gd name="connsiteX98" fmla="*/ 0 w 607639"/>
              <a:gd name="connsiteY98" fmla="*/ 384244 h 414642"/>
              <a:gd name="connsiteX99" fmla="*/ 0 w 607639"/>
              <a:gd name="connsiteY99" fmla="*/ 353935 h 414642"/>
              <a:gd name="connsiteX100" fmla="*/ 10147 w 607639"/>
              <a:gd name="connsiteY100" fmla="*/ 343802 h 414642"/>
              <a:gd name="connsiteX101" fmla="*/ 40497 w 607639"/>
              <a:gd name="connsiteY101" fmla="*/ 343802 h 414642"/>
              <a:gd name="connsiteX102" fmla="*/ 40497 w 607639"/>
              <a:gd name="connsiteY102" fmla="*/ 30309 h 414642"/>
              <a:gd name="connsiteX103" fmla="*/ 70848 w 607639"/>
              <a:gd name="connsiteY103" fmla="*/ 0 h 414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</a:cxnLst>
            <a:rect l="l" t="t" r="r" b="b"/>
            <a:pathLst>
              <a:path w="607639" h="414642">
                <a:moveTo>
                  <a:pt x="20293" y="364067"/>
                </a:moveTo>
                <a:lnTo>
                  <a:pt x="20293" y="384244"/>
                </a:lnTo>
                <a:cubicBezTo>
                  <a:pt x="20293" y="390377"/>
                  <a:pt x="24298" y="394377"/>
                  <a:pt x="30351" y="394377"/>
                </a:cubicBezTo>
                <a:lnTo>
                  <a:pt x="577199" y="394377"/>
                </a:lnTo>
                <a:cubicBezTo>
                  <a:pt x="583341" y="394377"/>
                  <a:pt x="587346" y="390377"/>
                  <a:pt x="587346" y="384244"/>
                </a:cubicBezTo>
                <a:lnTo>
                  <a:pt x="587346" y="364067"/>
                </a:lnTo>
                <a:lnTo>
                  <a:pt x="556995" y="364067"/>
                </a:lnTo>
                <a:lnTo>
                  <a:pt x="394916" y="364067"/>
                </a:lnTo>
                <a:lnTo>
                  <a:pt x="394916" y="374200"/>
                </a:lnTo>
                <a:cubicBezTo>
                  <a:pt x="394916" y="380244"/>
                  <a:pt x="390911" y="384244"/>
                  <a:pt x="384859" y="384244"/>
                </a:cubicBezTo>
                <a:lnTo>
                  <a:pt x="222780" y="384244"/>
                </a:lnTo>
                <a:cubicBezTo>
                  <a:pt x="216728" y="384244"/>
                  <a:pt x="212634" y="380244"/>
                  <a:pt x="212634" y="374200"/>
                </a:cubicBezTo>
                <a:lnTo>
                  <a:pt x="212634" y="364067"/>
                </a:lnTo>
                <a:lnTo>
                  <a:pt x="50644" y="364067"/>
                </a:lnTo>
                <a:close/>
                <a:moveTo>
                  <a:pt x="141754" y="232583"/>
                </a:moveTo>
                <a:lnTo>
                  <a:pt x="161961" y="232583"/>
                </a:lnTo>
                <a:cubicBezTo>
                  <a:pt x="168104" y="232583"/>
                  <a:pt x="172110" y="236584"/>
                  <a:pt x="172110" y="242719"/>
                </a:cubicBezTo>
                <a:cubicBezTo>
                  <a:pt x="172110" y="248764"/>
                  <a:pt x="168104" y="252765"/>
                  <a:pt x="161961" y="252765"/>
                </a:cubicBezTo>
                <a:lnTo>
                  <a:pt x="141754" y="252765"/>
                </a:lnTo>
                <a:cubicBezTo>
                  <a:pt x="135700" y="252765"/>
                  <a:pt x="131605" y="248764"/>
                  <a:pt x="131605" y="242719"/>
                </a:cubicBezTo>
                <a:cubicBezTo>
                  <a:pt x="131605" y="236584"/>
                  <a:pt x="135700" y="232583"/>
                  <a:pt x="141754" y="232583"/>
                </a:cubicBezTo>
                <a:close/>
                <a:moveTo>
                  <a:pt x="141758" y="192149"/>
                </a:moveTo>
                <a:lnTo>
                  <a:pt x="182279" y="192149"/>
                </a:lnTo>
                <a:cubicBezTo>
                  <a:pt x="188335" y="192149"/>
                  <a:pt x="192432" y="196150"/>
                  <a:pt x="192432" y="202196"/>
                </a:cubicBezTo>
                <a:cubicBezTo>
                  <a:pt x="192432" y="208330"/>
                  <a:pt x="188335" y="212331"/>
                  <a:pt x="182279" y="212331"/>
                </a:cubicBezTo>
                <a:lnTo>
                  <a:pt x="141758" y="212331"/>
                </a:lnTo>
                <a:cubicBezTo>
                  <a:pt x="135702" y="212331"/>
                  <a:pt x="131605" y="208330"/>
                  <a:pt x="131605" y="202196"/>
                </a:cubicBezTo>
                <a:cubicBezTo>
                  <a:pt x="131605" y="196150"/>
                  <a:pt x="135702" y="192149"/>
                  <a:pt x="141758" y="192149"/>
                </a:cubicBezTo>
                <a:close/>
                <a:moveTo>
                  <a:pt x="141754" y="151716"/>
                </a:moveTo>
                <a:lnTo>
                  <a:pt x="161961" y="151716"/>
                </a:lnTo>
                <a:cubicBezTo>
                  <a:pt x="168104" y="151716"/>
                  <a:pt x="172110" y="155717"/>
                  <a:pt x="172110" y="161763"/>
                </a:cubicBezTo>
                <a:cubicBezTo>
                  <a:pt x="172110" y="167897"/>
                  <a:pt x="168104" y="171898"/>
                  <a:pt x="161961" y="171898"/>
                </a:cubicBezTo>
                <a:lnTo>
                  <a:pt x="141754" y="171898"/>
                </a:lnTo>
                <a:cubicBezTo>
                  <a:pt x="135700" y="171898"/>
                  <a:pt x="131605" y="167897"/>
                  <a:pt x="131605" y="161763"/>
                </a:cubicBezTo>
                <a:cubicBezTo>
                  <a:pt x="131605" y="155717"/>
                  <a:pt x="135700" y="151716"/>
                  <a:pt x="141754" y="151716"/>
                </a:cubicBezTo>
                <a:close/>
                <a:moveTo>
                  <a:pt x="141758" y="111211"/>
                </a:moveTo>
                <a:lnTo>
                  <a:pt x="182279" y="111211"/>
                </a:lnTo>
                <a:cubicBezTo>
                  <a:pt x="188335" y="111211"/>
                  <a:pt x="192432" y="115297"/>
                  <a:pt x="192432" y="121337"/>
                </a:cubicBezTo>
                <a:cubicBezTo>
                  <a:pt x="192432" y="127377"/>
                  <a:pt x="188335" y="131463"/>
                  <a:pt x="182279" y="131463"/>
                </a:cubicBezTo>
                <a:lnTo>
                  <a:pt x="141758" y="131463"/>
                </a:lnTo>
                <a:cubicBezTo>
                  <a:pt x="135702" y="131463"/>
                  <a:pt x="131605" y="127377"/>
                  <a:pt x="131605" y="121337"/>
                </a:cubicBezTo>
                <a:cubicBezTo>
                  <a:pt x="131605" y="115297"/>
                  <a:pt x="135702" y="111211"/>
                  <a:pt x="141758" y="111211"/>
                </a:cubicBezTo>
                <a:close/>
                <a:moveTo>
                  <a:pt x="425367" y="101191"/>
                </a:moveTo>
                <a:lnTo>
                  <a:pt x="496228" y="101191"/>
                </a:lnTo>
                <a:cubicBezTo>
                  <a:pt x="502282" y="101191"/>
                  <a:pt x="506377" y="105189"/>
                  <a:pt x="506377" y="111231"/>
                </a:cubicBezTo>
                <a:lnTo>
                  <a:pt x="506377" y="182042"/>
                </a:lnTo>
                <a:cubicBezTo>
                  <a:pt x="506377" y="188084"/>
                  <a:pt x="502282" y="192171"/>
                  <a:pt x="496228" y="192171"/>
                </a:cubicBezTo>
                <a:cubicBezTo>
                  <a:pt x="490175" y="192171"/>
                  <a:pt x="486080" y="188084"/>
                  <a:pt x="486080" y="182042"/>
                </a:cubicBezTo>
                <a:lnTo>
                  <a:pt x="486080" y="135575"/>
                </a:lnTo>
                <a:lnTo>
                  <a:pt x="402043" y="219447"/>
                </a:lnTo>
                <a:cubicBezTo>
                  <a:pt x="399996" y="221491"/>
                  <a:pt x="397948" y="222468"/>
                  <a:pt x="394921" y="222468"/>
                </a:cubicBezTo>
                <a:cubicBezTo>
                  <a:pt x="391895" y="222468"/>
                  <a:pt x="389847" y="221491"/>
                  <a:pt x="387889" y="219447"/>
                </a:cubicBezTo>
                <a:lnTo>
                  <a:pt x="344268" y="176001"/>
                </a:lnTo>
                <a:lnTo>
                  <a:pt x="270380" y="249744"/>
                </a:lnTo>
                <a:cubicBezTo>
                  <a:pt x="268332" y="251788"/>
                  <a:pt x="266285" y="252765"/>
                  <a:pt x="263258" y="252765"/>
                </a:cubicBezTo>
                <a:cubicBezTo>
                  <a:pt x="260231" y="252765"/>
                  <a:pt x="258184" y="251788"/>
                  <a:pt x="256225" y="249744"/>
                </a:cubicBezTo>
                <a:cubicBezTo>
                  <a:pt x="252130" y="245746"/>
                  <a:pt x="252130" y="239616"/>
                  <a:pt x="256225" y="235617"/>
                </a:cubicBezTo>
                <a:lnTo>
                  <a:pt x="337235" y="154766"/>
                </a:lnTo>
                <a:cubicBezTo>
                  <a:pt x="337769" y="154233"/>
                  <a:pt x="338303" y="153789"/>
                  <a:pt x="338837" y="153433"/>
                </a:cubicBezTo>
                <a:cubicBezTo>
                  <a:pt x="339372" y="152989"/>
                  <a:pt x="339995" y="152723"/>
                  <a:pt x="340618" y="152456"/>
                </a:cubicBezTo>
                <a:cubicBezTo>
                  <a:pt x="340885" y="152367"/>
                  <a:pt x="341152" y="152190"/>
                  <a:pt x="341508" y="152101"/>
                </a:cubicBezTo>
                <a:cubicBezTo>
                  <a:pt x="342131" y="151923"/>
                  <a:pt x="342754" y="151834"/>
                  <a:pt x="343378" y="151745"/>
                </a:cubicBezTo>
                <a:cubicBezTo>
                  <a:pt x="343645" y="151745"/>
                  <a:pt x="344001" y="151745"/>
                  <a:pt x="344268" y="151745"/>
                </a:cubicBezTo>
                <a:cubicBezTo>
                  <a:pt x="344980" y="151745"/>
                  <a:pt x="345603" y="151745"/>
                  <a:pt x="346226" y="151923"/>
                </a:cubicBezTo>
                <a:cubicBezTo>
                  <a:pt x="348096" y="152278"/>
                  <a:pt x="349876" y="153256"/>
                  <a:pt x="351390" y="154766"/>
                </a:cubicBezTo>
                <a:lnTo>
                  <a:pt x="394921" y="198213"/>
                </a:lnTo>
                <a:lnTo>
                  <a:pt x="471925" y="121359"/>
                </a:lnTo>
                <a:lnTo>
                  <a:pt x="425367" y="121359"/>
                </a:lnTo>
                <a:cubicBezTo>
                  <a:pt x="419224" y="121359"/>
                  <a:pt x="415218" y="117361"/>
                  <a:pt x="415218" y="111231"/>
                </a:cubicBezTo>
                <a:cubicBezTo>
                  <a:pt x="415218" y="105189"/>
                  <a:pt x="419224" y="101191"/>
                  <a:pt x="425367" y="101191"/>
                </a:cubicBezTo>
                <a:close/>
                <a:moveTo>
                  <a:pt x="101297" y="91029"/>
                </a:moveTo>
                <a:cubicBezTo>
                  <a:pt x="107337" y="91029"/>
                  <a:pt x="111423" y="95028"/>
                  <a:pt x="111423" y="101159"/>
                </a:cubicBezTo>
                <a:lnTo>
                  <a:pt x="111423" y="262887"/>
                </a:lnTo>
                <a:cubicBezTo>
                  <a:pt x="111423" y="268929"/>
                  <a:pt x="107337" y="273017"/>
                  <a:pt x="101297" y="273017"/>
                </a:cubicBezTo>
                <a:cubicBezTo>
                  <a:pt x="95257" y="273017"/>
                  <a:pt x="91171" y="268929"/>
                  <a:pt x="91171" y="262887"/>
                </a:cubicBezTo>
                <a:lnTo>
                  <a:pt x="91171" y="101159"/>
                </a:lnTo>
                <a:cubicBezTo>
                  <a:pt x="91171" y="95028"/>
                  <a:pt x="95257" y="91029"/>
                  <a:pt x="101297" y="91029"/>
                </a:cubicBezTo>
                <a:close/>
                <a:moveTo>
                  <a:pt x="70848" y="20177"/>
                </a:moveTo>
                <a:cubicBezTo>
                  <a:pt x="64796" y="20177"/>
                  <a:pt x="60791" y="24265"/>
                  <a:pt x="60791" y="30309"/>
                </a:cubicBezTo>
                <a:lnTo>
                  <a:pt x="60791" y="343802"/>
                </a:lnTo>
                <a:lnTo>
                  <a:pt x="222780" y="343802"/>
                </a:lnTo>
                <a:cubicBezTo>
                  <a:pt x="228833" y="343802"/>
                  <a:pt x="232927" y="347890"/>
                  <a:pt x="232927" y="353935"/>
                </a:cubicBezTo>
                <a:lnTo>
                  <a:pt x="232927" y="364067"/>
                </a:lnTo>
                <a:lnTo>
                  <a:pt x="374712" y="364067"/>
                </a:lnTo>
                <a:lnTo>
                  <a:pt x="374712" y="353935"/>
                </a:lnTo>
                <a:cubicBezTo>
                  <a:pt x="374712" y="347890"/>
                  <a:pt x="378717" y="343802"/>
                  <a:pt x="384859" y="343802"/>
                </a:cubicBezTo>
                <a:lnTo>
                  <a:pt x="546848" y="343802"/>
                </a:lnTo>
                <a:lnTo>
                  <a:pt x="546848" y="30309"/>
                </a:lnTo>
                <a:cubicBezTo>
                  <a:pt x="546848" y="24265"/>
                  <a:pt x="542754" y="20177"/>
                  <a:pt x="536702" y="20177"/>
                </a:cubicBezTo>
                <a:close/>
                <a:moveTo>
                  <a:pt x="70848" y="0"/>
                </a:moveTo>
                <a:lnTo>
                  <a:pt x="536702" y="0"/>
                </a:lnTo>
                <a:cubicBezTo>
                  <a:pt x="553969" y="0"/>
                  <a:pt x="567142" y="13155"/>
                  <a:pt x="567142" y="30309"/>
                </a:cubicBezTo>
                <a:lnTo>
                  <a:pt x="567142" y="343802"/>
                </a:lnTo>
                <a:lnTo>
                  <a:pt x="597492" y="343802"/>
                </a:lnTo>
                <a:cubicBezTo>
                  <a:pt x="603545" y="343802"/>
                  <a:pt x="607639" y="347890"/>
                  <a:pt x="607639" y="353935"/>
                </a:cubicBezTo>
                <a:lnTo>
                  <a:pt x="607639" y="384244"/>
                </a:lnTo>
                <a:cubicBezTo>
                  <a:pt x="607639" y="401487"/>
                  <a:pt x="594466" y="414642"/>
                  <a:pt x="577199" y="414642"/>
                </a:cubicBezTo>
                <a:lnTo>
                  <a:pt x="30351" y="414642"/>
                </a:lnTo>
                <a:cubicBezTo>
                  <a:pt x="13173" y="414642"/>
                  <a:pt x="0" y="401487"/>
                  <a:pt x="0" y="384244"/>
                </a:cubicBezTo>
                <a:lnTo>
                  <a:pt x="0" y="353935"/>
                </a:lnTo>
                <a:cubicBezTo>
                  <a:pt x="0" y="347890"/>
                  <a:pt x="4094" y="343802"/>
                  <a:pt x="10147" y="343802"/>
                </a:cubicBezTo>
                <a:lnTo>
                  <a:pt x="40497" y="343802"/>
                </a:lnTo>
                <a:lnTo>
                  <a:pt x="40497" y="30309"/>
                </a:lnTo>
                <a:cubicBezTo>
                  <a:pt x="40497" y="13155"/>
                  <a:pt x="53670" y="0"/>
                  <a:pt x="7084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anchor="ctr"/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/>
          </a:p>
        </p:txBody>
      </p:sp>
      <p:sp>
        <p:nvSpPr>
          <p:cNvPr id="65" name="îşļîḋê">
            <a:extLst>
              <a:ext uri="{FF2B5EF4-FFF2-40B4-BE49-F238E27FC236}">
                <a16:creationId xmlns:a16="http://schemas.microsoft.com/office/drawing/2014/main" id="{55DB5E13-FE5A-40F6-A410-1C2A80BFAA92}"/>
              </a:ext>
            </a:extLst>
          </p:cNvPr>
          <p:cNvSpPr txBox="1"/>
          <p:nvPr/>
        </p:nvSpPr>
        <p:spPr>
          <a:xfrm>
            <a:off x="4681136" y="3598015"/>
            <a:ext cx="829833" cy="169068"/>
          </a:xfrm>
          <a:prstGeom prst="rect">
            <a:avLst/>
          </a:prstGeom>
          <a:noFill/>
        </p:spPr>
        <p:txBody>
          <a:bodyPr wrap="none" numCol="1" rtlCol="0">
            <a:prstTxWarp prst="textPlain">
              <a:avLst/>
            </a:prstTxWarp>
            <a:sp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UML</a:t>
            </a:r>
            <a:endParaRPr kumimoji="0" lang="zh-CN" altLang="en-US" sz="16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66" name="iṣ1ídê">
            <a:extLst>
              <a:ext uri="{FF2B5EF4-FFF2-40B4-BE49-F238E27FC236}">
                <a16:creationId xmlns:a16="http://schemas.microsoft.com/office/drawing/2014/main" id="{8151212F-1C58-4EE8-96D6-5E1A8A650C4F}"/>
              </a:ext>
            </a:extLst>
          </p:cNvPr>
          <p:cNvSpPr txBox="1"/>
          <p:nvPr/>
        </p:nvSpPr>
        <p:spPr>
          <a:xfrm>
            <a:off x="4682583" y="3462230"/>
            <a:ext cx="592108" cy="101314"/>
          </a:xfrm>
          <a:prstGeom prst="rect">
            <a:avLst/>
          </a:prstGeom>
          <a:noFill/>
        </p:spPr>
        <p:txBody>
          <a:bodyPr wrap="none" numCol="1" rtlCol="0">
            <a:prstTxWarp prst="textPlain">
              <a:avLst/>
            </a:prstTxWarp>
            <a:sp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活动图</a:t>
            </a:r>
            <a:endParaRPr kumimoji="0" lang="zh-CN" altLang="en-US" sz="9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67" name="îŝḻiḑe">
            <a:extLst>
              <a:ext uri="{FF2B5EF4-FFF2-40B4-BE49-F238E27FC236}">
                <a16:creationId xmlns:a16="http://schemas.microsoft.com/office/drawing/2014/main" id="{2F635A80-511E-46A2-B044-B527A1A1908D}"/>
              </a:ext>
            </a:extLst>
          </p:cNvPr>
          <p:cNvSpPr txBox="1"/>
          <p:nvPr/>
        </p:nvSpPr>
        <p:spPr>
          <a:xfrm>
            <a:off x="4993974" y="3274216"/>
            <a:ext cx="369849" cy="151822"/>
          </a:xfrm>
          <a:prstGeom prst="rect">
            <a:avLst/>
          </a:prstGeom>
          <a:noFill/>
        </p:spPr>
        <p:txBody>
          <a:bodyPr wrap="none" numCol="1" rtlCol="0">
            <a:prstTxWarp prst="textPlain">
              <a:avLst/>
            </a:prstTxWarp>
            <a:sp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6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</a:rPr>
              <a:t>应用</a:t>
            </a:r>
            <a:endParaRPr kumimoji="0" lang="zh-CN" altLang="en-US" sz="9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68" name="ïṥḻîḋê">
            <a:extLst>
              <a:ext uri="{FF2B5EF4-FFF2-40B4-BE49-F238E27FC236}">
                <a16:creationId xmlns:a16="http://schemas.microsoft.com/office/drawing/2014/main" id="{FF884984-BC82-45EC-82FD-753F1EC72D66}"/>
              </a:ext>
            </a:extLst>
          </p:cNvPr>
          <p:cNvSpPr/>
          <p:nvPr/>
        </p:nvSpPr>
        <p:spPr>
          <a:xfrm>
            <a:off x="4681136" y="3274215"/>
            <a:ext cx="274512" cy="141614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69" name="iṣļídé">
            <a:extLst>
              <a:ext uri="{FF2B5EF4-FFF2-40B4-BE49-F238E27FC236}">
                <a16:creationId xmlns:a16="http://schemas.microsoft.com/office/drawing/2014/main" id="{72E1DF1D-BC2E-459C-8DA2-1A0ED829537E}"/>
              </a:ext>
            </a:extLst>
          </p:cNvPr>
          <p:cNvSpPr/>
          <p:nvPr/>
        </p:nvSpPr>
        <p:spPr>
          <a:xfrm>
            <a:off x="4681135" y="3274215"/>
            <a:ext cx="82354" cy="1416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70" name="is1ïḋé">
            <a:extLst>
              <a:ext uri="{FF2B5EF4-FFF2-40B4-BE49-F238E27FC236}">
                <a16:creationId xmlns:a16="http://schemas.microsoft.com/office/drawing/2014/main" id="{024FB468-F0BE-4FBC-A055-B671858A53BE}"/>
              </a:ext>
            </a:extLst>
          </p:cNvPr>
          <p:cNvSpPr/>
          <p:nvPr/>
        </p:nvSpPr>
        <p:spPr>
          <a:xfrm>
            <a:off x="5313019" y="3364567"/>
            <a:ext cx="197950" cy="197651"/>
          </a:xfrm>
          <a:custGeom>
            <a:avLst/>
            <a:gdLst>
              <a:gd name="connsiteX0" fmla="*/ 259984 w 607639"/>
              <a:gd name="connsiteY0" fmla="*/ 430308 h 606722"/>
              <a:gd name="connsiteX1" fmla="*/ 287837 w 607639"/>
              <a:gd name="connsiteY1" fmla="*/ 458126 h 606722"/>
              <a:gd name="connsiteX2" fmla="*/ 139047 w 607639"/>
              <a:gd name="connsiteY2" fmla="*/ 606722 h 606722"/>
              <a:gd name="connsiteX3" fmla="*/ 111282 w 607639"/>
              <a:gd name="connsiteY3" fmla="*/ 578905 h 606722"/>
              <a:gd name="connsiteX4" fmla="*/ 204460 w 607639"/>
              <a:gd name="connsiteY4" fmla="*/ 374844 h 606722"/>
              <a:gd name="connsiteX5" fmla="*/ 232231 w 607639"/>
              <a:gd name="connsiteY5" fmla="*/ 402573 h 606722"/>
              <a:gd name="connsiteX6" fmla="*/ 27771 w 607639"/>
              <a:gd name="connsiteY6" fmla="*/ 606722 h 606722"/>
              <a:gd name="connsiteX7" fmla="*/ 0 w 607639"/>
              <a:gd name="connsiteY7" fmla="*/ 578904 h 606722"/>
              <a:gd name="connsiteX8" fmla="*/ 148791 w 607639"/>
              <a:gd name="connsiteY8" fmla="*/ 319309 h 606722"/>
              <a:gd name="connsiteX9" fmla="*/ 176555 w 607639"/>
              <a:gd name="connsiteY9" fmla="*/ 347040 h 606722"/>
              <a:gd name="connsiteX10" fmla="*/ 27853 w 607639"/>
              <a:gd name="connsiteY10" fmla="*/ 495652 h 606722"/>
              <a:gd name="connsiteX11" fmla="*/ 0 w 607639"/>
              <a:gd name="connsiteY11" fmla="*/ 467921 h 606722"/>
              <a:gd name="connsiteX12" fmla="*/ 482456 w 607639"/>
              <a:gd name="connsiteY12" fmla="*/ 291506 h 606722"/>
              <a:gd name="connsiteX13" fmla="*/ 441354 w 607639"/>
              <a:gd name="connsiteY13" fmla="*/ 444829 h 606722"/>
              <a:gd name="connsiteX14" fmla="*/ 385749 w 607639"/>
              <a:gd name="connsiteY14" fmla="*/ 500380 h 606722"/>
              <a:gd name="connsiteX15" fmla="*/ 329611 w 607639"/>
              <a:gd name="connsiteY15" fmla="*/ 444295 h 606722"/>
              <a:gd name="connsiteX16" fmla="*/ 218312 w 607639"/>
              <a:gd name="connsiteY16" fmla="*/ 277605 h 606722"/>
              <a:gd name="connsiteX17" fmla="*/ 329470 w 607639"/>
              <a:gd name="connsiteY17" fmla="*/ 388739 h 606722"/>
              <a:gd name="connsiteX18" fmla="*/ 301703 w 607639"/>
              <a:gd name="connsiteY18" fmla="*/ 416478 h 606722"/>
              <a:gd name="connsiteX19" fmla="*/ 190456 w 607639"/>
              <a:gd name="connsiteY19" fmla="*/ 305433 h 606722"/>
              <a:gd name="connsiteX20" fmla="*/ 315639 w 607639"/>
              <a:gd name="connsiteY20" fmla="*/ 124971 h 606722"/>
              <a:gd name="connsiteX21" fmla="*/ 162720 w 607639"/>
              <a:gd name="connsiteY21" fmla="*/ 277604 h 606722"/>
              <a:gd name="connsiteX22" fmla="*/ 106554 w 607639"/>
              <a:gd name="connsiteY22" fmla="*/ 221544 h 606722"/>
              <a:gd name="connsiteX23" fmla="*/ 162097 w 607639"/>
              <a:gd name="connsiteY23" fmla="*/ 166016 h 606722"/>
              <a:gd name="connsiteX24" fmla="*/ 459243 w 607639"/>
              <a:gd name="connsiteY24" fmla="*/ 120359 h 606722"/>
              <a:gd name="connsiteX25" fmla="*/ 431471 w 607639"/>
              <a:gd name="connsiteY25" fmla="*/ 148088 h 606722"/>
              <a:gd name="connsiteX26" fmla="*/ 459243 w 607639"/>
              <a:gd name="connsiteY26" fmla="*/ 175905 h 606722"/>
              <a:gd name="connsiteX27" fmla="*/ 487103 w 607639"/>
              <a:gd name="connsiteY27" fmla="*/ 148088 h 606722"/>
              <a:gd name="connsiteX28" fmla="*/ 445357 w 607639"/>
              <a:gd name="connsiteY28" fmla="*/ 50948 h 606722"/>
              <a:gd name="connsiteX29" fmla="*/ 556620 w 607639"/>
              <a:gd name="connsiteY29" fmla="*/ 161952 h 606722"/>
              <a:gd name="connsiteX30" fmla="*/ 357326 w 607639"/>
              <a:gd name="connsiteY30" fmla="*/ 360942 h 606722"/>
              <a:gd name="connsiteX31" fmla="*/ 246062 w 607639"/>
              <a:gd name="connsiteY31" fmla="*/ 249938 h 606722"/>
              <a:gd name="connsiteX32" fmla="*/ 607639 w 607639"/>
              <a:gd name="connsiteY32" fmla="*/ 0 h 606722"/>
              <a:gd name="connsiteX33" fmla="*/ 576136 w 607639"/>
              <a:gd name="connsiteY33" fmla="*/ 125818 h 606722"/>
              <a:gd name="connsiteX34" fmla="*/ 481539 w 607639"/>
              <a:gd name="connsiteY34" fmla="*/ 31454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07639" h="606722">
                <a:moveTo>
                  <a:pt x="259984" y="430308"/>
                </a:moveTo>
                <a:lnTo>
                  <a:pt x="287837" y="458126"/>
                </a:lnTo>
                <a:lnTo>
                  <a:pt x="139047" y="606722"/>
                </a:lnTo>
                <a:lnTo>
                  <a:pt x="111282" y="578905"/>
                </a:lnTo>
                <a:close/>
                <a:moveTo>
                  <a:pt x="204460" y="374844"/>
                </a:moveTo>
                <a:lnTo>
                  <a:pt x="232231" y="402573"/>
                </a:lnTo>
                <a:lnTo>
                  <a:pt x="27771" y="606722"/>
                </a:lnTo>
                <a:lnTo>
                  <a:pt x="0" y="578904"/>
                </a:lnTo>
                <a:close/>
                <a:moveTo>
                  <a:pt x="148791" y="319309"/>
                </a:moveTo>
                <a:lnTo>
                  <a:pt x="176555" y="347040"/>
                </a:lnTo>
                <a:lnTo>
                  <a:pt x="27853" y="495652"/>
                </a:lnTo>
                <a:lnTo>
                  <a:pt x="0" y="467921"/>
                </a:lnTo>
                <a:close/>
                <a:moveTo>
                  <a:pt x="482456" y="291506"/>
                </a:moveTo>
                <a:lnTo>
                  <a:pt x="441354" y="444829"/>
                </a:lnTo>
                <a:lnTo>
                  <a:pt x="385749" y="500380"/>
                </a:lnTo>
                <a:lnTo>
                  <a:pt x="329611" y="444295"/>
                </a:lnTo>
                <a:close/>
                <a:moveTo>
                  <a:pt x="218312" y="277605"/>
                </a:moveTo>
                <a:lnTo>
                  <a:pt x="329470" y="388739"/>
                </a:lnTo>
                <a:lnTo>
                  <a:pt x="301703" y="416478"/>
                </a:lnTo>
                <a:lnTo>
                  <a:pt x="190456" y="305433"/>
                </a:lnTo>
                <a:close/>
                <a:moveTo>
                  <a:pt x="315639" y="124971"/>
                </a:moveTo>
                <a:lnTo>
                  <a:pt x="162720" y="277604"/>
                </a:lnTo>
                <a:lnTo>
                  <a:pt x="106554" y="221544"/>
                </a:lnTo>
                <a:lnTo>
                  <a:pt x="162097" y="166016"/>
                </a:lnTo>
                <a:close/>
                <a:moveTo>
                  <a:pt x="459243" y="120359"/>
                </a:moveTo>
                <a:lnTo>
                  <a:pt x="431471" y="148088"/>
                </a:lnTo>
                <a:lnTo>
                  <a:pt x="459243" y="175905"/>
                </a:lnTo>
                <a:lnTo>
                  <a:pt x="487103" y="148088"/>
                </a:lnTo>
                <a:close/>
                <a:moveTo>
                  <a:pt x="445357" y="50948"/>
                </a:moveTo>
                <a:lnTo>
                  <a:pt x="556620" y="161952"/>
                </a:lnTo>
                <a:lnTo>
                  <a:pt x="357326" y="360942"/>
                </a:lnTo>
                <a:lnTo>
                  <a:pt x="246062" y="249938"/>
                </a:lnTo>
                <a:close/>
                <a:moveTo>
                  <a:pt x="607639" y="0"/>
                </a:moveTo>
                <a:lnTo>
                  <a:pt x="576136" y="125818"/>
                </a:lnTo>
                <a:lnTo>
                  <a:pt x="481539" y="31454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71" name="文本框 1"/>
          <p:cNvSpPr txBox="1"/>
          <p:nvPr/>
        </p:nvSpPr>
        <p:spPr>
          <a:xfrm>
            <a:off x="588728" y="1115870"/>
            <a:ext cx="5321711" cy="1237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活动图在软件工程的多个阶段都有广泛应用，是团队沟通和文档化的重要工具。</a:t>
            </a:r>
          </a:p>
        </p:txBody>
      </p:sp>
    </p:spTree>
    <p:extLst>
      <p:ext uri="{BB962C8B-B14F-4D97-AF65-F5344CB8AC3E}">
        <p14:creationId xmlns:p14="http://schemas.microsoft.com/office/powerpoint/2010/main" val="3365911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idx="4294967295"/>
          </p:nvPr>
        </p:nvSpPr>
        <p:spPr>
          <a:xfrm>
            <a:off x="5283753" y="3063924"/>
            <a:ext cx="5419185" cy="48320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solidFill>
                  <a:schemeClr val="accent6"/>
                </a:solidFill>
              </a:rPr>
              <a:t>总结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5398702" y="2008989"/>
            <a:ext cx="89176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05</a:t>
            </a:r>
            <a:endParaRPr lang="zh-CN" altLang="en-US" spc="1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sp>
        <p:nvSpPr>
          <p:cNvPr id="208" name="Freeform 222"/>
          <p:cNvSpPr>
            <a:spLocks noEditPoints="1"/>
          </p:cNvSpPr>
          <p:nvPr/>
        </p:nvSpPr>
        <p:spPr bwMode="auto">
          <a:xfrm>
            <a:off x="3111501" y="2943225"/>
            <a:ext cx="603250" cy="209550"/>
          </a:xfrm>
          <a:custGeom>
            <a:avLst/>
            <a:gdLst>
              <a:gd name="T0" fmla="*/ 373 w 380"/>
              <a:gd name="T1" fmla="*/ 0 h 132"/>
              <a:gd name="T2" fmla="*/ 188 w 380"/>
              <a:gd name="T3" fmla="*/ 53 h 132"/>
              <a:gd name="T4" fmla="*/ 0 w 380"/>
              <a:gd name="T5" fmla="*/ 107 h 132"/>
              <a:gd name="T6" fmla="*/ 7 w 380"/>
              <a:gd name="T7" fmla="*/ 132 h 132"/>
              <a:gd name="T8" fmla="*/ 195 w 380"/>
              <a:gd name="T9" fmla="*/ 79 h 132"/>
              <a:gd name="T10" fmla="*/ 380 w 380"/>
              <a:gd name="T11" fmla="*/ 25 h 132"/>
              <a:gd name="T12" fmla="*/ 373 w 380"/>
              <a:gd name="T13" fmla="*/ 0 h 132"/>
              <a:gd name="T14" fmla="*/ 373 w 380"/>
              <a:gd name="T15" fmla="*/ 0 h 132"/>
              <a:gd name="T16" fmla="*/ 373 w 380"/>
              <a:gd name="T17" fmla="*/ 0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80" h="132">
                <a:moveTo>
                  <a:pt x="373" y="0"/>
                </a:moveTo>
                <a:lnTo>
                  <a:pt x="188" y="53"/>
                </a:lnTo>
                <a:lnTo>
                  <a:pt x="0" y="107"/>
                </a:lnTo>
                <a:lnTo>
                  <a:pt x="7" y="132"/>
                </a:lnTo>
                <a:lnTo>
                  <a:pt x="195" y="79"/>
                </a:lnTo>
                <a:lnTo>
                  <a:pt x="380" y="25"/>
                </a:lnTo>
                <a:lnTo>
                  <a:pt x="373" y="0"/>
                </a:lnTo>
                <a:close/>
                <a:moveTo>
                  <a:pt x="373" y="0"/>
                </a:moveTo>
                <a:lnTo>
                  <a:pt x="37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9" name="Freeform 223"/>
          <p:cNvSpPr>
            <a:spLocks noEditPoints="1"/>
          </p:cNvSpPr>
          <p:nvPr/>
        </p:nvSpPr>
        <p:spPr bwMode="auto">
          <a:xfrm>
            <a:off x="3111501" y="2943225"/>
            <a:ext cx="603250" cy="209550"/>
          </a:xfrm>
          <a:custGeom>
            <a:avLst/>
            <a:gdLst>
              <a:gd name="T0" fmla="*/ 373 w 380"/>
              <a:gd name="T1" fmla="*/ 0 h 132"/>
              <a:gd name="T2" fmla="*/ 188 w 380"/>
              <a:gd name="T3" fmla="*/ 53 h 132"/>
              <a:gd name="T4" fmla="*/ 0 w 380"/>
              <a:gd name="T5" fmla="*/ 107 h 132"/>
              <a:gd name="T6" fmla="*/ 7 w 380"/>
              <a:gd name="T7" fmla="*/ 132 h 132"/>
              <a:gd name="T8" fmla="*/ 195 w 380"/>
              <a:gd name="T9" fmla="*/ 79 h 132"/>
              <a:gd name="T10" fmla="*/ 380 w 380"/>
              <a:gd name="T11" fmla="*/ 25 h 132"/>
              <a:gd name="T12" fmla="*/ 373 w 380"/>
              <a:gd name="T13" fmla="*/ 0 h 132"/>
              <a:gd name="T14" fmla="*/ 373 w 380"/>
              <a:gd name="T15" fmla="*/ 0 h 132"/>
              <a:gd name="T16" fmla="*/ 373 w 380"/>
              <a:gd name="T17" fmla="*/ 0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80" h="132">
                <a:moveTo>
                  <a:pt x="373" y="0"/>
                </a:moveTo>
                <a:lnTo>
                  <a:pt x="188" y="53"/>
                </a:lnTo>
                <a:lnTo>
                  <a:pt x="0" y="107"/>
                </a:lnTo>
                <a:lnTo>
                  <a:pt x="7" y="132"/>
                </a:lnTo>
                <a:lnTo>
                  <a:pt x="195" y="79"/>
                </a:lnTo>
                <a:lnTo>
                  <a:pt x="380" y="25"/>
                </a:lnTo>
                <a:lnTo>
                  <a:pt x="373" y="0"/>
                </a:lnTo>
                <a:moveTo>
                  <a:pt x="373" y="0"/>
                </a:moveTo>
                <a:lnTo>
                  <a:pt x="3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0" name="Freeform 224"/>
          <p:cNvSpPr>
            <a:spLocks noEditPoints="1"/>
          </p:cNvSpPr>
          <p:nvPr/>
        </p:nvSpPr>
        <p:spPr bwMode="auto">
          <a:xfrm>
            <a:off x="2978151" y="1720850"/>
            <a:ext cx="169863" cy="201613"/>
          </a:xfrm>
          <a:custGeom>
            <a:avLst/>
            <a:gdLst>
              <a:gd name="T0" fmla="*/ 102 w 107"/>
              <a:gd name="T1" fmla="*/ 72 h 127"/>
              <a:gd name="T2" fmla="*/ 65 w 107"/>
              <a:gd name="T3" fmla="*/ 49 h 127"/>
              <a:gd name="T4" fmla="*/ 50 w 107"/>
              <a:gd name="T5" fmla="*/ 46 h 127"/>
              <a:gd name="T6" fmla="*/ 40 w 107"/>
              <a:gd name="T7" fmla="*/ 40 h 127"/>
              <a:gd name="T8" fmla="*/ 45 w 107"/>
              <a:gd name="T9" fmla="*/ 31 h 127"/>
              <a:gd name="T10" fmla="*/ 48 w 107"/>
              <a:gd name="T11" fmla="*/ 30 h 127"/>
              <a:gd name="T12" fmla="*/ 64 w 107"/>
              <a:gd name="T13" fmla="*/ 38 h 127"/>
              <a:gd name="T14" fmla="*/ 64 w 107"/>
              <a:gd name="T15" fmla="*/ 40 h 127"/>
              <a:gd name="T16" fmla="*/ 67 w 107"/>
              <a:gd name="T17" fmla="*/ 41 h 127"/>
              <a:gd name="T18" fmla="*/ 85 w 107"/>
              <a:gd name="T19" fmla="*/ 34 h 127"/>
              <a:gd name="T20" fmla="*/ 82 w 107"/>
              <a:gd name="T21" fmla="*/ 4 h 127"/>
              <a:gd name="T22" fmla="*/ 79 w 107"/>
              <a:gd name="T23" fmla="*/ 1 h 127"/>
              <a:gd name="T24" fmla="*/ 46 w 107"/>
              <a:gd name="T25" fmla="*/ 6 h 127"/>
              <a:gd name="T26" fmla="*/ 39 w 107"/>
              <a:gd name="T27" fmla="*/ 8 h 127"/>
              <a:gd name="T28" fmla="*/ 6 w 107"/>
              <a:gd name="T29" fmla="*/ 55 h 127"/>
              <a:gd name="T30" fmla="*/ 39 w 107"/>
              <a:gd name="T31" fmla="*/ 79 h 127"/>
              <a:gd name="T32" fmla="*/ 60 w 107"/>
              <a:gd name="T33" fmla="*/ 82 h 127"/>
              <a:gd name="T34" fmla="*/ 67 w 107"/>
              <a:gd name="T35" fmla="*/ 88 h 127"/>
              <a:gd name="T36" fmla="*/ 64 w 107"/>
              <a:gd name="T37" fmla="*/ 95 h 127"/>
              <a:gd name="T38" fmla="*/ 58 w 107"/>
              <a:gd name="T39" fmla="*/ 98 h 127"/>
              <a:gd name="T40" fmla="*/ 39 w 107"/>
              <a:gd name="T41" fmla="*/ 85 h 127"/>
              <a:gd name="T42" fmla="*/ 19 w 107"/>
              <a:gd name="T43" fmla="*/ 93 h 127"/>
              <a:gd name="T44" fmla="*/ 23 w 107"/>
              <a:gd name="T45" fmla="*/ 121 h 127"/>
              <a:gd name="T46" fmla="*/ 26 w 107"/>
              <a:gd name="T47" fmla="*/ 123 h 127"/>
              <a:gd name="T48" fmla="*/ 60 w 107"/>
              <a:gd name="T49" fmla="*/ 121 h 127"/>
              <a:gd name="T50" fmla="*/ 70 w 107"/>
              <a:gd name="T51" fmla="*/ 118 h 127"/>
              <a:gd name="T52" fmla="*/ 102 w 107"/>
              <a:gd name="T53" fmla="*/ 72 h 127"/>
              <a:gd name="T54" fmla="*/ 102 w 107"/>
              <a:gd name="T55" fmla="*/ 72 h 127"/>
              <a:gd name="T56" fmla="*/ 102 w 107"/>
              <a:gd name="T57" fmla="*/ 72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07" h="127">
                <a:moveTo>
                  <a:pt x="102" y="72"/>
                </a:moveTo>
                <a:cubicBezTo>
                  <a:pt x="97" y="53"/>
                  <a:pt x="80" y="50"/>
                  <a:pt x="65" y="49"/>
                </a:cubicBezTo>
                <a:cubicBezTo>
                  <a:pt x="59" y="48"/>
                  <a:pt x="54" y="47"/>
                  <a:pt x="50" y="46"/>
                </a:cubicBezTo>
                <a:cubicBezTo>
                  <a:pt x="45" y="45"/>
                  <a:pt x="41" y="43"/>
                  <a:pt x="40" y="40"/>
                </a:cubicBezTo>
                <a:cubicBezTo>
                  <a:pt x="39" y="36"/>
                  <a:pt x="41" y="33"/>
                  <a:pt x="45" y="31"/>
                </a:cubicBezTo>
                <a:cubicBezTo>
                  <a:pt x="46" y="30"/>
                  <a:pt x="47" y="30"/>
                  <a:pt x="48" y="30"/>
                </a:cubicBezTo>
                <a:cubicBezTo>
                  <a:pt x="56" y="28"/>
                  <a:pt x="61" y="30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67" y="41"/>
                  <a:pt x="67" y="41"/>
                  <a:pt x="67" y="41"/>
                </a:cubicBezTo>
                <a:cubicBezTo>
                  <a:pt x="85" y="34"/>
                  <a:pt x="85" y="34"/>
                  <a:pt x="85" y="34"/>
                </a:cubicBezTo>
                <a:cubicBezTo>
                  <a:pt x="82" y="19"/>
                  <a:pt x="82" y="4"/>
                  <a:pt x="82" y="4"/>
                </a:cubicBezTo>
                <a:cubicBezTo>
                  <a:pt x="79" y="1"/>
                  <a:pt x="79" y="1"/>
                  <a:pt x="79" y="1"/>
                </a:cubicBezTo>
                <a:cubicBezTo>
                  <a:pt x="79" y="1"/>
                  <a:pt x="64" y="0"/>
                  <a:pt x="46" y="6"/>
                </a:cubicBezTo>
                <a:cubicBezTo>
                  <a:pt x="44" y="6"/>
                  <a:pt x="41" y="7"/>
                  <a:pt x="39" y="8"/>
                </a:cubicBezTo>
                <a:cubicBezTo>
                  <a:pt x="13" y="18"/>
                  <a:pt x="0" y="36"/>
                  <a:pt x="6" y="55"/>
                </a:cubicBezTo>
                <a:cubicBezTo>
                  <a:pt x="10" y="72"/>
                  <a:pt x="25" y="77"/>
                  <a:pt x="39" y="79"/>
                </a:cubicBezTo>
                <a:cubicBezTo>
                  <a:pt x="47" y="80"/>
                  <a:pt x="55" y="81"/>
                  <a:pt x="60" y="82"/>
                </a:cubicBezTo>
                <a:cubicBezTo>
                  <a:pt x="64" y="83"/>
                  <a:pt x="67" y="85"/>
                  <a:pt x="67" y="88"/>
                </a:cubicBezTo>
                <a:cubicBezTo>
                  <a:pt x="68" y="91"/>
                  <a:pt x="67" y="93"/>
                  <a:pt x="64" y="95"/>
                </a:cubicBezTo>
                <a:cubicBezTo>
                  <a:pt x="62" y="96"/>
                  <a:pt x="61" y="97"/>
                  <a:pt x="58" y="98"/>
                </a:cubicBezTo>
                <a:cubicBezTo>
                  <a:pt x="49" y="101"/>
                  <a:pt x="43" y="97"/>
                  <a:pt x="39" y="85"/>
                </a:cubicBezTo>
                <a:cubicBezTo>
                  <a:pt x="19" y="93"/>
                  <a:pt x="19" y="93"/>
                  <a:pt x="19" y="93"/>
                </a:cubicBezTo>
                <a:cubicBezTo>
                  <a:pt x="22" y="104"/>
                  <a:pt x="23" y="121"/>
                  <a:pt x="23" y="121"/>
                </a:cubicBezTo>
                <a:cubicBezTo>
                  <a:pt x="26" y="123"/>
                  <a:pt x="26" y="123"/>
                  <a:pt x="26" y="123"/>
                </a:cubicBezTo>
                <a:cubicBezTo>
                  <a:pt x="26" y="123"/>
                  <a:pt x="41" y="127"/>
                  <a:pt x="60" y="121"/>
                </a:cubicBezTo>
                <a:cubicBezTo>
                  <a:pt x="64" y="120"/>
                  <a:pt x="67" y="119"/>
                  <a:pt x="70" y="118"/>
                </a:cubicBezTo>
                <a:cubicBezTo>
                  <a:pt x="95" y="107"/>
                  <a:pt x="107" y="91"/>
                  <a:pt x="102" y="72"/>
                </a:cubicBezTo>
                <a:close/>
                <a:moveTo>
                  <a:pt x="102" y="72"/>
                </a:moveTo>
                <a:cubicBezTo>
                  <a:pt x="102" y="72"/>
                  <a:pt x="102" y="72"/>
                  <a:pt x="102" y="72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1" name="Freeform 225"/>
          <p:cNvSpPr>
            <a:spLocks noEditPoints="1"/>
          </p:cNvSpPr>
          <p:nvPr/>
        </p:nvSpPr>
        <p:spPr bwMode="auto">
          <a:xfrm>
            <a:off x="3032126" y="1925638"/>
            <a:ext cx="177800" cy="201613"/>
          </a:xfrm>
          <a:custGeom>
            <a:avLst/>
            <a:gdLst>
              <a:gd name="T0" fmla="*/ 104 w 112"/>
              <a:gd name="T1" fmla="*/ 62 h 127"/>
              <a:gd name="T2" fmla="*/ 79 w 112"/>
              <a:gd name="T3" fmla="*/ 71 h 127"/>
              <a:gd name="T4" fmla="*/ 72 w 112"/>
              <a:gd name="T5" fmla="*/ 94 h 127"/>
              <a:gd name="T6" fmla="*/ 66 w 112"/>
              <a:gd name="T7" fmla="*/ 94 h 127"/>
              <a:gd name="T8" fmla="*/ 46 w 112"/>
              <a:gd name="T9" fmla="*/ 62 h 127"/>
              <a:gd name="T10" fmla="*/ 48 w 112"/>
              <a:gd name="T11" fmla="*/ 31 h 127"/>
              <a:gd name="T12" fmla="*/ 53 w 112"/>
              <a:gd name="T13" fmla="*/ 30 h 127"/>
              <a:gd name="T14" fmla="*/ 67 w 112"/>
              <a:gd name="T15" fmla="*/ 39 h 127"/>
              <a:gd name="T16" fmla="*/ 70 w 112"/>
              <a:gd name="T17" fmla="*/ 48 h 127"/>
              <a:gd name="T18" fmla="*/ 94 w 112"/>
              <a:gd name="T19" fmla="*/ 39 h 127"/>
              <a:gd name="T20" fmla="*/ 89 w 112"/>
              <a:gd name="T21" fmla="*/ 3 h 127"/>
              <a:gd name="T22" fmla="*/ 87 w 112"/>
              <a:gd name="T23" fmla="*/ 0 h 127"/>
              <a:gd name="T24" fmla="*/ 51 w 112"/>
              <a:gd name="T25" fmla="*/ 6 h 127"/>
              <a:gd name="T26" fmla="*/ 42 w 112"/>
              <a:gd name="T27" fmla="*/ 9 h 127"/>
              <a:gd name="T28" fmla="*/ 10 w 112"/>
              <a:gd name="T29" fmla="*/ 79 h 127"/>
              <a:gd name="T30" fmla="*/ 73 w 112"/>
              <a:gd name="T31" fmla="*/ 118 h 127"/>
              <a:gd name="T32" fmla="*/ 73 w 112"/>
              <a:gd name="T33" fmla="*/ 118 h 127"/>
              <a:gd name="T34" fmla="*/ 110 w 112"/>
              <a:gd name="T35" fmla="*/ 101 h 127"/>
              <a:gd name="T36" fmla="*/ 112 w 112"/>
              <a:gd name="T37" fmla="*/ 98 h 127"/>
              <a:gd name="T38" fmla="*/ 104 w 112"/>
              <a:gd name="T39" fmla="*/ 62 h 127"/>
              <a:gd name="T40" fmla="*/ 104 w 112"/>
              <a:gd name="T41" fmla="*/ 62 h 127"/>
              <a:gd name="T42" fmla="*/ 104 w 112"/>
              <a:gd name="T43" fmla="*/ 62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12" h="127">
                <a:moveTo>
                  <a:pt x="104" y="62"/>
                </a:moveTo>
                <a:cubicBezTo>
                  <a:pt x="79" y="71"/>
                  <a:pt x="79" y="71"/>
                  <a:pt x="79" y="71"/>
                </a:cubicBezTo>
                <a:cubicBezTo>
                  <a:pt x="82" y="85"/>
                  <a:pt x="80" y="91"/>
                  <a:pt x="72" y="94"/>
                </a:cubicBezTo>
                <a:cubicBezTo>
                  <a:pt x="70" y="94"/>
                  <a:pt x="68" y="94"/>
                  <a:pt x="66" y="94"/>
                </a:cubicBezTo>
                <a:cubicBezTo>
                  <a:pt x="58" y="93"/>
                  <a:pt x="52" y="82"/>
                  <a:pt x="46" y="62"/>
                </a:cubicBezTo>
                <a:cubicBezTo>
                  <a:pt x="40" y="44"/>
                  <a:pt x="41" y="36"/>
                  <a:pt x="48" y="31"/>
                </a:cubicBezTo>
                <a:cubicBezTo>
                  <a:pt x="50" y="31"/>
                  <a:pt x="51" y="30"/>
                  <a:pt x="53" y="30"/>
                </a:cubicBezTo>
                <a:cubicBezTo>
                  <a:pt x="61" y="27"/>
                  <a:pt x="65" y="30"/>
                  <a:pt x="67" y="39"/>
                </a:cubicBezTo>
                <a:cubicBezTo>
                  <a:pt x="69" y="44"/>
                  <a:pt x="70" y="48"/>
                  <a:pt x="70" y="48"/>
                </a:cubicBezTo>
                <a:cubicBezTo>
                  <a:pt x="94" y="39"/>
                  <a:pt x="94" y="39"/>
                  <a:pt x="94" y="39"/>
                </a:cubicBezTo>
                <a:cubicBezTo>
                  <a:pt x="90" y="19"/>
                  <a:pt x="89" y="3"/>
                  <a:pt x="89" y="3"/>
                </a:cubicBezTo>
                <a:cubicBezTo>
                  <a:pt x="87" y="0"/>
                  <a:pt x="87" y="0"/>
                  <a:pt x="87" y="0"/>
                </a:cubicBezTo>
                <a:cubicBezTo>
                  <a:pt x="87" y="0"/>
                  <a:pt x="65" y="1"/>
                  <a:pt x="51" y="6"/>
                </a:cubicBezTo>
                <a:cubicBezTo>
                  <a:pt x="48" y="7"/>
                  <a:pt x="45" y="8"/>
                  <a:pt x="42" y="9"/>
                </a:cubicBezTo>
                <a:cubicBezTo>
                  <a:pt x="12" y="21"/>
                  <a:pt x="0" y="46"/>
                  <a:pt x="10" y="79"/>
                </a:cubicBezTo>
                <a:cubicBezTo>
                  <a:pt x="19" y="112"/>
                  <a:pt x="43" y="127"/>
                  <a:pt x="73" y="118"/>
                </a:cubicBezTo>
                <a:cubicBezTo>
                  <a:pt x="73" y="118"/>
                  <a:pt x="73" y="118"/>
                  <a:pt x="73" y="118"/>
                </a:cubicBezTo>
                <a:cubicBezTo>
                  <a:pt x="94" y="112"/>
                  <a:pt x="110" y="101"/>
                  <a:pt x="110" y="101"/>
                </a:cubicBezTo>
                <a:cubicBezTo>
                  <a:pt x="112" y="98"/>
                  <a:pt x="112" y="98"/>
                  <a:pt x="112" y="98"/>
                </a:cubicBezTo>
                <a:cubicBezTo>
                  <a:pt x="107" y="82"/>
                  <a:pt x="104" y="62"/>
                  <a:pt x="104" y="62"/>
                </a:cubicBezTo>
                <a:close/>
                <a:moveTo>
                  <a:pt x="104" y="62"/>
                </a:moveTo>
                <a:cubicBezTo>
                  <a:pt x="104" y="62"/>
                  <a:pt x="104" y="62"/>
                  <a:pt x="104" y="62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2" name="Freeform 226"/>
          <p:cNvSpPr>
            <a:spLocks noEditPoints="1"/>
          </p:cNvSpPr>
          <p:nvPr/>
        </p:nvSpPr>
        <p:spPr bwMode="auto">
          <a:xfrm>
            <a:off x="3067051" y="2120900"/>
            <a:ext cx="228600" cy="223838"/>
          </a:xfrm>
          <a:custGeom>
            <a:avLst/>
            <a:gdLst>
              <a:gd name="T0" fmla="*/ 142 w 144"/>
              <a:gd name="T1" fmla="*/ 93 h 141"/>
              <a:gd name="T2" fmla="*/ 140 w 144"/>
              <a:gd name="T3" fmla="*/ 92 h 141"/>
              <a:gd name="T4" fmla="*/ 135 w 144"/>
              <a:gd name="T5" fmla="*/ 94 h 141"/>
              <a:gd name="T6" fmla="*/ 126 w 144"/>
              <a:gd name="T7" fmla="*/ 84 h 141"/>
              <a:gd name="T8" fmla="*/ 111 w 144"/>
              <a:gd name="T9" fmla="*/ 26 h 141"/>
              <a:gd name="T10" fmla="*/ 118 w 144"/>
              <a:gd name="T11" fmla="*/ 14 h 141"/>
              <a:gd name="T12" fmla="*/ 115 w 144"/>
              <a:gd name="T13" fmla="*/ 0 h 141"/>
              <a:gd name="T14" fmla="*/ 86 w 144"/>
              <a:gd name="T15" fmla="*/ 8 h 141"/>
              <a:gd name="T16" fmla="*/ 60 w 144"/>
              <a:gd name="T17" fmla="*/ 16 h 141"/>
              <a:gd name="T18" fmla="*/ 62 w 144"/>
              <a:gd name="T19" fmla="*/ 29 h 141"/>
              <a:gd name="T20" fmla="*/ 64 w 144"/>
              <a:gd name="T21" fmla="*/ 30 h 141"/>
              <a:gd name="T22" fmla="*/ 69 w 144"/>
              <a:gd name="T23" fmla="*/ 29 h 141"/>
              <a:gd name="T24" fmla="*/ 77 w 144"/>
              <a:gd name="T25" fmla="*/ 35 h 141"/>
              <a:gd name="T26" fmla="*/ 83 w 144"/>
              <a:gd name="T27" fmla="*/ 55 h 141"/>
              <a:gd name="T28" fmla="*/ 69 w 144"/>
              <a:gd name="T29" fmla="*/ 59 h 141"/>
              <a:gd name="T30" fmla="*/ 69 w 144"/>
              <a:gd name="T31" fmla="*/ 59 h 141"/>
              <a:gd name="T32" fmla="*/ 55 w 144"/>
              <a:gd name="T33" fmla="*/ 63 h 141"/>
              <a:gd name="T34" fmla="*/ 50 w 144"/>
              <a:gd name="T35" fmla="*/ 43 h 141"/>
              <a:gd name="T36" fmla="*/ 57 w 144"/>
              <a:gd name="T37" fmla="*/ 32 h 141"/>
              <a:gd name="T38" fmla="*/ 54 w 144"/>
              <a:gd name="T39" fmla="*/ 17 h 141"/>
              <a:gd name="T40" fmla="*/ 21 w 144"/>
              <a:gd name="T41" fmla="*/ 28 h 141"/>
              <a:gd name="T42" fmla="*/ 0 w 144"/>
              <a:gd name="T43" fmla="*/ 34 h 141"/>
              <a:gd name="T44" fmla="*/ 2 w 144"/>
              <a:gd name="T45" fmla="*/ 46 h 141"/>
              <a:gd name="T46" fmla="*/ 4 w 144"/>
              <a:gd name="T47" fmla="*/ 48 h 141"/>
              <a:gd name="T48" fmla="*/ 8 w 144"/>
              <a:gd name="T49" fmla="*/ 46 h 141"/>
              <a:gd name="T50" fmla="*/ 16 w 144"/>
              <a:gd name="T51" fmla="*/ 53 h 141"/>
              <a:gd name="T52" fmla="*/ 33 w 144"/>
              <a:gd name="T53" fmla="*/ 110 h 141"/>
              <a:gd name="T54" fmla="*/ 26 w 144"/>
              <a:gd name="T55" fmla="*/ 126 h 141"/>
              <a:gd name="T56" fmla="*/ 28 w 144"/>
              <a:gd name="T57" fmla="*/ 141 h 141"/>
              <a:gd name="T58" fmla="*/ 55 w 144"/>
              <a:gd name="T59" fmla="*/ 132 h 141"/>
              <a:gd name="T60" fmla="*/ 82 w 144"/>
              <a:gd name="T61" fmla="*/ 125 h 141"/>
              <a:gd name="T62" fmla="*/ 80 w 144"/>
              <a:gd name="T63" fmla="*/ 111 h 141"/>
              <a:gd name="T64" fmla="*/ 78 w 144"/>
              <a:gd name="T65" fmla="*/ 110 h 141"/>
              <a:gd name="T66" fmla="*/ 74 w 144"/>
              <a:gd name="T67" fmla="*/ 112 h 141"/>
              <a:gd name="T68" fmla="*/ 65 w 144"/>
              <a:gd name="T69" fmla="*/ 102 h 141"/>
              <a:gd name="T70" fmla="*/ 60 w 144"/>
              <a:gd name="T71" fmla="*/ 85 h 141"/>
              <a:gd name="T72" fmla="*/ 75 w 144"/>
              <a:gd name="T73" fmla="*/ 80 h 141"/>
              <a:gd name="T74" fmla="*/ 79 w 144"/>
              <a:gd name="T75" fmla="*/ 78 h 141"/>
              <a:gd name="T76" fmla="*/ 88 w 144"/>
              <a:gd name="T77" fmla="*/ 76 h 141"/>
              <a:gd name="T78" fmla="*/ 93 w 144"/>
              <a:gd name="T79" fmla="*/ 92 h 141"/>
              <a:gd name="T80" fmla="*/ 86 w 144"/>
              <a:gd name="T81" fmla="*/ 108 h 141"/>
              <a:gd name="T82" fmla="*/ 89 w 144"/>
              <a:gd name="T83" fmla="*/ 123 h 141"/>
              <a:gd name="T84" fmla="*/ 116 w 144"/>
              <a:gd name="T85" fmla="*/ 115 h 141"/>
              <a:gd name="T86" fmla="*/ 144 w 144"/>
              <a:gd name="T87" fmla="*/ 107 h 141"/>
              <a:gd name="T88" fmla="*/ 142 w 144"/>
              <a:gd name="T89" fmla="*/ 93 h 141"/>
              <a:gd name="T90" fmla="*/ 142 w 144"/>
              <a:gd name="T91" fmla="*/ 93 h 141"/>
              <a:gd name="T92" fmla="*/ 142 w 144"/>
              <a:gd name="T93" fmla="*/ 93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44" h="141">
                <a:moveTo>
                  <a:pt x="142" y="93"/>
                </a:moveTo>
                <a:cubicBezTo>
                  <a:pt x="140" y="92"/>
                  <a:pt x="140" y="92"/>
                  <a:pt x="140" y="92"/>
                </a:cubicBezTo>
                <a:cubicBezTo>
                  <a:pt x="140" y="92"/>
                  <a:pt x="138" y="93"/>
                  <a:pt x="135" y="94"/>
                </a:cubicBezTo>
                <a:cubicBezTo>
                  <a:pt x="131" y="95"/>
                  <a:pt x="128" y="93"/>
                  <a:pt x="126" y="84"/>
                </a:cubicBezTo>
                <a:cubicBezTo>
                  <a:pt x="120" y="63"/>
                  <a:pt x="114" y="40"/>
                  <a:pt x="111" y="26"/>
                </a:cubicBezTo>
                <a:cubicBezTo>
                  <a:pt x="109" y="20"/>
                  <a:pt x="111" y="18"/>
                  <a:pt x="118" y="14"/>
                </a:cubicBezTo>
                <a:cubicBezTo>
                  <a:pt x="115" y="0"/>
                  <a:pt x="115" y="0"/>
                  <a:pt x="115" y="0"/>
                </a:cubicBezTo>
                <a:cubicBezTo>
                  <a:pt x="115" y="0"/>
                  <a:pt x="94" y="7"/>
                  <a:pt x="86" y="8"/>
                </a:cubicBezTo>
                <a:cubicBezTo>
                  <a:pt x="60" y="16"/>
                  <a:pt x="60" y="16"/>
                  <a:pt x="60" y="16"/>
                </a:cubicBezTo>
                <a:cubicBezTo>
                  <a:pt x="62" y="29"/>
                  <a:pt x="62" y="29"/>
                  <a:pt x="62" y="29"/>
                </a:cubicBezTo>
                <a:cubicBezTo>
                  <a:pt x="64" y="30"/>
                  <a:pt x="64" y="30"/>
                  <a:pt x="64" y="30"/>
                </a:cubicBezTo>
                <a:cubicBezTo>
                  <a:pt x="69" y="29"/>
                  <a:pt x="69" y="29"/>
                  <a:pt x="69" y="29"/>
                </a:cubicBezTo>
                <a:cubicBezTo>
                  <a:pt x="73" y="28"/>
                  <a:pt x="75" y="29"/>
                  <a:pt x="77" y="35"/>
                </a:cubicBezTo>
                <a:cubicBezTo>
                  <a:pt x="83" y="55"/>
                  <a:pt x="83" y="55"/>
                  <a:pt x="83" y="55"/>
                </a:cubicBezTo>
                <a:cubicBezTo>
                  <a:pt x="80" y="56"/>
                  <a:pt x="77" y="57"/>
                  <a:pt x="69" y="59"/>
                </a:cubicBezTo>
                <a:cubicBezTo>
                  <a:pt x="69" y="59"/>
                  <a:pt x="69" y="59"/>
                  <a:pt x="69" y="59"/>
                </a:cubicBezTo>
                <a:cubicBezTo>
                  <a:pt x="55" y="63"/>
                  <a:pt x="55" y="63"/>
                  <a:pt x="55" y="63"/>
                </a:cubicBezTo>
                <a:cubicBezTo>
                  <a:pt x="50" y="43"/>
                  <a:pt x="50" y="43"/>
                  <a:pt x="50" y="43"/>
                </a:cubicBezTo>
                <a:cubicBezTo>
                  <a:pt x="49" y="37"/>
                  <a:pt x="50" y="36"/>
                  <a:pt x="57" y="32"/>
                </a:cubicBezTo>
                <a:cubicBezTo>
                  <a:pt x="54" y="17"/>
                  <a:pt x="54" y="17"/>
                  <a:pt x="54" y="17"/>
                </a:cubicBezTo>
                <a:cubicBezTo>
                  <a:pt x="54" y="17"/>
                  <a:pt x="31" y="25"/>
                  <a:pt x="21" y="28"/>
                </a:cubicBezTo>
                <a:cubicBezTo>
                  <a:pt x="0" y="34"/>
                  <a:pt x="0" y="34"/>
                  <a:pt x="0" y="34"/>
                </a:cubicBezTo>
                <a:cubicBezTo>
                  <a:pt x="2" y="46"/>
                  <a:pt x="2" y="46"/>
                  <a:pt x="2" y="46"/>
                </a:cubicBezTo>
                <a:cubicBezTo>
                  <a:pt x="4" y="48"/>
                  <a:pt x="4" y="48"/>
                  <a:pt x="4" y="48"/>
                </a:cubicBezTo>
                <a:cubicBezTo>
                  <a:pt x="4" y="48"/>
                  <a:pt x="7" y="47"/>
                  <a:pt x="8" y="46"/>
                </a:cubicBezTo>
                <a:cubicBezTo>
                  <a:pt x="13" y="45"/>
                  <a:pt x="15" y="46"/>
                  <a:pt x="16" y="53"/>
                </a:cubicBezTo>
                <a:cubicBezTo>
                  <a:pt x="33" y="110"/>
                  <a:pt x="33" y="110"/>
                  <a:pt x="33" y="110"/>
                </a:cubicBezTo>
                <a:cubicBezTo>
                  <a:pt x="35" y="119"/>
                  <a:pt x="34" y="122"/>
                  <a:pt x="26" y="126"/>
                </a:cubicBezTo>
                <a:cubicBezTo>
                  <a:pt x="28" y="141"/>
                  <a:pt x="28" y="141"/>
                  <a:pt x="28" y="141"/>
                </a:cubicBezTo>
                <a:cubicBezTo>
                  <a:pt x="28" y="141"/>
                  <a:pt x="45" y="135"/>
                  <a:pt x="55" y="132"/>
                </a:cubicBezTo>
                <a:cubicBezTo>
                  <a:pt x="62" y="130"/>
                  <a:pt x="82" y="125"/>
                  <a:pt x="82" y="125"/>
                </a:cubicBezTo>
                <a:cubicBezTo>
                  <a:pt x="80" y="111"/>
                  <a:pt x="80" y="111"/>
                  <a:pt x="80" y="111"/>
                </a:cubicBezTo>
                <a:cubicBezTo>
                  <a:pt x="78" y="110"/>
                  <a:pt x="78" y="110"/>
                  <a:pt x="78" y="110"/>
                </a:cubicBezTo>
                <a:cubicBezTo>
                  <a:pt x="78" y="110"/>
                  <a:pt x="77" y="111"/>
                  <a:pt x="74" y="112"/>
                </a:cubicBezTo>
                <a:cubicBezTo>
                  <a:pt x="69" y="113"/>
                  <a:pt x="68" y="111"/>
                  <a:pt x="65" y="102"/>
                </a:cubicBezTo>
                <a:cubicBezTo>
                  <a:pt x="60" y="85"/>
                  <a:pt x="60" y="85"/>
                  <a:pt x="60" y="85"/>
                </a:cubicBezTo>
                <a:cubicBezTo>
                  <a:pt x="60" y="85"/>
                  <a:pt x="69" y="82"/>
                  <a:pt x="75" y="80"/>
                </a:cubicBezTo>
                <a:cubicBezTo>
                  <a:pt x="77" y="79"/>
                  <a:pt x="78" y="79"/>
                  <a:pt x="79" y="78"/>
                </a:cubicBezTo>
                <a:cubicBezTo>
                  <a:pt x="88" y="76"/>
                  <a:pt x="88" y="76"/>
                  <a:pt x="88" y="76"/>
                </a:cubicBezTo>
                <a:cubicBezTo>
                  <a:pt x="93" y="92"/>
                  <a:pt x="93" y="92"/>
                  <a:pt x="93" y="92"/>
                </a:cubicBezTo>
                <a:cubicBezTo>
                  <a:pt x="95" y="101"/>
                  <a:pt x="94" y="106"/>
                  <a:pt x="86" y="108"/>
                </a:cubicBezTo>
                <a:cubicBezTo>
                  <a:pt x="89" y="123"/>
                  <a:pt x="89" y="123"/>
                  <a:pt x="89" y="123"/>
                </a:cubicBezTo>
                <a:cubicBezTo>
                  <a:pt x="89" y="123"/>
                  <a:pt x="108" y="117"/>
                  <a:pt x="116" y="115"/>
                </a:cubicBezTo>
                <a:cubicBezTo>
                  <a:pt x="129" y="111"/>
                  <a:pt x="144" y="107"/>
                  <a:pt x="144" y="107"/>
                </a:cubicBezTo>
                <a:lnTo>
                  <a:pt x="142" y="93"/>
                </a:lnTo>
                <a:close/>
                <a:moveTo>
                  <a:pt x="142" y="93"/>
                </a:moveTo>
                <a:cubicBezTo>
                  <a:pt x="142" y="93"/>
                  <a:pt x="142" y="93"/>
                  <a:pt x="142" y="93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3" name="Freeform 227"/>
          <p:cNvSpPr>
            <a:spLocks noEditPoints="1"/>
          </p:cNvSpPr>
          <p:nvPr/>
        </p:nvSpPr>
        <p:spPr bwMode="auto">
          <a:xfrm>
            <a:off x="3143251" y="2336800"/>
            <a:ext cx="192088" cy="204788"/>
          </a:xfrm>
          <a:custGeom>
            <a:avLst/>
            <a:gdLst>
              <a:gd name="T0" fmla="*/ 111 w 121"/>
              <a:gd name="T1" fmla="*/ 47 h 129"/>
              <a:gd name="T2" fmla="*/ 47 w 121"/>
              <a:gd name="T3" fmla="*/ 9 h 129"/>
              <a:gd name="T4" fmla="*/ 46 w 121"/>
              <a:gd name="T5" fmla="*/ 9 h 129"/>
              <a:gd name="T6" fmla="*/ 10 w 121"/>
              <a:gd name="T7" fmla="*/ 81 h 129"/>
              <a:gd name="T8" fmla="*/ 74 w 121"/>
              <a:gd name="T9" fmla="*/ 120 h 129"/>
              <a:gd name="T10" fmla="*/ 77 w 121"/>
              <a:gd name="T11" fmla="*/ 119 h 129"/>
              <a:gd name="T12" fmla="*/ 111 w 121"/>
              <a:gd name="T13" fmla="*/ 47 h 129"/>
              <a:gd name="T14" fmla="*/ 71 w 121"/>
              <a:gd name="T15" fmla="*/ 98 h 129"/>
              <a:gd name="T16" fmla="*/ 71 w 121"/>
              <a:gd name="T17" fmla="*/ 98 h 129"/>
              <a:gd name="T18" fmla="*/ 45 w 121"/>
              <a:gd name="T19" fmla="*/ 62 h 129"/>
              <a:gd name="T20" fmla="*/ 50 w 121"/>
              <a:gd name="T21" fmla="*/ 32 h 129"/>
              <a:gd name="T22" fmla="*/ 52 w 121"/>
              <a:gd name="T23" fmla="*/ 32 h 129"/>
              <a:gd name="T24" fmla="*/ 76 w 121"/>
              <a:gd name="T25" fmla="*/ 68 h 129"/>
              <a:gd name="T26" fmla="*/ 71 w 121"/>
              <a:gd name="T27" fmla="*/ 98 h 129"/>
              <a:gd name="T28" fmla="*/ 71 w 121"/>
              <a:gd name="T29" fmla="*/ 98 h 129"/>
              <a:gd name="T30" fmla="*/ 71 w 121"/>
              <a:gd name="T31" fmla="*/ 98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1" h="129">
                <a:moveTo>
                  <a:pt x="111" y="47"/>
                </a:moveTo>
                <a:cubicBezTo>
                  <a:pt x="101" y="12"/>
                  <a:pt x="79" y="0"/>
                  <a:pt x="47" y="9"/>
                </a:cubicBezTo>
                <a:cubicBezTo>
                  <a:pt x="47" y="9"/>
                  <a:pt x="46" y="9"/>
                  <a:pt x="46" y="9"/>
                </a:cubicBezTo>
                <a:cubicBezTo>
                  <a:pt x="12" y="19"/>
                  <a:pt x="0" y="45"/>
                  <a:pt x="10" y="81"/>
                </a:cubicBezTo>
                <a:cubicBezTo>
                  <a:pt x="20" y="115"/>
                  <a:pt x="42" y="129"/>
                  <a:pt x="74" y="120"/>
                </a:cubicBezTo>
                <a:cubicBezTo>
                  <a:pt x="75" y="120"/>
                  <a:pt x="76" y="119"/>
                  <a:pt x="77" y="119"/>
                </a:cubicBezTo>
                <a:cubicBezTo>
                  <a:pt x="109" y="108"/>
                  <a:pt x="121" y="83"/>
                  <a:pt x="111" y="47"/>
                </a:cubicBezTo>
                <a:close/>
                <a:moveTo>
                  <a:pt x="71" y="98"/>
                </a:moveTo>
                <a:cubicBezTo>
                  <a:pt x="71" y="98"/>
                  <a:pt x="71" y="98"/>
                  <a:pt x="71" y="98"/>
                </a:cubicBezTo>
                <a:cubicBezTo>
                  <a:pt x="60" y="101"/>
                  <a:pt x="54" y="92"/>
                  <a:pt x="45" y="62"/>
                </a:cubicBezTo>
                <a:cubicBezTo>
                  <a:pt x="40" y="43"/>
                  <a:pt x="41" y="35"/>
                  <a:pt x="50" y="32"/>
                </a:cubicBezTo>
                <a:cubicBezTo>
                  <a:pt x="51" y="32"/>
                  <a:pt x="52" y="32"/>
                  <a:pt x="52" y="32"/>
                </a:cubicBezTo>
                <a:cubicBezTo>
                  <a:pt x="62" y="30"/>
                  <a:pt x="68" y="40"/>
                  <a:pt x="76" y="68"/>
                </a:cubicBezTo>
                <a:cubicBezTo>
                  <a:pt x="82" y="87"/>
                  <a:pt x="80" y="95"/>
                  <a:pt x="71" y="98"/>
                </a:cubicBezTo>
                <a:close/>
                <a:moveTo>
                  <a:pt x="71" y="98"/>
                </a:moveTo>
                <a:cubicBezTo>
                  <a:pt x="71" y="98"/>
                  <a:pt x="71" y="98"/>
                  <a:pt x="71" y="98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4" name="Freeform 228"/>
          <p:cNvSpPr>
            <a:spLocks noEditPoints="1"/>
          </p:cNvSpPr>
          <p:nvPr/>
        </p:nvSpPr>
        <p:spPr bwMode="auto">
          <a:xfrm>
            <a:off x="3201988" y="2541588"/>
            <a:ext cx="192088" cy="206375"/>
          </a:xfrm>
          <a:custGeom>
            <a:avLst/>
            <a:gdLst>
              <a:gd name="T0" fmla="*/ 111 w 121"/>
              <a:gd name="T1" fmla="*/ 48 h 130"/>
              <a:gd name="T2" fmla="*/ 47 w 121"/>
              <a:gd name="T3" fmla="*/ 10 h 130"/>
              <a:gd name="T4" fmla="*/ 46 w 121"/>
              <a:gd name="T5" fmla="*/ 10 h 130"/>
              <a:gd name="T6" fmla="*/ 10 w 121"/>
              <a:gd name="T7" fmla="*/ 82 h 130"/>
              <a:gd name="T8" fmla="*/ 74 w 121"/>
              <a:gd name="T9" fmla="*/ 121 h 130"/>
              <a:gd name="T10" fmla="*/ 77 w 121"/>
              <a:gd name="T11" fmla="*/ 120 h 130"/>
              <a:gd name="T12" fmla="*/ 111 w 121"/>
              <a:gd name="T13" fmla="*/ 48 h 130"/>
              <a:gd name="T14" fmla="*/ 71 w 121"/>
              <a:gd name="T15" fmla="*/ 99 h 130"/>
              <a:gd name="T16" fmla="*/ 71 w 121"/>
              <a:gd name="T17" fmla="*/ 99 h 130"/>
              <a:gd name="T18" fmla="*/ 45 w 121"/>
              <a:gd name="T19" fmla="*/ 63 h 130"/>
              <a:gd name="T20" fmla="*/ 50 w 121"/>
              <a:gd name="T21" fmla="*/ 33 h 130"/>
              <a:gd name="T22" fmla="*/ 52 w 121"/>
              <a:gd name="T23" fmla="*/ 32 h 130"/>
              <a:gd name="T24" fmla="*/ 76 w 121"/>
              <a:gd name="T25" fmla="*/ 69 h 130"/>
              <a:gd name="T26" fmla="*/ 71 w 121"/>
              <a:gd name="T27" fmla="*/ 99 h 130"/>
              <a:gd name="T28" fmla="*/ 71 w 121"/>
              <a:gd name="T29" fmla="*/ 99 h 130"/>
              <a:gd name="T30" fmla="*/ 71 w 121"/>
              <a:gd name="T31" fmla="*/ 99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1" h="130">
                <a:moveTo>
                  <a:pt x="111" y="48"/>
                </a:moveTo>
                <a:cubicBezTo>
                  <a:pt x="101" y="13"/>
                  <a:pt x="79" y="0"/>
                  <a:pt x="47" y="10"/>
                </a:cubicBezTo>
                <a:cubicBezTo>
                  <a:pt x="47" y="10"/>
                  <a:pt x="46" y="10"/>
                  <a:pt x="46" y="10"/>
                </a:cubicBezTo>
                <a:cubicBezTo>
                  <a:pt x="12" y="20"/>
                  <a:pt x="0" y="45"/>
                  <a:pt x="10" y="82"/>
                </a:cubicBezTo>
                <a:cubicBezTo>
                  <a:pt x="20" y="116"/>
                  <a:pt x="42" y="130"/>
                  <a:pt x="74" y="121"/>
                </a:cubicBezTo>
                <a:cubicBezTo>
                  <a:pt x="75" y="120"/>
                  <a:pt x="76" y="120"/>
                  <a:pt x="77" y="120"/>
                </a:cubicBezTo>
                <a:cubicBezTo>
                  <a:pt x="109" y="109"/>
                  <a:pt x="121" y="83"/>
                  <a:pt x="111" y="48"/>
                </a:cubicBezTo>
                <a:close/>
                <a:moveTo>
                  <a:pt x="71" y="99"/>
                </a:moveTo>
                <a:cubicBezTo>
                  <a:pt x="71" y="99"/>
                  <a:pt x="71" y="99"/>
                  <a:pt x="71" y="99"/>
                </a:cubicBezTo>
                <a:cubicBezTo>
                  <a:pt x="60" y="102"/>
                  <a:pt x="54" y="93"/>
                  <a:pt x="45" y="63"/>
                </a:cubicBezTo>
                <a:cubicBezTo>
                  <a:pt x="40" y="44"/>
                  <a:pt x="41" y="35"/>
                  <a:pt x="50" y="33"/>
                </a:cubicBezTo>
                <a:cubicBezTo>
                  <a:pt x="51" y="33"/>
                  <a:pt x="52" y="33"/>
                  <a:pt x="52" y="32"/>
                </a:cubicBezTo>
                <a:cubicBezTo>
                  <a:pt x="62" y="31"/>
                  <a:pt x="68" y="41"/>
                  <a:pt x="76" y="69"/>
                </a:cubicBezTo>
                <a:cubicBezTo>
                  <a:pt x="82" y="88"/>
                  <a:pt x="80" y="97"/>
                  <a:pt x="71" y="99"/>
                </a:cubicBezTo>
                <a:close/>
                <a:moveTo>
                  <a:pt x="71" y="99"/>
                </a:moveTo>
                <a:cubicBezTo>
                  <a:pt x="71" y="99"/>
                  <a:pt x="71" y="99"/>
                  <a:pt x="71" y="99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5" name="Freeform 229"/>
          <p:cNvSpPr>
            <a:spLocks noEditPoints="1"/>
          </p:cNvSpPr>
          <p:nvPr/>
        </p:nvSpPr>
        <p:spPr bwMode="auto">
          <a:xfrm>
            <a:off x="3267076" y="2757488"/>
            <a:ext cx="114300" cy="200025"/>
          </a:xfrm>
          <a:custGeom>
            <a:avLst/>
            <a:gdLst>
              <a:gd name="T0" fmla="*/ 66 w 72"/>
              <a:gd name="T1" fmla="*/ 88 h 126"/>
              <a:gd name="T2" fmla="*/ 65 w 72"/>
              <a:gd name="T3" fmla="*/ 86 h 126"/>
              <a:gd name="T4" fmla="*/ 60 w 72"/>
              <a:gd name="T5" fmla="*/ 66 h 126"/>
              <a:gd name="T6" fmla="*/ 51 w 72"/>
              <a:gd name="T7" fmla="*/ 29 h 126"/>
              <a:gd name="T8" fmla="*/ 63 w 72"/>
              <a:gd name="T9" fmla="*/ 17 h 126"/>
              <a:gd name="T10" fmla="*/ 60 w 72"/>
              <a:gd name="T11" fmla="*/ 0 h 126"/>
              <a:gd name="T12" fmla="*/ 42 w 72"/>
              <a:gd name="T13" fmla="*/ 6 h 126"/>
              <a:gd name="T14" fmla="*/ 26 w 72"/>
              <a:gd name="T15" fmla="*/ 11 h 126"/>
              <a:gd name="T16" fmla="*/ 0 w 72"/>
              <a:gd name="T17" fmla="*/ 19 h 126"/>
              <a:gd name="T18" fmla="*/ 2 w 72"/>
              <a:gd name="T19" fmla="*/ 31 h 126"/>
              <a:gd name="T20" fmla="*/ 4 w 72"/>
              <a:gd name="T21" fmla="*/ 33 h 126"/>
              <a:gd name="T22" fmla="*/ 8 w 72"/>
              <a:gd name="T23" fmla="*/ 31 h 126"/>
              <a:gd name="T24" fmla="*/ 16 w 72"/>
              <a:gd name="T25" fmla="*/ 38 h 126"/>
              <a:gd name="T26" fmla="*/ 32 w 72"/>
              <a:gd name="T27" fmla="*/ 93 h 126"/>
              <a:gd name="T28" fmla="*/ 26 w 72"/>
              <a:gd name="T29" fmla="*/ 111 h 126"/>
              <a:gd name="T30" fmla="*/ 28 w 72"/>
              <a:gd name="T31" fmla="*/ 126 h 126"/>
              <a:gd name="T32" fmla="*/ 62 w 72"/>
              <a:gd name="T33" fmla="*/ 115 h 126"/>
              <a:gd name="T34" fmla="*/ 72 w 72"/>
              <a:gd name="T35" fmla="*/ 112 h 126"/>
              <a:gd name="T36" fmla="*/ 66 w 72"/>
              <a:gd name="T37" fmla="*/ 88 h 126"/>
              <a:gd name="T38" fmla="*/ 66 w 72"/>
              <a:gd name="T39" fmla="*/ 88 h 126"/>
              <a:gd name="T40" fmla="*/ 66 w 72"/>
              <a:gd name="T41" fmla="*/ 88 h 1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2" h="126">
                <a:moveTo>
                  <a:pt x="66" y="88"/>
                </a:moveTo>
                <a:cubicBezTo>
                  <a:pt x="66" y="88"/>
                  <a:pt x="65" y="87"/>
                  <a:pt x="65" y="86"/>
                </a:cubicBezTo>
                <a:cubicBezTo>
                  <a:pt x="63" y="79"/>
                  <a:pt x="61" y="72"/>
                  <a:pt x="60" y="66"/>
                </a:cubicBezTo>
                <a:cubicBezTo>
                  <a:pt x="56" y="52"/>
                  <a:pt x="53" y="40"/>
                  <a:pt x="51" y="29"/>
                </a:cubicBezTo>
                <a:cubicBezTo>
                  <a:pt x="50" y="24"/>
                  <a:pt x="52" y="21"/>
                  <a:pt x="63" y="17"/>
                </a:cubicBezTo>
                <a:cubicBezTo>
                  <a:pt x="60" y="0"/>
                  <a:pt x="60" y="0"/>
                  <a:pt x="60" y="0"/>
                </a:cubicBezTo>
                <a:cubicBezTo>
                  <a:pt x="60" y="0"/>
                  <a:pt x="51" y="3"/>
                  <a:pt x="42" y="6"/>
                </a:cubicBezTo>
                <a:cubicBezTo>
                  <a:pt x="36" y="8"/>
                  <a:pt x="29" y="10"/>
                  <a:pt x="26" y="11"/>
                </a:cubicBezTo>
                <a:cubicBezTo>
                  <a:pt x="0" y="19"/>
                  <a:pt x="0" y="19"/>
                  <a:pt x="0" y="19"/>
                </a:cubicBezTo>
                <a:cubicBezTo>
                  <a:pt x="2" y="31"/>
                  <a:pt x="2" y="31"/>
                  <a:pt x="2" y="31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6" y="32"/>
                  <a:pt x="8" y="31"/>
                </a:cubicBezTo>
                <a:cubicBezTo>
                  <a:pt x="13" y="30"/>
                  <a:pt x="15" y="31"/>
                  <a:pt x="16" y="38"/>
                </a:cubicBezTo>
                <a:cubicBezTo>
                  <a:pt x="32" y="93"/>
                  <a:pt x="32" y="93"/>
                  <a:pt x="32" y="93"/>
                </a:cubicBezTo>
                <a:cubicBezTo>
                  <a:pt x="35" y="103"/>
                  <a:pt x="33" y="107"/>
                  <a:pt x="26" y="111"/>
                </a:cubicBezTo>
                <a:cubicBezTo>
                  <a:pt x="28" y="126"/>
                  <a:pt x="28" y="126"/>
                  <a:pt x="28" y="126"/>
                </a:cubicBezTo>
                <a:cubicBezTo>
                  <a:pt x="28" y="126"/>
                  <a:pt x="46" y="120"/>
                  <a:pt x="62" y="115"/>
                </a:cubicBezTo>
                <a:cubicBezTo>
                  <a:pt x="72" y="112"/>
                  <a:pt x="72" y="112"/>
                  <a:pt x="72" y="112"/>
                </a:cubicBezTo>
                <a:lnTo>
                  <a:pt x="66" y="88"/>
                </a:lnTo>
                <a:close/>
                <a:moveTo>
                  <a:pt x="66" y="88"/>
                </a:moveTo>
                <a:cubicBezTo>
                  <a:pt x="66" y="88"/>
                  <a:pt x="66" y="88"/>
                  <a:pt x="66" y="88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6" name="Freeform 230"/>
          <p:cNvSpPr>
            <a:spLocks noEditPoints="1"/>
          </p:cNvSpPr>
          <p:nvPr/>
        </p:nvSpPr>
        <p:spPr bwMode="auto">
          <a:xfrm>
            <a:off x="3371851" y="2840038"/>
            <a:ext cx="74613" cy="95250"/>
          </a:xfrm>
          <a:custGeom>
            <a:avLst/>
            <a:gdLst>
              <a:gd name="T0" fmla="*/ 47 w 47"/>
              <a:gd name="T1" fmla="*/ 47 h 60"/>
              <a:gd name="T2" fmla="*/ 38 w 47"/>
              <a:gd name="T3" fmla="*/ 2 h 60"/>
              <a:gd name="T4" fmla="*/ 36 w 47"/>
              <a:gd name="T5" fmla="*/ 0 h 60"/>
              <a:gd name="T6" fmla="*/ 15 w 47"/>
              <a:gd name="T7" fmla="*/ 8 h 60"/>
              <a:gd name="T8" fmla="*/ 7 w 47"/>
              <a:gd name="T9" fmla="*/ 39 h 60"/>
              <a:gd name="T10" fmla="*/ 0 w 47"/>
              <a:gd name="T11" fmla="*/ 36 h 60"/>
              <a:gd name="T12" fmla="*/ 7 w 47"/>
              <a:gd name="T13" fmla="*/ 60 h 60"/>
              <a:gd name="T14" fmla="*/ 45 w 47"/>
              <a:gd name="T15" fmla="*/ 50 h 60"/>
              <a:gd name="T16" fmla="*/ 47 w 47"/>
              <a:gd name="T17" fmla="*/ 47 h 60"/>
              <a:gd name="T18" fmla="*/ 47 w 47"/>
              <a:gd name="T19" fmla="*/ 47 h 60"/>
              <a:gd name="T20" fmla="*/ 47 w 47"/>
              <a:gd name="T21" fmla="*/ 47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7" h="60">
                <a:moveTo>
                  <a:pt x="47" y="47"/>
                </a:moveTo>
                <a:cubicBezTo>
                  <a:pt x="42" y="23"/>
                  <a:pt x="38" y="2"/>
                  <a:pt x="38" y="2"/>
                </a:cubicBezTo>
                <a:cubicBezTo>
                  <a:pt x="36" y="0"/>
                  <a:pt x="36" y="0"/>
                  <a:pt x="36" y="0"/>
                </a:cubicBezTo>
                <a:cubicBezTo>
                  <a:pt x="15" y="8"/>
                  <a:pt x="15" y="8"/>
                  <a:pt x="15" y="8"/>
                </a:cubicBezTo>
                <a:cubicBezTo>
                  <a:pt x="20" y="30"/>
                  <a:pt x="19" y="36"/>
                  <a:pt x="7" y="39"/>
                </a:cubicBezTo>
                <a:cubicBezTo>
                  <a:pt x="4" y="40"/>
                  <a:pt x="1" y="39"/>
                  <a:pt x="0" y="36"/>
                </a:cubicBezTo>
                <a:cubicBezTo>
                  <a:pt x="7" y="60"/>
                  <a:pt x="7" y="60"/>
                  <a:pt x="7" y="60"/>
                </a:cubicBezTo>
                <a:cubicBezTo>
                  <a:pt x="27" y="54"/>
                  <a:pt x="45" y="50"/>
                  <a:pt x="45" y="50"/>
                </a:cubicBezTo>
                <a:lnTo>
                  <a:pt x="47" y="47"/>
                </a:lnTo>
                <a:close/>
                <a:moveTo>
                  <a:pt x="47" y="47"/>
                </a:moveTo>
                <a:cubicBezTo>
                  <a:pt x="47" y="47"/>
                  <a:pt x="47" y="47"/>
                  <a:pt x="47" y="47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7" name="Freeform 231"/>
          <p:cNvSpPr>
            <a:spLocks noEditPoints="1"/>
          </p:cNvSpPr>
          <p:nvPr/>
        </p:nvSpPr>
        <p:spPr bwMode="auto">
          <a:xfrm>
            <a:off x="3373438" y="2260600"/>
            <a:ext cx="71438" cy="71438"/>
          </a:xfrm>
          <a:custGeom>
            <a:avLst/>
            <a:gdLst>
              <a:gd name="T0" fmla="*/ 17 w 45"/>
              <a:gd name="T1" fmla="*/ 3 h 45"/>
              <a:gd name="T2" fmla="*/ 3 w 45"/>
              <a:gd name="T3" fmla="*/ 28 h 45"/>
              <a:gd name="T4" fmla="*/ 28 w 45"/>
              <a:gd name="T5" fmla="*/ 42 h 45"/>
              <a:gd name="T6" fmla="*/ 42 w 45"/>
              <a:gd name="T7" fmla="*/ 17 h 45"/>
              <a:gd name="T8" fmla="*/ 17 w 45"/>
              <a:gd name="T9" fmla="*/ 3 h 45"/>
              <a:gd name="T10" fmla="*/ 17 w 45"/>
              <a:gd name="T11" fmla="*/ 3 h 45"/>
              <a:gd name="T12" fmla="*/ 17 w 45"/>
              <a:gd name="T13" fmla="*/ 3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" h="45">
                <a:moveTo>
                  <a:pt x="17" y="3"/>
                </a:moveTo>
                <a:cubicBezTo>
                  <a:pt x="6" y="6"/>
                  <a:pt x="0" y="17"/>
                  <a:pt x="3" y="28"/>
                </a:cubicBezTo>
                <a:cubicBezTo>
                  <a:pt x="6" y="39"/>
                  <a:pt x="17" y="45"/>
                  <a:pt x="28" y="42"/>
                </a:cubicBezTo>
                <a:cubicBezTo>
                  <a:pt x="39" y="39"/>
                  <a:pt x="45" y="28"/>
                  <a:pt x="42" y="17"/>
                </a:cubicBezTo>
                <a:cubicBezTo>
                  <a:pt x="38" y="6"/>
                  <a:pt x="27" y="0"/>
                  <a:pt x="17" y="3"/>
                </a:cubicBezTo>
                <a:close/>
                <a:moveTo>
                  <a:pt x="17" y="3"/>
                </a:moveTo>
                <a:cubicBezTo>
                  <a:pt x="17" y="3"/>
                  <a:pt x="17" y="3"/>
                  <a:pt x="17" y="3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0" name="Freeform 234"/>
          <p:cNvSpPr>
            <a:spLocks noEditPoints="1"/>
          </p:cNvSpPr>
          <p:nvPr/>
        </p:nvSpPr>
        <p:spPr bwMode="auto">
          <a:xfrm>
            <a:off x="884238" y="1090613"/>
            <a:ext cx="214313" cy="192088"/>
          </a:xfrm>
          <a:custGeom>
            <a:avLst/>
            <a:gdLst>
              <a:gd name="T0" fmla="*/ 47 w 135"/>
              <a:gd name="T1" fmla="*/ 79 h 121"/>
              <a:gd name="T2" fmla="*/ 46 w 135"/>
              <a:gd name="T3" fmla="*/ 89 h 121"/>
              <a:gd name="T4" fmla="*/ 12 w 135"/>
              <a:gd name="T5" fmla="*/ 118 h 121"/>
              <a:gd name="T6" fmla="*/ 3 w 135"/>
              <a:gd name="T7" fmla="*/ 118 h 121"/>
              <a:gd name="T8" fmla="*/ 3 w 135"/>
              <a:gd name="T9" fmla="*/ 108 h 121"/>
              <a:gd name="T10" fmla="*/ 37 w 135"/>
              <a:gd name="T11" fmla="*/ 78 h 121"/>
              <a:gd name="T12" fmla="*/ 47 w 135"/>
              <a:gd name="T13" fmla="*/ 79 h 121"/>
              <a:gd name="T14" fmla="*/ 133 w 135"/>
              <a:gd name="T15" fmla="*/ 3 h 121"/>
              <a:gd name="T16" fmla="*/ 132 w 135"/>
              <a:gd name="T17" fmla="*/ 13 h 121"/>
              <a:gd name="T18" fmla="*/ 98 w 135"/>
              <a:gd name="T19" fmla="*/ 43 h 121"/>
              <a:gd name="T20" fmla="*/ 88 w 135"/>
              <a:gd name="T21" fmla="*/ 42 h 121"/>
              <a:gd name="T22" fmla="*/ 89 w 135"/>
              <a:gd name="T23" fmla="*/ 32 h 121"/>
              <a:gd name="T24" fmla="*/ 123 w 135"/>
              <a:gd name="T25" fmla="*/ 3 h 121"/>
              <a:gd name="T26" fmla="*/ 133 w 135"/>
              <a:gd name="T27" fmla="*/ 3 h 121"/>
              <a:gd name="T28" fmla="*/ 133 w 135"/>
              <a:gd name="T29" fmla="*/ 3 h 121"/>
              <a:gd name="T30" fmla="*/ 133 w 135"/>
              <a:gd name="T31" fmla="*/ 3 h 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35" h="121">
                <a:moveTo>
                  <a:pt x="47" y="79"/>
                </a:moveTo>
                <a:cubicBezTo>
                  <a:pt x="50" y="82"/>
                  <a:pt x="49" y="86"/>
                  <a:pt x="46" y="89"/>
                </a:cubicBezTo>
                <a:cubicBezTo>
                  <a:pt x="12" y="118"/>
                  <a:pt x="12" y="118"/>
                  <a:pt x="12" y="118"/>
                </a:cubicBezTo>
                <a:cubicBezTo>
                  <a:pt x="9" y="121"/>
                  <a:pt x="5" y="121"/>
                  <a:pt x="3" y="118"/>
                </a:cubicBezTo>
                <a:cubicBezTo>
                  <a:pt x="0" y="115"/>
                  <a:pt x="0" y="110"/>
                  <a:pt x="3" y="108"/>
                </a:cubicBezTo>
                <a:cubicBezTo>
                  <a:pt x="37" y="78"/>
                  <a:pt x="37" y="78"/>
                  <a:pt x="37" y="78"/>
                </a:cubicBezTo>
                <a:cubicBezTo>
                  <a:pt x="40" y="75"/>
                  <a:pt x="44" y="76"/>
                  <a:pt x="47" y="79"/>
                </a:cubicBezTo>
                <a:close/>
                <a:moveTo>
                  <a:pt x="133" y="3"/>
                </a:moveTo>
                <a:cubicBezTo>
                  <a:pt x="135" y="6"/>
                  <a:pt x="135" y="11"/>
                  <a:pt x="132" y="13"/>
                </a:cubicBezTo>
                <a:cubicBezTo>
                  <a:pt x="98" y="43"/>
                  <a:pt x="98" y="43"/>
                  <a:pt x="98" y="43"/>
                </a:cubicBezTo>
                <a:cubicBezTo>
                  <a:pt x="95" y="46"/>
                  <a:pt x="91" y="45"/>
                  <a:pt x="88" y="42"/>
                </a:cubicBezTo>
                <a:cubicBezTo>
                  <a:pt x="86" y="39"/>
                  <a:pt x="86" y="35"/>
                  <a:pt x="89" y="32"/>
                </a:cubicBezTo>
                <a:cubicBezTo>
                  <a:pt x="123" y="3"/>
                  <a:pt x="123" y="3"/>
                  <a:pt x="123" y="3"/>
                </a:cubicBezTo>
                <a:cubicBezTo>
                  <a:pt x="126" y="0"/>
                  <a:pt x="130" y="1"/>
                  <a:pt x="133" y="3"/>
                </a:cubicBezTo>
                <a:close/>
                <a:moveTo>
                  <a:pt x="133" y="3"/>
                </a:moveTo>
                <a:cubicBezTo>
                  <a:pt x="133" y="3"/>
                  <a:pt x="133" y="3"/>
                  <a:pt x="133" y="3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1" name="Freeform 235"/>
          <p:cNvSpPr>
            <a:spLocks noEditPoints="1"/>
          </p:cNvSpPr>
          <p:nvPr/>
        </p:nvSpPr>
        <p:spPr bwMode="auto">
          <a:xfrm>
            <a:off x="895351" y="1079500"/>
            <a:ext cx="192088" cy="214313"/>
          </a:xfrm>
          <a:custGeom>
            <a:avLst/>
            <a:gdLst>
              <a:gd name="T0" fmla="*/ 14 w 121"/>
              <a:gd name="T1" fmla="*/ 3 h 135"/>
              <a:gd name="T2" fmla="*/ 43 w 121"/>
              <a:gd name="T3" fmla="*/ 37 h 135"/>
              <a:gd name="T4" fmla="*/ 43 w 121"/>
              <a:gd name="T5" fmla="*/ 47 h 135"/>
              <a:gd name="T6" fmla="*/ 33 w 121"/>
              <a:gd name="T7" fmla="*/ 46 h 135"/>
              <a:gd name="T8" fmla="*/ 3 w 121"/>
              <a:gd name="T9" fmla="*/ 12 h 135"/>
              <a:gd name="T10" fmla="*/ 4 w 121"/>
              <a:gd name="T11" fmla="*/ 3 h 135"/>
              <a:gd name="T12" fmla="*/ 14 w 121"/>
              <a:gd name="T13" fmla="*/ 3 h 135"/>
              <a:gd name="T14" fmla="*/ 89 w 121"/>
              <a:gd name="T15" fmla="*/ 89 h 135"/>
              <a:gd name="T16" fmla="*/ 118 w 121"/>
              <a:gd name="T17" fmla="*/ 123 h 135"/>
              <a:gd name="T18" fmla="*/ 118 w 121"/>
              <a:gd name="T19" fmla="*/ 133 h 135"/>
              <a:gd name="T20" fmla="*/ 108 w 121"/>
              <a:gd name="T21" fmla="*/ 132 h 135"/>
              <a:gd name="T22" fmla="*/ 78 w 121"/>
              <a:gd name="T23" fmla="*/ 98 h 135"/>
              <a:gd name="T24" fmla="*/ 79 w 121"/>
              <a:gd name="T25" fmla="*/ 88 h 135"/>
              <a:gd name="T26" fmla="*/ 89 w 121"/>
              <a:gd name="T27" fmla="*/ 89 h 135"/>
              <a:gd name="T28" fmla="*/ 89 w 121"/>
              <a:gd name="T29" fmla="*/ 89 h 135"/>
              <a:gd name="T30" fmla="*/ 89 w 121"/>
              <a:gd name="T31" fmla="*/ 89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1" h="135">
                <a:moveTo>
                  <a:pt x="14" y="3"/>
                </a:moveTo>
                <a:cubicBezTo>
                  <a:pt x="43" y="37"/>
                  <a:pt x="43" y="37"/>
                  <a:pt x="43" y="37"/>
                </a:cubicBezTo>
                <a:cubicBezTo>
                  <a:pt x="46" y="40"/>
                  <a:pt x="46" y="44"/>
                  <a:pt x="43" y="47"/>
                </a:cubicBezTo>
                <a:cubicBezTo>
                  <a:pt x="40" y="50"/>
                  <a:pt x="35" y="49"/>
                  <a:pt x="33" y="46"/>
                </a:cubicBezTo>
                <a:cubicBezTo>
                  <a:pt x="3" y="12"/>
                  <a:pt x="3" y="12"/>
                  <a:pt x="3" y="12"/>
                </a:cubicBezTo>
                <a:cubicBezTo>
                  <a:pt x="0" y="10"/>
                  <a:pt x="1" y="5"/>
                  <a:pt x="4" y="3"/>
                </a:cubicBezTo>
                <a:cubicBezTo>
                  <a:pt x="6" y="0"/>
                  <a:pt x="11" y="0"/>
                  <a:pt x="14" y="3"/>
                </a:cubicBezTo>
                <a:close/>
                <a:moveTo>
                  <a:pt x="89" y="89"/>
                </a:moveTo>
                <a:cubicBezTo>
                  <a:pt x="118" y="123"/>
                  <a:pt x="118" y="123"/>
                  <a:pt x="118" y="123"/>
                </a:cubicBezTo>
                <a:cubicBezTo>
                  <a:pt x="121" y="126"/>
                  <a:pt x="121" y="130"/>
                  <a:pt x="118" y="133"/>
                </a:cubicBezTo>
                <a:cubicBezTo>
                  <a:pt x="115" y="135"/>
                  <a:pt x="110" y="135"/>
                  <a:pt x="108" y="132"/>
                </a:cubicBezTo>
                <a:cubicBezTo>
                  <a:pt x="78" y="98"/>
                  <a:pt x="78" y="98"/>
                  <a:pt x="78" y="98"/>
                </a:cubicBezTo>
                <a:cubicBezTo>
                  <a:pt x="76" y="95"/>
                  <a:pt x="76" y="91"/>
                  <a:pt x="79" y="88"/>
                </a:cubicBezTo>
                <a:cubicBezTo>
                  <a:pt x="82" y="86"/>
                  <a:pt x="86" y="86"/>
                  <a:pt x="89" y="89"/>
                </a:cubicBezTo>
                <a:close/>
                <a:moveTo>
                  <a:pt x="89" y="89"/>
                </a:moveTo>
                <a:cubicBezTo>
                  <a:pt x="89" y="89"/>
                  <a:pt x="89" y="89"/>
                  <a:pt x="89" y="89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222" name="组合 221"/>
          <p:cNvGrpSpPr/>
          <p:nvPr/>
        </p:nvGrpSpPr>
        <p:grpSpPr>
          <a:xfrm>
            <a:off x="0" y="2002523"/>
            <a:ext cx="11401425" cy="2487613"/>
            <a:chOff x="0" y="2002523"/>
            <a:chExt cx="11401425" cy="2487613"/>
          </a:xfrm>
        </p:grpSpPr>
        <p:grpSp>
          <p:nvGrpSpPr>
            <p:cNvPr id="223" name="Group 221"/>
            <p:cNvGrpSpPr>
              <a:grpSpLocks/>
            </p:cNvGrpSpPr>
            <p:nvPr/>
          </p:nvGrpSpPr>
          <p:grpSpPr bwMode="auto">
            <a:xfrm>
              <a:off x="0" y="2002523"/>
              <a:ext cx="11401425" cy="2487613"/>
              <a:chOff x="249" y="676"/>
              <a:chExt cx="7182" cy="1567"/>
            </a:xfrm>
          </p:grpSpPr>
          <p:sp>
            <p:nvSpPr>
              <p:cNvPr id="226" name="Freeform 22"/>
              <p:cNvSpPr>
                <a:spLocks noEditPoints="1"/>
              </p:cNvSpPr>
              <p:nvPr userDrawn="1"/>
            </p:nvSpPr>
            <p:spPr bwMode="auto">
              <a:xfrm>
                <a:off x="375" y="1179"/>
                <a:ext cx="258" cy="811"/>
              </a:xfrm>
              <a:custGeom>
                <a:avLst/>
                <a:gdLst>
                  <a:gd name="T0" fmla="*/ 37 w 258"/>
                  <a:gd name="T1" fmla="*/ 2 h 811"/>
                  <a:gd name="T2" fmla="*/ 1 w 258"/>
                  <a:gd name="T3" fmla="*/ 12 h 811"/>
                  <a:gd name="T4" fmla="*/ 1 w 258"/>
                  <a:gd name="T5" fmla="*/ 0 h 811"/>
                  <a:gd name="T6" fmla="*/ 1 w 258"/>
                  <a:gd name="T7" fmla="*/ 12 h 811"/>
                  <a:gd name="T8" fmla="*/ 221 w 258"/>
                  <a:gd name="T9" fmla="*/ 811 h 811"/>
                  <a:gd name="T10" fmla="*/ 258 w 258"/>
                  <a:gd name="T11" fmla="*/ 801 h 811"/>
                  <a:gd name="T12" fmla="*/ 38 w 258"/>
                  <a:gd name="T13" fmla="*/ 7 h 811"/>
                  <a:gd name="T14" fmla="*/ 37 w 258"/>
                  <a:gd name="T15" fmla="*/ 2 h 811"/>
                  <a:gd name="T16" fmla="*/ 37 w 258"/>
                  <a:gd name="T17" fmla="*/ 2 h 811"/>
                  <a:gd name="T18" fmla="*/ 37 w 258"/>
                  <a:gd name="T19" fmla="*/ 2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58" h="811">
                    <a:moveTo>
                      <a:pt x="37" y="2"/>
                    </a:moveTo>
                    <a:cubicBezTo>
                      <a:pt x="1" y="12"/>
                      <a:pt x="1" y="12"/>
                      <a:pt x="1" y="12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4"/>
                      <a:pt x="0" y="8"/>
                      <a:pt x="1" y="12"/>
                    </a:cubicBezTo>
                    <a:cubicBezTo>
                      <a:pt x="221" y="811"/>
                      <a:pt x="221" y="811"/>
                      <a:pt x="221" y="811"/>
                    </a:cubicBezTo>
                    <a:cubicBezTo>
                      <a:pt x="258" y="801"/>
                      <a:pt x="258" y="801"/>
                      <a:pt x="258" y="801"/>
                    </a:cubicBezTo>
                    <a:cubicBezTo>
                      <a:pt x="38" y="7"/>
                      <a:pt x="38" y="7"/>
                      <a:pt x="38" y="7"/>
                    </a:cubicBezTo>
                    <a:cubicBezTo>
                      <a:pt x="38" y="5"/>
                      <a:pt x="37" y="3"/>
                      <a:pt x="37" y="2"/>
                    </a:cubicBezTo>
                    <a:close/>
                    <a:moveTo>
                      <a:pt x="37" y="2"/>
                    </a:moveTo>
                    <a:cubicBezTo>
                      <a:pt x="37" y="2"/>
                      <a:pt x="37" y="2"/>
                      <a:pt x="37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7" name="Freeform 23"/>
              <p:cNvSpPr>
                <a:spLocks noEditPoints="1"/>
              </p:cNvSpPr>
              <p:nvPr userDrawn="1"/>
            </p:nvSpPr>
            <p:spPr bwMode="auto">
              <a:xfrm>
                <a:off x="376" y="1165"/>
                <a:ext cx="36" cy="26"/>
              </a:xfrm>
              <a:custGeom>
                <a:avLst/>
                <a:gdLst>
                  <a:gd name="T0" fmla="*/ 36 w 36"/>
                  <a:gd name="T1" fmla="*/ 16 h 26"/>
                  <a:gd name="T2" fmla="*/ 13 w 36"/>
                  <a:gd name="T3" fmla="*/ 3 h 26"/>
                  <a:gd name="T4" fmla="*/ 0 w 36"/>
                  <a:gd name="T5" fmla="*/ 14 h 26"/>
                  <a:gd name="T6" fmla="*/ 0 w 36"/>
                  <a:gd name="T7" fmla="*/ 26 h 26"/>
                  <a:gd name="T8" fmla="*/ 36 w 36"/>
                  <a:gd name="T9" fmla="*/ 16 h 26"/>
                  <a:gd name="T10" fmla="*/ 36 w 36"/>
                  <a:gd name="T11" fmla="*/ 16 h 26"/>
                  <a:gd name="T12" fmla="*/ 36 w 36"/>
                  <a:gd name="T13" fmla="*/ 1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6">
                    <a:moveTo>
                      <a:pt x="36" y="16"/>
                    </a:moveTo>
                    <a:cubicBezTo>
                      <a:pt x="33" y="6"/>
                      <a:pt x="23" y="0"/>
                      <a:pt x="13" y="3"/>
                    </a:cubicBezTo>
                    <a:cubicBezTo>
                      <a:pt x="7" y="5"/>
                      <a:pt x="2" y="9"/>
                      <a:pt x="0" y="14"/>
                    </a:cubicBezTo>
                    <a:cubicBezTo>
                      <a:pt x="0" y="26"/>
                      <a:pt x="0" y="26"/>
                      <a:pt x="0" y="26"/>
                    </a:cubicBezTo>
                    <a:lnTo>
                      <a:pt x="36" y="16"/>
                    </a:lnTo>
                    <a:close/>
                    <a:moveTo>
                      <a:pt x="36" y="16"/>
                    </a:moveTo>
                    <a:cubicBezTo>
                      <a:pt x="36" y="16"/>
                      <a:pt x="36" y="16"/>
                      <a:pt x="36" y="1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8" name="Freeform 24"/>
              <p:cNvSpPr>
                <a:spLocks noEditPoints="1"/>
              </p:cNvSpPr>
              <p:nvPr userDrawn="1"/>
            </p:nvSpPr>
            <p:spPr bwMode="auto">
              <a:xfrm>
                <a:off x="376" y="1058"/>
                <a:ext cx="101" cy="122"/>
              </a:xfrm>
              <a:custGeom>
                <a:avLst/>
                <a:gdLst>
                  <a:gd name="T0" fmla="*/ 40 w 101"/>
                  <a:gd name="T1" fmla="*/ 0 h 122"/>
                  <a:gd name="T2" fmla="*/ 22 w 101"/>
                  <a:gd name="T3" fmla="*/ 5 h 122"/>
                  <a:gd name="T4" fmla="*/ 4 w 101"/>
                  <a:gd name="T5" fmla="*/ 10 h 122"/>
                  <a:gd name="T6" fmla="*/ 0 w 101"/>
                  <a:gd name="T7" fmla="*/ 121 h 122"/>
                  <a:gd name="T8" fmla="*/ 13 w 101"/>
                  <a:gd name="T9" fmla="*/ 110 h 122"/>
                  <a:gd name="T10" fmla="*/ 36 w 101"/>
                  <a:gd name="T11" fmla="*/ 122 h 122"/>
                  <a:gd name="T12" fmla="*/ 48 w 101"/>
                  <a:gd name="T13" fmla="*/ 100 h 122"/>
                  <a:gd name="T14" fmla="*/ 71 w 101"/>
                  <a:gd name="T15" fmla="*/ 112 h 122"/>
                  <a:gd name="T16" fmla="*/ 79 w 101"/>
                  <a:gd name="T17" fmla="*/ 92 h 122"/>
                  <a:gd name="T18" fmla="*/ 101 w 101"/>
                  <a:gd name="T19" fmla="*/ 93 h 122"/>
                  <a:gd name="T20" fmla="*/ 40 w 101"/>
                  <a:gd name="T21" fmla="*/ 0 h 122"/>
                  <a:gd name="T22" fmla="*/ 40 w 101"/>
                  <a:gd name="T23" fmla="*/ 0 h 122"/>
                  <a:gd name="T24" fmla="*/ 40 w 101"/>
                  <a:gd name="T25" fmla="*/ 0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1" h="122">
                    <a:moveTo>
                      <a:pt x="40" y="0"/>
                    </a:moveTo>
                    <a:cubicBezTo>
                      <a:pt x="22" y="5"/>
                      <a:pt x="22" y="5"/>
                      <a:pt x="22" y="5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0" y="121"/>
                      <a:pt x="0" y="121"/>
                      <a:pt x="0" y="121"/>
                    </a:cubicBezTo>
                    <a:cubicBezTo>
                      <a:pt x="2" y="116"/>
                      <a:pt x="7" y="111"/>
                      <a:pt x="13" y="110"/>
                    </a:cubicBezTo>
                    <a:cubicBezTo>
                      <a:pt x="23" y="107"/>
                      <a:pt x="33" y="112"/>
                      <a:pt x="36" y="122"/>
                    </a:cubicBezTo>
                    <a:cubicBezTo>
                      <a:pt x="33" y="112"/>
                      <a:pt x="39" y="102"/>
                      <a:pt x="48" y="100"/>
                    </a:cubicBezTo>
                    <a:cubicBezTo>
                      <a:pt x="58" y="97"/>
                      <a:pt x="69" y="103"/>
                      <a:pt x="71" y="112"/>
                    </a:cubicBezTo>
                    <a:cubicBezTo>
                      <a:pt x="69" y="105"/>
                      <a:pt x="72" y="96"/>
                      <a:pt x="79" y="92"/>
                    </a:cubicBezTo>
                    <a:cubicBezTo>
                      <a:pt x="86" y="88"/>
                      <a:pt x="95" y="88"/>
                      <a:pt x="101" y="93"/>
                    </a:cubicBezTo>
                    <a:lnTo>
                      <a:pt x="40" y="0"/>
                    </a:lnTo>
                    <a:close/>
                    <a:moveTo>
                      <a:pt x="40" y="0"/>
                    </a:moveTo>
                    <a:cubicBezTo>
                      <a:pt x="40" y="0"/>
                      <a:pt x="40" y="0"/>
                      <a:pt x="40" y="0"/>
                    </a:cubicBezTo>
                  </a:path>
                </a:pathLst>
              </a:custGeom>
              <a:solidFill>
                <a:srgbClr val="FCA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9" name="Freeform 25"/>
              <p:cNvSpPr>
                <a:spLocks noEditPoints="1"/>
              </p:cNvSpPr>
              <p:nvPr userDrawn="1"/>
            </p:nvSpPr>
            <p:spPr bwMode="auto">
              <a:xfrm>
                <a:off x="380" y="1006"/>
                <a:ext cx="36" cy="62"/>
              </a:xfrm>
              <a:custGeom>
                <a:avLst/>
                <a:gdLst>
                  <a:gd name="T0" fmla="*/ 3 w 36"/>
                  <a:gd name="T1" fmla="*/ 0 h 62"/>
                  <a:gd name="T2" fmla="*/ 0 w 36"/>
                  <a:gd name="T3" fmla="*/ 62 h 62"/>
                  <a:gd name="T4" fmla="*/ 18 w 36"/>
                  <a:gd name="T5" fmla="*/ 57 h 62"/>
                  <a:gd name="T6" fmla="*/ 36 w 36"/>
                  <a:gd name="T7" fmla="*/ 52 h 62"/>
                  <a:gd name="T8" fmla="*/ 3 w 36"/>
                  <a:gd name="T9" fmla="*/ 0 h 62"/>
                  <a:gd name="T10" fmla="*/ 3 w 36"/>
                  <a:gd name="T11" fmla="*/ 0 h 62"/>
                  <a:gd name="T12" fmla="*/ 3 w 36"/>
                  <a:gd name="T1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62">
                    <a:moveTo>
                      <a:pt x="3" y="0"/>
                    </a:moveTo>
                    <a:lnTo>
                      <a:pt x="0" y="62"/>
                    </a:lnTo>
                    <a:lnTo>
                      <a:pt x="18" y="57"/>
                    </a:lnTo>
                    <a:lnTo>
                      <a:pt x="36" y="52"/>
                    </a:lnTo>
                    <a:lnTo>
                      <a:pt x="3" y="0"/>
                    </a:lnTo>
                    <a:close/>
                    <a:moveTo>
                      <a:pt x="3" y="0"/>
                    </a:move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0" name="Freeform 26"/>
              <p:cNvSpPr>
                <a:spLocks noEditPoints="1"/>
              </p:cNvSpPr>
              <p:nvPr userDrawn="1"/>
            </p:nvSpPr>
            <p:spPr bwMode="auto">
              <a:xfrm>
                <a:off x="380" y="1006"/>
                <a:ext cx="36" cy="62"/>
              </a:xfrm>
              <a:custGeom>
                <a:avLst/>
                <a:gdLst>
                  <a:gd name="T0" fmla="*/ 3 w 36"/>
                  <a:gd name="T1" fmla="*/ 0 h 62"/>
                  <a:gd name="T2" fmla="*/ 0 w 36"/>
                  <a:gd name="T3" fmla="*/ 62 h 62"/>
                  <a:gd name="T4" fmla="*/ 18 w 36"/>
                  <a:gd name="T5" fmla="*/ 57 h 62"/>
                  <a:gd name="T6" fmla="*/ 36 w 36"/>
                  <a:gd name="T7" fmla="*/ 52 h 62"/>
                  <a:gd name="T8" fmla="*/ 3 w 36"/>
                  <a:gd name="T9" fmla="*/ 0 h 62"/>
                  <a:gd name="T10" fmla="*/ 3 w 36"/>
                  <a:gd name="T11" fmla="*/ 0 h 62"/>
                  <a:gd name="T12" fmla="*/ 3 w 36"/>
                  <a:gd name="T1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62">
                    <a:moveTo>
                      <a:pt x="3" y="0"/>
                    </a:moveTo>
                    <a:lnTo>
                      <a:pt x="0" y="62"/>
                    </a:lnTo>
                    <a:lnTo>
                      <a:pt x="18" y="57"/>
                    </a:lnTo>
                    <a:lnTo>
                      <a:pt x="36" y="52"/>
                    </a:lnTo>
                    <a:lnTo>
                      <a:pt x="3" y="0"/>
                    </a:lnTo>
                    <a:moveTo>
                      <a:pt x="3" y="0"/>
                    </a:moveTo>
                    <a:lnTo>
                      <a:pt x="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1" name="Freeform 27"/>
              <p:cNvSpPr>
                <a:spLocks noEditPoints="1"/>
              </p:cNvSpPr>
              <p:nvPr userDrawn="1"/>
            </p:nvSpPr>
            <p:spPr bwMode="auto">
              <a:xfrm>
                <a:off x="447" y="1161"/>
                <a:ext cx="256" cy="810"/>
              </a:xfrm>
              <a:custGeom>
                <a:avLst/>
                <a:gdLst>
                  <a:gd name="T0" fmla="*/ 1 w 256"/>
                  <a:gd name="T1" fmla="*/ 15 h 810"/>
                  <a:gd name="T2" fmla="*/ 220 w 256"/>
                  <a:gd name="T3" fmla="*/ 810 h 810"/>
                  <a:gd name="T4" fmla="*/ 256 w 256"/>
                  <a:gd name="T5" fmla="*/ 800 h 810"/>
                  <a:gd name="T6" fmla="*/ 35 w 256"/>
                  <a:gd name="T7" fmla="*/ 0 h 810"/>
                  <a:gd name="T8" fmla="*/ 0 w 256"/>
                  <a:gd name="T9" fmla="*/ 10 h 810"/>
                  <a:gd name="T10" fmla="*/ 1 w 256"/>
                  <a:gd name="T11" fmla="*/ 15 h 810"/>
                  <a:gd name="T12" fmla="*/ 1 w 256"/>
                  <a:gd name="T13" fmla="*/ 15 h 810"/>
                  <a:gd name="T14" fmla="*/ 1 w 256"/>
                  <a:gd name="T15" fmla="*/ 15 h 8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6" h="810">
                    <a:moveTo>
                      <a:pt x="1" y="15"/>
                    </a:moveTo>
                    <a:cubicBezTo>
                      <a:pt x="220" y="810"/>
                      <a:pt x="220" y="810"/>
                      <a:pt x="220" y="810"/>
                    </a:cubicBezTo>
                    <a:cubicBezTo>
                      <a:pt x="256" y="800"/>
                      <a:pt x="256" y="800"/>
                      <a:pt x="256" y="80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" y="12"/>
                      <a:pt x="1" y="13"/>
                      <a:pt x="1" y="15"/>
                    </a:cubicBezTo>
                    <a:close/>
                    <a:moveTo>
                      <a:pt x="1" y="15"/>
                    </a:moveTo>
                    <a:cubicBezTo>
                      <a:pt x="1" y="15"/>
                      <a:pt x="1" y="15"/>
                      <a:pt x="1" y="1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2" name="Freeform 28"/>
              <p:cNvSpPr>
                <a:spLocks noEditPoints="1"/>
              </p:cNvSpPr>
              <p:nvPr userDrawn="1"/>
            </p:nvSpPr>
            <p:spPr bwMode="auto">
              <a:xfrm>
                <a:off x="477" y="1152"/>
                <a:ext cx="5" cy="9"/>
              </a:xfrm>
              <a:custGeom>
                <a:avLst/>
                <a:gdLst>
                  <a:gd name="T0" fmla="*/ 5 w 5"/>
                  <a:gd name="T1" fmla="*/ 9 h 9"/>
                  <a:gd name="T2" fmla="*/ 0 w 5"/>
                  <a:gd name="T3" fmla="*/ 0 h 9"/>
                  <a:gd name="T4" fmla="*/ 5 w 5"/>
                  <a:gd name="T5" fmla="*/ 9 h 9"/>
                  <a:gd name="T6" fmla="*/ 5 w 5"/>
                  <a:gd name="T7" fmla="*/ 9 h 9"/>
                  <a:gd name="T8" fmla="*/ 5 w 5"/>
                  <a:gd name="T9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9">
                    <a:moveTo>
                      <a:pt x="5" y="9"/>
                    </a:moveTo>
                    <a:cubicBezTo>
                      <a:pt x="5" y="6"/>
                      <a:pt x="2" y="2"/>
                      <a:pt x="0" y="0"/>
                    </a:cubicBezTo>
                    <a:lnTo>
                      <a:pt x="5" y="9"/>
                    </a:lnTo>
                    <a:close/>
                    <a:moveTo>
                      <a:pt x="5" y="9"/>
                    </a:moveTo>
                    <a:cubicBezTo>
                      <a:pt x="5" y="9"/>
                      <a:pt x="5" y="9"/>
                      <a:pt x="5" y="9"/>
                    </a:cubicBezTo>
                  </a:path>
                </a:pathLst>
              </a:custGeom>
              <a:solidFill>
                <a:srgbClr val="EFE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3" name="Freeform 29"/>
              <p:cNvSpPr>
                <a:spLocks noEditPoints="1"/>
              </p:cNvSpPr>
              <p:nvPr userDrawn="1"/>
            </p:nvSpPr>
            <p:spPr bwMode="auto">
              <a:xfrm>
                <a:off x="444" y="1147"/>
                <a:ext cx="38" cy="24"/>
              </a:xfrm>
              <a:custGeom>
                <a:avLst/>
                <a:gdLst>
                  <a:gd name="T0" fmla="*/ 16 w 38"/>
                  <a:gd name="T1" fmla="*/ 1 h 24"/>
                  <a:gd name="T2" fmla="*/ 3 w 38"/>
                  <a:gd name="T3" fmla="*/ 24 h 24"/>
                  <a:gd name="T4" fmla="*/ 38 w 38"/>
                  <a:gd name="T5" fmla="*/ 14 h 24"/>
                  <a:gd name="T6" fmla="*/ 33 w 38"/>
                  <a:gd name="T7" fmla="*/ 5 h 24"/>
                  <a:gd name="T8" fmla="*/ 16 w 38"/>
                  <a:gd name="T9" fmla="*/ 1 h 24"/>
                  <a:gd name="T10" fmla="*/ 16 w 38"/>
                  <a:gd name="T11" fmla="*/ 1 h 24"/>
                  <a:gd name="T12" fmla="*/ 16 w 38"/>
                  <a:gd name="T13" fmla="*/ 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" h="24">
                    <a:moveTo>
                      <a:pt x="16" y="1"/>
                    </a:moveTo>
                    <a:cubicBezTo>
                      <a:pt x="6" y="4"/>
                      <a:pt x="0" y="14"/>
                      <a:pt x="3" y="24"/>
                    </a:cubicBezTo>
                    <a:cubicBezTo>
                      <a:pt x="38" y="14"/>
                      <a:pt x="38" y="14"/>
                      <a:pt x="38" y="14"/>
                    </a:cubicBezTo>
                    <a:cubicBezTo>
                      <a:pt x="33" y="5"/>
                      <a:pt x="33" y="5"/>
                      <a:pt x="33" y="5"/>
                    </a:cubicBezTo>
                    <a:cubicBezTo>
                      <a:pt x="28" y="1"/>
                      <a:pt x="22" y="0"/>
                      <a:pt x="16" y="1"/>
                    </a:cubicBezTo>
                    <a:close/>
                    <a:moveTo>
                      <a:pt x="16" y="1"/>
                    </a:moveTo>
                    <a:cubicBezTo>
                      <a:pt x="16" y="1"/>
                      <a:pt x="16" y="1"/>
                      <a:pt x="16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4" name="Freeform 30"/>
              <p:cNvSpPr>
                <a:spLocks noEditPoints="1"/>
              </p:cNvSpPr>
              <p:nvPr userDrawn="1"/>
            </p:nvSpPr>
            <p:spPr bwMode="auto">
              <a:xfrm>
                <a:off x="410" y="1155"/>
                <a:ext cx="257" cy="825"/>
              </a:xfrm>
              <a:custGeom>
                <a:avLst/>
                <a:gdLst>
                  <a:gd name="T0" fmla="*/ 38 w 257"/>
                  <a:gd name="T1" fmla="*/ 21 h 825"/>
                  <a:gd name="T2" fmla="*/ 37 w 257"/>
                  <a:gd name="T3" fmla="*/ 16 h 825"/>
                  <a:gd name="T4" fmla="*/ 14 w 257"/>
                  <a:gd name="T5" fmla="*/ 3 h 825"/>
                  <a:gd name="T6" fmla="*/ 2 w 257"/>
                  <a:gd name="T7" fmla="*/ 14 h 825"/>
                  <a:gd name="T8" fmla="*/ 3 w 257"/>
                  <a:gd name="T9" fmla="*/ 30 h 825"/>
                  <a:gd name="T10" fmla="*/ 223 w 257"/>
                  <a:gd name="T11" fmla="*/ 825 h 825"/>
                  <a:gd name="T12" fmla="*/ 240 w 257"/>
                  <a:gd name="T13" fmla="*/ 820 h 825"/>
                  <a:gd name="T14" fmla="*/ 257 w 257"/>
                  <a:gd name="T15" fmla="*/ 815 h 825"/>
                  <a:gd name="T16" fmla="*/ 38 w 257"/>
                  <a:gd name="T17" fmla="*/ 21 h 825"/>
                  <a:gd name="T18" fmla="*/ 38 w 257"/>
                  <a:gd name="T19" fmla="*/ 21 h 825"/>
                  <a:gd name="T20" fmla="*/ 38 w 257"/>
                  <a:gd name="T21" fmla="*/ 21 h 8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57" h="825">
                    <a:moveTo>
                      <a:pt x="38" y="21"/>
                    </a:moveTo>
                    <a:cubicBezTo>
                      <a:pt x="38" y="19"/>
                      <a:pt x="38" y="18"/>
                      <a:pt x="37" y="16"/>
                    </a:cubicBezTo>
                    <a:cubicBezTo>
                      <a:pt x="34" y="6"/>
                      <a:pt x="24" y="0"/>
                      <a:pt x="14" y="3"/>
                    </a:cubicBezTo>
                    <a:cubicBezTo>
                      <a:pt x="9" y="4"/>
                      <a:pt x="4" y="9"/>
                      <a:pt x="2" y="14"/>
                    </a:cubicBezTo>
                    <a:cubicBezTo>
                      <a:pt x="0" y="19"/>
                      <a:pt x="0" y="26"/>
                      <a:pt x="3" y="30"/>
                    </a:cubicBezTo>
                    <a:cubicBezTo>
                      <a:pt x="223" y="825"/>
                      <a:pt x="223" y="825"/>
                      <a:pt x="223" y="825"/>
                    </a:cubicBezTo>
                    <a:cubicBezTo>
                      <a:pt x="240" y="820"/>
                      <a:pt x="240" y="820"/>
                      <a:pt x="240" y="820"/>
                    </a:cubicBezTo>
                    <a:cubicBezTo>
                      <a:pt x="257" y="815"/>
                      <a:pt x="257" y="815"/>
                      <a:pt x="257" y="815"/>
                    </a:cubicBezTo>
                    <a:lnTo>
                      <a:pt x="38" y="21"/>
                    </a:lnTo>
                    <a:close/>
                    <a:moveTo>
                      <a:pt x="38" y="21"/>
                    </a:moveTo>
                    <a:cubicBezTo>
                      <a:pt x="38" y="21"/>
                      <a:pt x="38" y="21"/>
                      <a:pt x="38" y="21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5" name="Freeform 31"/>
              <p:cNvSpPr>
                <a:spLocks noEditPoints="1"/>
              </p:cNvSpPr>
              <p:nvPr userDrawn="1"/>
            </p:nvSpPr>
            <p:spPr bwMode="auto">
              <a:xfrm>
                <a:off x="701" y="1093"/>
                <a:ext cx="72" cy="226"/>
              </a:xfrm>
              <a:custGeom>
                <a:avLst/>
                <a:gdLst>
                  <a:gd name="T0" fmla="*/ 72 w 72"/>
                  <a:gd name="T1" fmla="*/ 2 h 226"/>
                  <a:gd name="T2" fmla="*/ 0 w 72"/>
                  <a:gd name="T3" fmla="*/ 220 h 226"/>
                  <a:gd name="T4" fmla="*/ 41 w 72"/>
                  <a:gd name="T5" fmla="*/ 226 h 226"/>
                  <a:gd name="T6" fmla="*/ 72 w 72"/>
                  <a:gd name="T7" fmla="*/ 2 h 226"/>
                  <a:gd name="T8" fmla="*/ 72 w 72"/>
                  <a:gd name="T9" fmla="*/ 2 h 226"/>
                  <a:gd name="T10" fmla="*/ 72 w 72"/>
                  <a:gd name="T11" fmla="*/ 2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226">
                    <a:moveTo>
                      <a:pt x="72" y="2"/>
                    </a:moveTo>
                    <a:cubicBezTo>
                      <a:pt x="54" y="0"/>
                      <a:pt x="27" y="87"/>
                      <a:pt x="0" y="220"/>
                    </a:cubicBezTo>
                    <a:cubicBezTo>
                      <a:pt x="41" y="226"/>
                      <a:pt x="41" y="226"/>
                      <a:pt x="41" y="226"/>
                    </a:cubicBezTo>
                    <a:lnTo>
                      <a:pt x="72" y="2"/>
                    </a:lnTo>
                    <a:close/>
                    <a:moveTo>
                      <a:pt x="72" y="2"/>
                    </a:moveTo>
                    <a:cubicBezTo>
                      <a:pt x="72" y="2"/>
                      <a:pt x="72" y="2"/>
                      <a:pt x="72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6" name="Freeform 32"/>
              <p:cNvSpPr>
                <a:spLocks noEditPoints="1"/>
              </p:cNvSpPr>
              <p:nvPr userDrawn="1"/>
            </p:nvSpPr>
            <p:spPr bwMode="auto">
              <a:xfrm>
                <a:off x="803" y="837"/>
                <a:ext cx="5" cy="39"/>
              </a:xfrm>
              <a:custGeom>
                <a:avLst/>
                <a:gdLst>
                  <a:gd name="T0" fmla="*/ 5 w 5"/>
                  <a:gd name="T1" fmla="*/ 0 h 39"/>
                  <a:gd name="T2" fmla="*/ 0 w 5"/>
                  <a:gd name="T3" fmla="*/ 39 h 39"/>
                  <a:gd name="T4" fmla="*/ 5 w 5"/>
                  <a:gd name="T5" fmla="*/ 0 h 39"/>
                  <a:gd name="T6" fmla="*/ 5 w 5"/>
                  <a:gd name="T7" fmla="*/ 0 h 39"/>
                  <a:gd name="T8" fmla="*/ 5 w 5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39">
                    <a:moveTo>
                      <a:pt x="5" y="0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5" y="16"/>
                      <a:pt x="5" y="0"/>
                      <a:pt x="5" y="0"/>
                    </a:cubicBezTo>
                    <a:close/>
                    <a:moveTo>
                      <a:pt x="5" y="0"/>
                    </a:moveTo>
                    <a:cubicBezTo>
                      <a:pt x="5" y="0"/>
                      <a:pt x="5" y="0"/>
                      <a:pt x="5" y="0"/>
                    </a:cubicBezTo>
                  </a:path>
                </a:pathLst>
              </a:custGeom>
              <a:solidFill>
                <a:srgbClr val="00BE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7" name="Freeform 33"/>
              <p:cNvSpPr>
                <a:spLocks noEditPoints="1"/>
              </p:cNvSpPr>
              <p:nvPr userDrawn="1"/>
            </p:nvSpPr>
            <p:spPr bwMode="auto">
              <a:xfrm>
                <a:off x="717" y="837"/>
                <a:ext cx="128" cy="263"/>
              </a:xfrm>
              <a:custGeom>
                <a:avLst/>
                <a:gdLst>
                  <a:gd name="T0" fmla="*/ 91 w 128"/>
                  <a:gd name="T1" fmla="*/ 0 h 263"/>
                  <a:gd name="T2" fmla="*/ 86 w 128"/>
                  <a:gd name="T3" fmla="*/ 39 h 263"/>
                  <a:gd name="T4" fmla="*/ 67 w 128"/>
                  <a:gd name="T5" fmla="*/ 95 h 263"/>
                  <a:gd name="T6" fmla="*/ 4 w 128"/>
                  <a:gd name="T7" fmla="*/ 190 h 263"/>
                  <a:gd name="T8" fmla="*/ 56 w 128"/>
                  <a:gd name="T9" fmla="*/ 258 h 263"/>
                  <a:gd name="T10" fmla="*/ 124 w 128"/>
                  <a:gd name="T11" fmla="*/ 207 h 263"/>
                  <a:gd name="T12" fmla="*/ 91 w 128"/>
                  <a:gd name="T13" fmla="*/ 0 h 263"/>
                  <a:gd name="T14" fmla="*/ 91 w 128"/>
                  <a:gd name="T15" fmla="*/ 0 h 263"/>
                  <a:gd name="T16" fmla="*/ 91 w 128"/>
                  <a:gd name="T17" fmla="*/ 0 h 2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8" h="263">
                    <a:moveTo>
                      <a:pt x="91" y="0"/>
                    </a:moveTo>
                    <a:cubicBezTo>
                      <a:pt x="91" y="0"/>
                      <a:pt x="91" y="16"/>
                      <a:pt x="86" y="39"/>
                    </a:cubicBezTo>
                    <a:cubicBezTo>
                      <a:pt x="82" y="55"/>
                      <a:pt x="76" y="75"/>
                      <a:pt x="67" y="95"/>
                    </a:cubicBezTo>
                    <a:cubicBezTo>
                      <a:pt x="49" y="130"/>
                      <a:pt x="9" y="160"/>
                      <a:pt x="4" y="190"/>
                    </a:cubicBezTo>
                    <a:cubicBezTo>
                      <a:pt x="0" y="223"/>
                      <a:pt x="23" y="254"/>
                      <a:pt x="56" y="258"/>
                    </a:cubicBezTo>
                    <a:cubicBezTo>
                      <a:pt x="89" y="263"/>
                      <a:pt x="119" y="240"/>
                      <a:pt x="124" y="207"/>
                    </a:cubicBezTo>
                    <a:cubicBezTo>
                      <a:pt x="128" y="174"/>
                      <a:pt x="120" y="61"/>
                      <a:pt x="91" y="0"/>
                    </a:cubicBezTo>
                    <a:close/>
                    <a:moveTo>
                      <a:pt x="91" y="0"/>
                    </a:moveTo>
                    <a:cubicBezTo>
                      <a:pt x="91" y="0"/>
                      <a:pt x="91" y="0"/>
                      <a:pt x="91" y="0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8" name="Freeform 34"/>
              <p:cNvSpPr>
                <a:spLocks noEditPoints="1"/>
              </p:cNvSpPr>
              <p:nvPr userDrawn="1"/>
            </p:nvSpPr>
            <p:spPr bwMode="auto">
              <a:xfrm>
                <a:off x="742" y="1095"/>
                <a:ext cx="51" cy="229"/>
              </a:xfrm>
              <a:custGeom>
                <a:avLst/>
                <a:gdLst>
                  <a:gd name="T0" fmla="*/ 41 w 51"/>
                  <a:gd name="T1" fmla="*/ 229 h 229"/>
                  <a:gd name="T2" fmla="*/ 31 w 51"/>
                  <a:gd name="T3" fmla="*/ 0 h 229"/>
                  <a:gd name="T4" fmla="*/ 0 w 51"/>
                  <a:gd name="T5" fmla="*/ 223 h 229"/>
                  <a:gd name="T6" fmla="*/ 41 w 51"/>
                  <a:gd name="T7" fmla="*/ 229 h 229"/>
                  <a:gd name="T8" fmla="*/ 41 w 51"/>
                  <a:gd name="T9" fmla="*/ 229 h 229"/>
                  <a:gd name="T10" fmla="*/ 41 w 51"/>
                  <a:gd name="T11" fmla="*/ 229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" h="229">
                    <a:moveTo>
                      <a:pt x="41" y="229"/>
                    </a:moveTo>
                    <a:cubicBezTo>
                      <a:pt x="51" y="94"/>
                      <a:pt x="48" y="3"/>
                      <a:pt x="31" y="0"/>
                    </a:cubicBezTo>
                    <a:cubicBezTo>
                      <a:pt x="0" y="223"/>
                      <a:pt x="0" y="223"/>
                      <a:pt x="0" y="223"/>
                    </a:cubicBezTo>
                    <a:lnTo>
                      <a:pt x="41" y="229"/>
                    </a:lnTo>
                    <a:close/>
                    <a:moveTo>
                      <a:pt x="41" y="229"/>
                    </a:moveTo>
                    <a:cubicBezTo>
                      <a:pt x="41" y="229"/>
                      <a:pt x="41" y="229"/>
                      <a:pt x="41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9" name="Freeform 35"/>
              <p:cNvSpPr>
                <a:spLocks noEditPoints="1"/>
              </p:cNvSpPr>
              <p:nvPr userDrawn="1"/>
            </p:nvSpPr>
            <p:spPr bwMode="auto">
              <a:xfrm>
                <a:off x="621" y="1313"/>
                <a:ext cx="162" cy="692"/>
              </a:xfrm>
              <a:custGeom>
                <a:avLst/>
                <a:gdLst>
                  <a:gd name="T0" fmla="*/ 121 w 162"/>
                  <a:gd name="T1" fmla="*/ 5 h 692"/>
                  <a:gd name="T2" fmla="*/ 80 w 162"/>
                  <a:gd name="T3" fmla="*/ 0 h 692"/>
                  <a:gd name="T4" fmla="*/ 42 w 162"/>
                  <a:gd name="T5" fmla="*/ 228 h 692"/>
                  <a:gd name="T6" fmla="*/ 27 w 162"/>
                  <a:gd name="T7" fmla="*/ 688 h 692"/>
                  <a:gd name="T8" fmla="*/ 136 w 162"/>
                  <a:gd name="T9" fmla="*/ 241 h 692"/>
                  <a:gd name="T10" fmla="*/ 162 w 162"/>
                  <a:gd name="T11" fmla="*/ 11 h 692"/>
                  <a:gd name="T12" fmla="*/ 121 w 162"/>
                  <a:gd name="T13" fmla="*/ 5 h 692"/>
                  <a:gd name="T14" fmla="*/ 121 w 162"/>
                  <a:gd name="T15" fmla="*/ 5 h 692"/>
                  <a:gd name="T16" fmla="*/ 121 w 162"/>
                  <a:gd name="T17" fmla="*/ 5 h 6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2" h="692">
                    <a:moveTo>
                      <a:pt x="121" y="5"/>
                    </a:moveTo>
                    <a:cubicBezTo>
                      <a:pt x="80" y="0"/>
                      <a:pt x="80" y="0"/>
                      <a:pt x="80" y="0"/>
                    </a:cubicBezTo>
                    <a:cubicBezTo>
                      <a:pt x="67" y="66"/>
                      <a:pt x="54" y="145"/>
                      <a:pt x="42" y="228"/>
                    </a:cubicBezTo>
                    <a:cubicBezTo>
                      <a:pt x="7" y="479"/>
                      <a:pt x="0" y="684"/>
                      <a:pt x="27" y="688"/>
                    </a:cubicBezTo>
                    <a:cubicBezTo>
                      <a:pt x="53" y="692"/>
                      <a:pt x="102" y="492"/>
                      <a:pt x="136" y="241"/>
                    </a:cubicBezTo>
                    <a:cubicBezTo>
                      <a:pt x="148" y="158"/>
                      <a:pt x="156" y="79"/>
                      <a:pt x="162" y="11"/>
                    </a:cubicBezTo>
                    <a:lnTo>
                      <a:pt x="121" y="5"/>
                    </a:lnTo>
                    <a:close/>
                    <a:moveTo>
                      <a:pt x="121" y="5"/>
                    </a:moveTo>
                    <a:cubicBezTo>
                      <a:pt x="121" y="5"/>
                      <a:pt x="121" y="5"/>
                      <a:pt x="121" y="5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0" name="Freeform 36"/>
              <p:cNvSpPr>
                <a:spLocks noEditPoints="1"/>
              </p:cNvSpPr>
              <p:nvPr userDrawn="1"/>
            </p:nvSpPr>
            <p:spPr bwMode="auto">
              <a:xfrm>
                <a:off x="399" y="1468"/>
                <a:ext cx="452" cy="571"/>
              </a:xfrm>
              <a:custGeom>
                <a:avLst/>
                <a:gdLst>
                  <a:gd name="T0" fmla="*/ 414 w 452"/>
                  <a:gd name="T1" fmla="*/ 0 h 571"/>
                  <a:gd name="T2" fmla="*/ 38 w 452"/>
                  <a:gd name="T3" fmla="*/ 0 h 571"/>
                  <a:gd name="T4" fmla="*/ 2 w 452"/>
                  <a:gd name="T5" fmla="*/ 40 h 571"/>
                  <a:gd name="T6" fmla="*/ 12 w 452"/>
                  <a:gd name="T7" fmla="*/ 127 h 571"/>
                  <a:gd name="T8" fmla="*/ 63 w 452"/>
                  <a:gd name="T9" fmla="*/ 90 h 571"/>
                  <a:gd name="T10" fmla="*/ 117 w 452"/>
                  <a:gd name="T11" fmla="*/ 130 h 571"/>
                  <a:gd name="T12" fmla="*/ 171 w 452"/>
                  <a:gd name="T13" fmla="*/ 90 h 571"/>
                  <a:gd name="T14" fmla="*/ 226 w 452"/>
                  <a:gd name="T15" fmla="*/ 130 h 571"/>
                  <a:gd name="T16" fmla="*/ 280 w 452"/>
                  <a:gd name="T17" fmla="*/ 90 h 571"/>
                  <a:gd name="T18" fmla="*/ 335 w 452"/>
                  <a:gd name="T19" fmla="*/ 130 h 571"/>
                  <a:gd name="T20" fmla="*/ 389 w 452"/>
                  <a:gd name="T21" fmla="*/ 90 h 571"/>
                  <a:gd name="T22" fmla="*/ 440 w 452"/>
                  <a:gd name="T23" fmla="*/ 128 h 571"/>
                  <a:gd name="T24" fmla="*/ 450 w 452"/>
                  <a:gd name="T25" fmla="*/ 40 h 571"/>
                  <a:gd name="T26" fmla="*/ 414 w 452"/>
                  <a:gd name="T27" fmla="*/ 0 h 571"/>
                  <a:gd name="T28" fmla="*/ 389 w 452"/>
                  <a:gd name="T29" fmla="*/ 146 h 571"/>
                  <a:gd name="T30" fmla="*/ 334 w 452"/>
                  <a:gd name="T31" fmla="*/ 186 h 571"/>
                  <a:gd name="T32" fmla="*/ 280 w 452"/>
                  <a:gd name="T33" fmla="*/ 146 h 571"/>
                  <a:gd name="T34" fmla="*/ 225 w 452"/>
                  <a:gd name="T35" fmla="*/ 186 h 571"/>
                  <a:gd name="T36" fmla="*/ 171 w 452"/>
                  <a:gd name="T37" fmla="*/ 146 h 571"/>
                  <a:gd name="T38" fmla="*/ 117 w 452"/>
                  <a:gd name="T39" fmla="*/ 186 h 571"/>
                  <a:gd name="T40" fmla="*/ 62 w 452"/>
                  <a:gd name="T41" fmla="*/ 146 h 571"/>
                  <a:gd name="T42" fmla="*/ 18 w 452"/>
                  <a:gd name="T43" fmla="*/ 179 h 571"/>
                  <a:gd name="T44" fmla="*/ 58 w 452"/>
                  <a:gd name="T45" fmla="*/ 531 h 571"/>
                  <a:gd name="T46" fmla="*/ 103 w 452"/>
                  <a:gd name="T47" fmla="*/ 571 h 571"/>
                  <a:gd name="T48" fmla="*/ 353 w 452"/>
                  <a:gd name="T49" fmla="*/ 571 h 571"/>
                  <a:gd name="T50" fmla="*/ 398 w 452"/>
                  <a:gd name="T51" fmla="*/ 531 h 571"/>
                  <a:gd name="T52" fmla="*/ 435 w 452"/>
                  <a:gd name="T53" fmla="*/ 180 h 571"/>
                  <a:gd name="T54" fmla="*/ 389 w 452"/>
                  <a:gd name="T55" fmla="*/ 146 h 571"/>
                  <a:gd name="T56" fmla="*/ 389 w 452"/>
                  <a:gd name="T57" fmla="*/ 146 h 571"/>
                  <a:gd name="T58" fmla="*/ 389 w 452"/>
                  <a:gd name="T59" fmla="*/ 146 h 5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52" h="571">
                    <a:moveTo>
                      <a:pt x="414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16" y="0"/>
                      <a:pt x="0" y="18"/>
                      <a:pt x="2" y="40"/>
                    </a:cubicBezTo>
                    <a:cubicBezTo>
                      <a:pt x="12" y="127"/>
                      <a:pt x="12" y="127"/>
                      <a:pt x="12" y="127"/>
                    </a:cubicBezTo>
                    <a:cubicBezTo>
                      <a:pt x="63" y="90"/>
                      <a:pt x="63" y="90"/>
                      <a:pt x="63" y="90"/>
                    </a:cubicBezTo>
                    <a:cubicBezTo>
                      <a:pt x="117" y="130"/>
                      <a:pt x="117" y="130"/>
                      <a:pt x="117" y="130"/>
                    </a:cubicBezTo>
                    <a:cubicBezTo>
                      <a:pt x="171" y="90"/>
                      <a:pt x="171" y="90"/>
                      <a:pt x="171" y="90"/>
                    </a:cubicBezTo>
                    <a:cubicBezTo>
                      <a:pt x="226" y="130"/>
                      <a:pt x="226" y="130"/>
                      <a:pt x="226" y="130"/>
                    </a:cubicBezTo>
                    <a:cubicBezTo>
                      <a:pt x="280" y="90"/>
                      <a:pt x="280" y="90"/>
                      <a:pt x="280" y="90"/>
                    </a:cubicBezTo>
                    <a:cubicBezTo>
                      <a:pt x="335" y="130"/>
                      <a:pt x="335" y="130"/>
                      <a:pt x="335" y="130"/>
                    </a:cubicBezTo>
                    <a:cubicBezTo>
                      <a:pt x="389" y="90"/>
                      <a:pt x="389" y="90"/>
                      <a:pt x="389" y="90"/>
                    </a:cubicBezTo>
                    <a:cubicBezTo>
                      <a:pt x="440" y="128"/>
                      <a:pt x="440" y="128"/>
                      <a:pt x="440" y="128"/>
                    </a:cubicBezTo>
                    <a:cubicBezTo>
                      <a:pt x="450" y="40"/>
                      <a:pt x="450" y="40"/>
                      <a:pt x="450" y="40"/>
                    </a:cubicBezTo>
                    <a:cubicBezTo>
                      <a:pt x="452" y="18"/>
                      <a:pt x="436" y="0"/>
                      <a:pt x="414" y="0"/>
                    </a:cubicBezTo>
                    <a:close/>
                    <a:moveTo>
                      <a:pt x="389" y="146"/>
                    </a:moveTo>
                    <a:cubicBezTo>
                      <a:pt x="334" y="186"/>
                      <a:pt x="334" y="186"/>
                      <a:pt x="334" y="186"/>
                    </a:cubicBezTo>
                    <a:cubicBezTo>
                      <a:pt x="280" y="146"/>
                      <a:pt x="280" y="146"/>
                      <a:pt x="280" y="146"/>
                    </a:cubicBezTo>
                    <a:cubicBezTo>
                      <a:pt x="225" y="186"/>
                      <a:pt x="225" y="186"/>
                      <a:pt x="225" y="186"/>
                    </a:cubicBezTo>
                    <a:cubicBezTo>
                      <a:pt x="171" y="146"/>
                      <a:pt x="171" y="146"/>
                      <a:pt x="171" y="146"/>
                    </a:cubicBezTo>
                    <a:cubicBezTo>
                      <a:pt x="117" y="186"/>
                      <a:pt x="117" y="186"/>
                      <a:pt x="117" y="186"/>
                    </a:cubicBezTo>
                    <a:cubicBezTo>
                      <a:pt x="62" y="146"/>
                      <a:pt x="62" y="146"/>
                      <a:pt x="62" y="146"/>
                    </a:cubicBezTo>
                    <a:cubicBezTo>
                      <a:pt x="18" y="179"/>
                      <a:pt x="18" y="179"/>
                      <a:pt x="18" y="179"/>
                    </a:cubicBezTo>
                    <a:cubicBezTo>
                      <a:pt x="58" y="531"/>
                      <a:pt x="58" y="531"/>
                      <a:pt x="58" y="531"/>
                    </a:cubicBezTo>
                    <a:cubicBezTo>
                      <a:pt x="60" y="553"/>
                      <a:pt x="81" y="571"/>
                      <a:pt x="103" y="571"/>
                    </a:cubicBezTo>
                    <a:cubicBezTo>
                      <a:pt x="353" y="571"/>
                      <a:pt x="353" y="571"/>
                      <a:pt x="353" y="571"/>
                    </a:cubicBezTo>
                    <a:cubicBezTo>
                      <a:pt x="376" y="571"/>
                      <a:pt x="395" y="553"/>
                      <a:pt x="398" y="531"/>
                    </a:cubicBezTo>
                    <a:cubicBezTo>
                      <a:pt x="435" y="180"/>
                      <a:pt x="435" y="180"/>
                      <a:pt x="435" y="180"/>
                    </a:cubicBezTo>
                    <a:lnTo>
                      <a:pt x="389" y="146"/>
                    </a:lnTo>
                    <a:close/>
                    <a:moveTo>
                      <a:pt x="389" y="146"/>
                    </a:moveTo>
                    <a:cubicBezTo>
                      <a:pt x="389" y="146"/>
                      <a:pt x="389" y="146"/>
                      <a:pt x="389" y="146"/>
                    </a:cubicBezTo>
                  </a:path>
                </a:pathLst>
              </a:custGeom>
              <a:solidFill>
                <a:srgbClr val="FCA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1" name="Freeform 37"/>
              <p:cNvSpPr>
                <a:spLocks noEditPoints="1"/>
              </p:cNvSpPr>
              <p:nvPr userDrawn="1"/>
            </p:nvSpPr>
            <p:spPr bwMode="auto">
              <a:xfrm>
                <a:off x="249" y="1558"/>
                <a:ext cx="7182" cy="685"/>
              </a:xfrm>
              <a:custGeom>
                <a:avLst/>
                <a:gdLst>
                  <a:gd name="T0" fmla="*/ 539 w 7184"/>
                  <a:gd name="T1" fmla="*/ 0 h 685"/>
                  <a:gd name="T2" fmla="*/ 484 w 7184"/>
                  <a:gd name="T3" fmla="*/ 40 h 685"/>
                  <a:gd name="T4" fmla="*/ 430 w 7184"/>
                  <a:gd name="T5" fmla="*/ 0 h 685"/>
                  <a:gd name="T6" fmla="*/ 376 w 7184"/>
                  <a:gd name="T7" fmla="*/ 40 h 685"/>
                  <a:gd name="T8" fmla="*/ 375 w 7184"/>
                  <a:gd name="T9" fmla="*/ 40 h 685"/>
                  <a:gd name="T10" fmla="*/ 321 w 7184"/>
                  <a:gd name="T11" fmla="*/ 0 h 685"/>
                  <a:gd name="T12" fmla="*/ 267 w 7184"/>
                  <a:gd name="T13" fmla="*/ 40 h 685"/>
                  <a:gd name="T14" fmla="*/ 213 w 7184"/>
                  <a:gd name="T15" fmla="*/ 0 h 685"/>
                  <a:gd name="T16" fmla="*/ 162 w 7184"/>
                  <a:gd name="T17" fmla="*/ 37 h 685"/>
                  <a:gd name="T18" fmla="*/ 168 w 7184"/>
                  <a:gd name="T19" fmla="*/ 88 h 685"/>
                  <a:gd name="T20" fmla="*/ 213 w 7184"/>
                  <a:gd name="T21" fmla="*/ 56 h 685"/>
                  <a:gd name="T22" fmla="*/ 267 w 7184"/>
                  <a:gd name="T23" fmla="*/ 96 h 685"/>
                  <a:gd name="T24" fmla="*/ 321 w 7184"/>
                  <a:gd name="T25" fmla="*/ 56 h 685"/>
                  <a:gd name="T26" fmla="*/ 375 w 7184"/>
                  <a:gd name="T27" fmla="*/ 96 h 685"/>
                  <a:gd name="T28" fmla="*/ 376 w 7184"/>
                  <a:gd name="T29" fmla="*/ 96 h 685"/>
                  <a:gd name="T30" fmla="*/ 430 w 7184"/>
                  <a:gd name="T31" fmla="*/ 56 h 685"/>
                  <a:gd name="T32" fmla="*/ 484 w 7184"/>
                  <a:gd name="T33" fmla="*/ 96 h 685"/>
                  <a:gd name="T34" fmla="*/ 539 w 7184"/>
                  <a:gd name="T35" fmla="*/ 56 h 685"/>
                  <a:gd name="T36" fmla="*/ 585 w 7184"/>
                  <a:gd name="T37" fmla="*/ 90 h 685"/>
                  <a:gd name="T38" fmla="*/ 590 w 7184"/>
                  <a:gd name="T39" fmla="*/ 38 h 685"/>
                  <a:gd name="T40" fmla="*/ 539 w 7184"/>
                  <a:gd name="T41" fmla="*/ 0 h 685"/>
                  <a:gd name="T42" fmla="*/ 0 w 7184"/>
                  <a:gd name="T43" fmla="*/ 583 h 685"/>
                  <a:gd name="T44" fmla="*/ 102 w 7184"/>
                  <a:gd name="T45" fmla="*/ 685 h 685"/>
                  <a:gd name="T46" fmla="*/ 7082 w 7184"/>
                  <a:gd name="T47" fmla="*/ 685 h 685"/>
                  <a:gd name="T48" fmla="*/ 7184 w 7184"/>
                  <a:gd name="T49" fmla="*/ 583 h 685"/>
                  <a:gd name="T50" fmla="*/ 7082 w 7184"/>
                  <a:gd name="T51" fmla="*/ 481 h 685"/>
                  <a:gd name="T52" fmla="*/ 102 w 7184"/>
                  <a:gd name="T53" fmla="*/ 481 h 685"/>
                  <a:gd name="T54" fmla="*/ 0 w 7184"/>
                  <a:gd name="T55" fmla="*/ 583 h 685"/>
                  <a:gd name="T56" fmla="*/ 0 w 7184"/>
                  <a:gd name="T57" fmla="*/ 583 h 685"/>
                  <a:gd name="T58" fmla="*/ 0 w 7184"/>
                  <a:gd name="T59" fmla="*/ 583 h 6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184" h="685">
                    <a:moveTo>
                      <a:pt x="539" y="0"/>
                    </a:moveTo>
                    <a:cubicBezTo>
                      <a:pt x="484" y="40"/>
                      <a:pt x="484" y="40"/>
                      <a:pt x="484" y="40"/>
                    </a:cubicBezTo>
                    <a:cubicBezTo>
                      <a:pt x="430" y="0"/>
                      <a:pt x="430" y="0"/>
                      <a:pt x="430" y="0"/>
                    </a:cubicBezTo>
                    <a:cubicBezTo>
                      <a:pt x="376" y="40"/>
                      <a:pt x="376" y="40"/>
                      <a:pt x="376" y="40"/>
                    </a:cubicBezTo>
                    <a:cubicBezTo>
                      <a:pt x="375" y="40"/>
                      <a:pt x="375" y="40"/>
                      <a:pt x="375" y="40"/>
                    </a:cubicBezTo>
                    <a:cubicBezTo>
                      <a:pt x="321" y="0"/>
                      <a:pt x="321" y="0"/>
                      <a:pt x="321" y="0"/>
                    </a:cubicBezTo>
                    <a:cubicBezTo>
                      <a:pt x="267" y="40"/>
                      <a:pt x="267" y="40"/>
                      <a:pt x="267" y="40"/>
                    </a:cubicBezTo>
                    <a:cubicBezTo>
                      <a:pt x="213" y="0"/>
                      <a:pt x="213" y="0"/>
                      <a:pt x="213" y="0"/>
                    </a:cubicBezTo>
                    <a:cubicBezTo>
                      <a:pt x="162" y="37"/>
                      <a:pt x="162" y="37"/>
                      <a:pt x="162" y="37"/>
                    </a:cubicBezTo>
                    <a:cubicBezTo>
                      <a:pt x="168" y="88"/>
                      <a:pt x="168" y="88"/>
                      <a:pt x="168" y="88"/>
                    </a:cubicBezTo>
                    <a:cubicBezTo>
                      <a:pt x="213" y="56"/>
                      <a:pt x="213" y="56"/>
                      <a:pt x="213" y="56"/>
                    </a:cubicBezTo>
                    <a:cubicBezTo>
                      <a:pt x="267" y="96"/>
                      <a:pt x="267" y="96"/>
                      <a:pt x="267" y="96"/>
                    </a:cubicBezTo>
                    <a:cubicBezTo>
                      <a:pt x="321" y="56"/>
                      <a:pt x="321" y="56"/>
                      <a:pt x="321" y="56"/>
                    </a:cubicBezTo>
                    <a:cubicBezTo>
                      <a:pt x="375" y="96"/>
                      <a:pt x="375" y="96"/>
                      <a:pt x="375" y="96"/>
                    </a:cubicBezTo>
                    <a:cubicBezTo>
                      <a:pt x="376" y="96"/>
                      <a:pt x="376" y="96"/>
                      <a:pt x="376" y="96"/>
                    </a:cubicBezTo>
                    <a:cubicBezTo>
                      <a:pt x="430" y="56"/>
                      <a:pt x="430" y="56"/>
                      <a:pt x="430" y="56"/>
                    </a:cubicBezTo>
                    <a:cubicBezTo>
                      <a:pt x="484" y="96"/>
                      <a:pt x="484" y="96"/>
                      <a:pt x="484" y="96"/>
                    </a:cubicBezTo>
                    <a:cubicBezTo>
                      <a:pt x="539" y="56"/>
                      <a:pt x="539" y="56"/>
                      <a:pt x="539" y="56"/>
                    </a:cubicBezTo>
                    <a:cubicBezTo>
                      <a:pt x="585" y="90"/>
                      <a:pt x="585" y="90"/>
                      <a:pt x="585" y="90"/>
                    </a:cubicBezTo>
                    <a:cubicBezTo>
                      <a:pt x="590" y="38"/>
                      <a:pt x="590" y="38"/>
                      <a:pt x="590" y="38"/>
                    </a:cubicBezTo>
                    <a:lnTo>
                      <a:pt x="539" y="0"/>
                    </a:lnTo>
                    <a:close/>
                    <a:moveTo>
                      <a:pt x="0" y="583"/>
                    </a:moveTo>
                    <a:cubicBezTo>
                      <a:pt x="0" y="639"/>
                      <a:pt x="46" y="685"/>
                      <a:pt x="102" y="685"/>
                    </a:cubicBezTo>
                    <a:cubicBezTo>
                      <a:pt x="7082" y="685"/>
                      <a:pt x="7082" y="685"/>
                      <a:pt x="7082" y="685"/>
                    </a:cubicBezTo>
                    <a:cubicBezTo>
                      <a:pt x="7138" y="685"/>
                      <a:pt x="7184" y="639"/>
                      <a:pt x="7184" y="583"/>
                    </a:cubicBezTo>
                    <a:cubicBezTo>
                      <a:pt x="7184" y="527"/>
                      <a:pt x="7138" y="481"/>
                      <a:pt x="7082" y="481"/>
                    </a:cubicBezTo>
                    <a:cubicBezTo>
                      <a:pt x="102" y="481"/>
                      <a:pt x="102" y="481"/>
                      <a:pt x="102" y="481"/>
                    </a:cubicBezTo>
                    <a:cubicBezTo>
                      <a:pt x="46" y="481"/>
                      <a:pt x="0" y="527"/>
                      <a:pt x="0" y="583"/>
                    </a:cubicBezTo>
                    <a:close/>
                    <a:moveTo>
                      <a:pt x="0" y="583"/>
                    </a:moveTo>
                    <a:cubicBezTo>
                      <a:pt x="0" y="583"/>
                      <a:pt x="0" y="583"/>
                      <a:pt x="0" y="583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2" name="Freeform 38"/>
              <p:cNvSpPr>
                <a:spLocks noEditPoints="1"/>
              </p:cNvSpPr>
              <p:nvPr userDrawn="1"/>
            </p:nvSpPr>
            <p:spPr bwMode="auto">
              <a:xfrm>
                <a:off x="1117" y="1150"/>
                <a:ext cx="12" cy="495"/>
              </a:xfrm>
              <a:custGeom>
                <a:avLst/>
                <a:gdLst>
                  <a:gd name="T0" fmla="*/ 9 w 12"/>
                  <a:gd name="T1" fmla="*/ 0 h 495"/>
                  <a:gd name="T2" fmla="*/ 6 w 12"/>
                  <a:gd name="T3" fmla="*/ 2 h 495"/>
                  <a:gd name="T4" fmla="*/ 4 w 12"/>
                  <a:gd name="T5" fmla="*/ 23 h 495"/>
                  <a:gd name="T6" fmla="*/ 12 w 12"/>
                  <a:gd name="T7" fmla="*/ 25 h 495"/>
                  <a:gd name="T8" fmla="*/ 12 w 12"/>
                  <a:gd name="T9" fmla="*/ 0 h 495"/>
                  <a:gd name="T10" fmla="*/ 9 w 12"/>
                  <a:gd name="T11" fmla="*/ 0 h 495"/>
                  <a:gd name="T12" fmla="*/ 2 w 12"/>
                  <a:gd name="T13" fmla="*/ 424 h 495"/>
                  <a:gd name="T14" fmla="*/ 1 w 12"/>
                  <a:gd name="T15" fmla="*/ 483 h 495"/>
                  <a:gd name="T16" fmla="*/ 6 w 12"/>
                  <a:gd name="T17" fmla="*/ 495 h 495"/>
                  <a:gd name="T18" fmla="*/ 12 w 12"/>
                  <a:gd name="T19" fmla="*/ 494 h 495"/>
                  <a:gd name="T20" fmla="*/ 12 w 12"/>
                  <a:gd name="T21" fmla="*/ 475 h 495"/>
                  <a:gd name="T22" fmla="*/ 2 w 12"/>
                  <a:gd name="T23" fmla="*/ 456 h 495"/>
                  <a:gd name="T24" fmla="*/ 3 w 12"/>
                  <a:gd name="T25" fmla="*/ 451 h 495"/>
                  <a:gd name="T26" fmla="*/ 12 w 12"/>
                  <a:gd name="T27" fmla="*/ 441 h 495"/>
                  <a:gd name="T28" fmla="*/ 12 w 12"/>
                  <a:gd name="T29" fmla="*/ 415 h 495"/>
                  <a:gd name="T30" fmla="*/ 2 w 12"/>
                  <a:gd name="T31" fmla="*/ 424 h 495"/>
                  <a:gd name="T32" fmla="*/ 4 w 12"/>
                  <a:gd name="T33" fmla="*/ 46 h 495"/>
                  <a:gd name="T34" fmla="*/ 3 w 12"/>
                  <a:gd name="T35" fmla="*/ 63 h 495"/>
                  <a:gd name="T36" fmla="*/ 12 w 12"/>
                  <a:gd name="T37" fmla="*/ 70 h 495"/>
                  <a:gd name="T38" fmla="*/ 12 w 12"/>
                  <a:gd name="T39" fmla="*/ 46 h 495"/>
                  <a:gd name="T40" fmla="*/ 4 w 12"/>
                  <a:gd name="T41" fmla="*/ 46 h 495"/>
                  <a:gd name="T42" fmla="*/ 1 w 12"/>
                  <a:gd name="T43" fmla="*/ 311 h 495"/>
                  <a:gd name="T44" fmla="*/ 12 w 12"/>
                  <a:gd name="T45" fmla="*/ 346 h 495"/>
                  <a:gd name="T46" fmla="*/ 12 w 12"/>
                  <a:gd name="T47" fmla="*/ 282 h 495"/>
                  <a:gd name="T48" fmla="*/ 1 w 12"/>
                  <a:gd name="T49" fmla="*/ 311 h 495"/>
                  <a:gd name="T50" fmla="*/ 1 w 12"/>
                  <a:gd name="T51" fmla="*/ 311 h 495"/>
                  <a:gd name="T52" fmla="*/ 1 w 12"/>
                  <a:gd name="T53" fmla="*/ 311 h 4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495">
                    <a:moveTo>
                      <a:pt x="9" y="0"/>
                    </a:moveTo>
                    <a:cubicBezTo>
                      <a:pt x="6" y="0"/>
                      <a:pt x="6" y="0"/>
                      <a:pt x="6" y="2"/>
                    </a:cubicBezTo>
                    <a:cubicBezTo>
                      <a:pt x="5" y="10"/>
                      <a:pt x="4" y="23"/>
                      <a:pt x="4" y="23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0"/>
                      <a:pt x="12" y="0"/>
                      <a:pt x="12" y="0"/>
                    </a:cubicBezTo>
                    <a:lnTo>
                      <a:pt x="9" y="0"/>
                    </a:lnTo>
                    <a:close/>
                    <a:moveTo>
                      <a:pt x="2" y="424"/>
                    </a:moveTo>
                    <a:cubicBezTo>
                      <a:pt x="1" y="483"/>
                      <a:pt x="1" y="483"/>
                      <a:pt x="1" y="483"/>
                    </a:cubicBezTo>
                    <a:cubicBezTo>
                      <a:pt x="0" y="493"/>
                      <a:pt x="2" y="495"/>
                      <a:pt x="6" y="495"/>
                    </a:cubicBezTo>
                    <a:cubicBezTo>
                      <a:pt x="10" y="495"/>
                      <a:pt x="12" y="494"/>
                      <a:pt x="12" y="494"/>
                    </a:cubicBezTo>
                    <a:cubicBezTo>
                      <a:pt x="12" y="475"/>
                      <a:pt x="12" y="475"/>
                      <a:pt x="12" y="475"/>
                    </a:cubicBezTo>
                    <a:cubicBezTo>
                      <a:pt x="2" y="456"/>
                      <a:pt x="2" y="456"/>
                      <a:pt x="2" y="456"/>
                    </a:cubicBezTo>
                    <a:cubicBezTo>
                      <a:pt x="3" y="451"/>
                      <a:pt x="3" y="451"/>
                      <a:pt x="3" y="451"/>
                    </a:cubicBezTo>
                    <a:cubicBezTo>
                      <a:pt x="12" y="441"/>
                      <a:pt x="12" y="441"/>
                      <a:pt x="12" y="441"/>
                    </a:cubicBezTo>
                    <a:cubicBezTo>
                      <a:pt x="12" y="415"/>
                      <a:pt x="12" y="415"/>
                      <a:pt x="12" y="415"/>
                    </a:cubicBezTo>
                    <a:cubicBezTo>
                      <a:pt x="4" y="416"/>
                      <a:pt x="2" y="418"/>
                      <a:pt x="2" y="424"/>
                    </a:cubicBezTo>
                    <a:close/>
                    <a:moveTo>
                      <a:pt x="4" y="46"/>
                    </a:moveTo>
                    <a:cubicBezTo>
                      <a:pt x="3" y="63"/>
                      <a:pt x="3" y="63"/>
                      <a:pt x="3" y="63"/>
                    </a:cubicBezTo>
                    <a:cubicBezTo>
                      <a:pt x="3" y="67"/>
                      <a:pt x="6" y="70"/>
                      <a:pt x="12" y="70"/>
                    </a:cubicBezTo>
                    <a:cubicBezTo>
                      <a:pt x="12" y="46"/>
                      <a:pt x="12" y="46"/>
                      <a:pt x="12" y="46"/>
                    </a:cubicBezTo>
                    <a:lnTo>
                      <a:pt x="4" y="46"/>
                    </a:lnTo>
                    <a:close/>
                    <a:moveTo>
                      <a:pt x="1" y="311"/>
                    </a:moveTo>
                    <a:cubicBezTo>
                      <a:pt x="1" y="331"/>
                      <a:pt x="5" y="342"/>
                      <a:pt x="12" y="346"/>
                    </a:cubicBezTo>
                    <a:cubicBezTo>
                      <a:pt x="12" y="282"/>
                      <a:pt x="12" y="282"/>
                      <a:pt x="12" y="282"/>
                    </a:cubicBezTo>
                    <a:cubicBezTo>
                      <a:pt x="4" y="284"/>
                      <a:pt x="1" y="292"/>
                      <a:pt x="1" y="311"/>
                    </a:cubicBezTo>
                    <a:close/>
                    <a:moveTo>
                      <a:pt x="1" y="311"/>
                    </a:moveTo>
                    <a:cubicBezTo>
                      <a:pt x="1" y="311"/>
                      <a:pt x="1" y="311"/>
                      <a:pt x="1" y="31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3" name="Freeform 39"/>
              <p:cNvSpPr>
                <a:spLocks noEditPoints="1"/>
              </p:cNvSpPr>
              <p:nvPr userDrawn="1"/>
            </p:nvSpPr>
            <p:spPr bwMode="auto">
              <a:xfrm>
                <a:off x="960" y="771"/>
                <a:ext cx="169" cy="1268"/>
              </a:xfrm>
              <a:custGeom>
                <a:avLst/>
                <a:gdLst>
                  <a:gd name="T0" fmla="*/ 47 w 169"/>
                  <a:gd name="T1" fmla="*/ 968 h 1268"/>
                  <a:gd name="T2" fmla="*/ 169 w 169"/>
                  <a:gd name="T3" fmla="*/ 988 h 1268"/>
                  <a:gd name="T4" fmla="*/ 145 w 169"/>
                  <a:gd name="T5" fmla="*/ 968 h 1268"/>
                  <a:gd name="T6" fmla="*/ 169 w 169"/>
                  <a:gd name="T7" fmla="*/ 948 h 1268"/>
                  <a:gd name="T8" fmla="*/ 169 w 169"/>
                  <a:gd name="T9" fmla="*/ 890 h 1268"/>
                  <a:gd name="T10" fmla="*/ 112 w 169"/>
                  <a:gd name="T11" fmla="*/ 890 h 1268"/>
                  <a:gd name="T12" fmla="*/ 125 w 169"/>
                  <a:gd name="T13" fmla="*/ 862 h 1268"/>
                  <a:gd name="T14" fmla="*/ 119 w 169"/>
                  <a:gd name="T15" fmla="*/ 794 h 1268"/>
                  <a:gd name="T16" fmla="*/ 113 w 169"/>
                  <a:gd name="T17" fmla="*/ 792 h 1268"/>
                  <a:gd name="T18" fmla="*/ 141 w 169"/>
                  <a:gd name="T19" fmla="*/ 779 h 1268"/>
                  <a:gd name="T20" fmla="*/ 169 w 169"/>
                  <a:gd name="T21" fmla="*/ 751 h 1268"/>
                  <a:gd name="T22" fmla="*/ 169 w 169"/>
                  <a:gd name="T23" fmla="*/ 638 h 1268"/>
                  <a:gd name="T24" fmla="*/ 168 w 169"/>
                  <a:gd name="T25" fmla="*/ 609 h 1268"/>
                  <a:gd name="T26" fmla="*/ 169 w 169"/>
                  <a:gd name="T27" fmla="*/ 595 h 1268"/>
                  <a:gd name="T28" fmla="*/ 165 w 169"/>
                  <a:gd name="T29" fmla="*/ 579 h 1268"/>
                  <a:gd name="T30" fmla="*/ 149 w 169"/>
                  <a:gd name="T31" fmla="*/ 587 h 1268"/>
                  <a:gd name="T32" fmla="*/ 154 w 169"/>
                  <a:gd name="T33" fmla="*/ 594 h 1268"/>
                  <a:gd name="T34" fmla="*/ 160 w 169"/>
                  <a:gd name="T35" fmla="*/ 596 h 1268"/>
                  <a:gd name="T36" fmla="*/ 132 w 169"/>
                  <a:gd name="T37" fmla="*/ 610 h 1268"/>
                  <a:gd name="T38" fmla="*/ 111 w 169"/>
                  <a:gd name="T39" fmla="*/ 595 h 1268"/>
                  <a:gd name="T40" fmla="*/ 147 w 169"/>
                  <a:gd name="T41" fmla="*/ 500 h 1268"/>
                  <a:gd name="T42" fmla="*/ 169 w 169"/>
                  <a:gd name="T43" fmla="*/ 471 h 1268"/>
                  <a:gd name="T44" fmla="*/ 114 w 169"/>
                  <a:gd name="T45" fmla="*/ 471 h 1268"/>
                  <a:gd name="T46" fmla="*/ 127 w 169"/>
                  <a:gd name="T47" fmla="*/ 443 h 1268"/>
                  <a:gd name="T48" fmla="*/ 122 w 169"/>
                  <a:gd name="T49" fmla="*/ 375 h 1268"/>
                  <a:gd name="T50" fmla="*/ 115 w 169"/>
                  <a:gd name="T51" fmla="*/ 373 h 1268"/>
                  <a:gd name="T52" fmla="*/ 145 w 169"/>
                  <a:gd name="T53" fmla="*/ 359 h 1268"/>
                  <a:gd name="T54" fmla="*/ 169 w 169"/>
                  <a:gd name="T55" fmla="*/ 324 h 1268"/>
                  <a:gd name="T56" fmla="*/ 145 w 169"/>
                  <a:gd name="T57" fmla="*/ 304 h 1268"/>
                  <a:gd name="T58" fmla="*/ 169 w 169"/>
                  <a:gd name="T59" fmla="*/ 284 h 1268"/>
                  <a:gd name="T60" fmla="*/ 167 w 169"/>
                  <a:gd name="T61" fmla="*/ 249 h 1268"/>
                  <a:gd name="T62" fmla="*/ 47 w 169"/>
                  <a:gd name="T63" fmla="*/ 49 h 1268"/>
                  <a:gd name="T64" fmla="*/ 169 w 169"/>
                  <a:gd name="T65" fmla="*/ 0 h 1268"/>
                  <a:gd name="T66" fmla="*/ 0 w 169"/>
                  <a:gd name="T67" fmla="*/ 1268 h 1268"/>
                  <a:gd name="T68" fmla="*/ 169 w 169"/>
                  <a:gd name="T69" fmla="*/ 1222 h 1268"/>
                  <a:gd name="T70" fmla="*/ 47 w 169"/>
                  <a:gd name="T71" fmla="*/ 1222 h 1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69" h="1268">
                    <a:moveTo>
                      <a:pt x="47" y="1222"/>
                    </a:moveTo>
                    <a:cubicBezTo>
                      <a:pt x="47" y="968"/>
                      <a:pt x="47" y="968"/>
                      <a:pt x="47" y="968"/>
                    </a:cubicBezTo>
                    <a:cubicBezTo>
                      <a:pt x="169" y="1022"/>
                      <a:pt x="169" y="1022"/>
                      <a:pt x="169" y="1022"/>
                    </a:cubicBezTo>
                    <a:cubicBezTo>
                      <a:pt x="169" y="988"/>
                      <a:pt x="169" y="988"/>
                      <a:pt x="169" y="988"/>
                    </a:cubicBezTo>
                    <a:cubicBezTo>
                      <a:pt x="168" y="988"/>
                      <a:pt x="167" y="988"/>
                      <a:pt x="166" y="988"/>
                    </a:cubicBezTo>
                    <a:cubicBezTo>
                      <a:pt x="154" y="988"/>
                      <a:pt x="145" y="979"/>
                      <a:pt x="145" y="968"/>
                    </a:cubicBezTo>
                    <a:cubicBezTo>
                      <a:pt x="145" y="957"/>
                      <a:pt x="154" y="948"/>
                      <a:pt x="166" y="948"/>
                    </a:cubicBezTo>
                    <a:cubicBezTo>
                      <a:pt x="167" y="948"/>
                      <a:pt x="168" y="948"/>
                      <a:pt x="169" y="948"/>
                    </a:cubicBezTo>
                    <a:cubicBezTo>
                      <a:pt x="169" y="889"/>
                      <a:pt x="169" y="889"/>
                      <a:pt x="169" y="889"/>
                    </a:cubicBezTo>
                    <a:cubicBezTo>
                      <a:pt x="169" y="890"/>
                      <a:pt x="169" y="890"/>
                      <a:pt x="169" y="890"/>
                    </a:cubicBezTo>
                    <a:cubicBezTo>
                      <a:pt x="169" y="890"/>
                      <a:pt x="148" y="889"/>
                      <a:pt x="140" y="889"/>
                    </a:cubicBezTo>
                    <a:cubicBezTo>
                      <a:pt x="130" y="889"/>
                      <a:pt x="112" y="890"/>
                      <a:pt x="112" y="890"/>
                    </a:cubicBezTo>
                    <a:cubicBezTo>
                      <a:pt x="113" y="876"/>
                      <a:pt x="113" y="876"/>
                      <a:pt x="113" y="876"/>
                    </a:cubicBezTo>
                    <a:cubicBezTo>
                      <a:pt x="122" y="874"/>
                      <a:pt x="125" y="871"/>
                      <a:pt x="125" y="862"/>
                    </a:cubicBezTo>
                    <a:cubicBezTo>
                      <a:pt x="125" y="803"/>
                      <a:pt x="125" y="803"/>
                      <a:pt x="125" y="803"/>
                    </a:cubicBezTo>
                    <a:cubicBezTo>
                      <a:pt x="125" y="796"/>
                      <a:pt x="123" y="794"/>
                      <a:pt x="119" y="794"/>
                    </a:cubicBezTo>
                    <a:cubicBezTo>
                      <a:pt x="117" y="794"/>
                      <a:pt x="114" y="794"/>
                      <a:pt x="114" y="794"/>
                    </a:cubicBezTo>
                    <a:cubicBezTo>
                      <a:pt x="113" y="792"/>
                      <a:pt x="113" y="792"/>
                      <a:pt x="113" y="792"/>
                    </a:cubicBezTo>
                    <a:cubicBezTo>
                      <a:pt x="114" y="779"/>
                      <a:pt x="114" y="779"/>
                      <a:pt x="114" y="779"/>
                    </a:cubicBezTo>
                    <a:cubicBezTo>
                      <a:pt x="114" y="779"/>
                      <a:pt x="138" y="779"/>
                      <a:pt x="141" y="779"/>
                    </a:cubicBezTo>
                    <a:cubicBezTo>
                      <a:pt x="147" y="779"/>
                      <a:pt x="163" y="779"/>
                      <a:pt x="169" y="779"/>
                    </a:cubicBezTo>
                    <a:cubicBezTo>
                      <a:pt x="169" y="751"/>
                      <a:pt x="169" y="751"/>
                      <a:pt x="169" y="751"/>
                    </a:cubicBezTo>
                    <a:cubicBezTo>
                      <a:pt x="138" y="751"/>
                      <a:pt x="119" y="731"/>
                      <a:pt x="119" y="697"/>
                    </a:cubicBezTo>
                    <a:cubicBezTo>
                      <a:pt x="119" y="662"/>
                      <a:pt x="137" y="642"/>
                      <a:pt x="169" y="638"/>
                    </a:cubicBezTo>
                    <a:cubicBezTo>
                      <a:pt x="169" y="611"/>
                      <a:pt x="169" y="611"/>
                      <a:pt x="169" y="611"/>
                    </a:cubicBezTo>
                    <a:cubicBezTo>
                      <a:pt x="168" y="609"/>
                      <a:pt x="168" y="609"/>
                      <a:pt x="168" y="609"/>
                    </a:cubicBezTo>
                    <a:cubicBezTo>
                      <a:pt x="169" y="595"/>
                      <a:pt x="169" y="595"/>
                      <a:pt x="169" y="595"/>
                    </a:cubicBezTo>
                    <a:cubicBezTo>
                      <a:pt x="169" y="595"/>
                      <a:pt x="169" y="595"/>
                      <a:pt x="169" y="595"/>
                    </a:cubicBezTo>
                    <a:cubicBezTo>
                      <a:pt x="169" y="579"/>
                      <a:pt x="169" y="579"/>
                      <a:pt x="169" y="579"/>
                    </a:cubicBezTo>
                    <a:cubicBezTo>
                      <a:pt x="165" y="579"/>
                      <a:pt x="165" y="579"/>
                      <a:pt x="165" y="579"/>
                    </a:cubicBezTo>
                    <a:cubicBezTo>
                      <a:pt x="161" y="579"/>
                      <a:pt x="156" y="579"/>
                      <a:pt x="151" y="580"/>
                    </a:cubicBezTo>
                    <a:cubicBezTo>
                      <a:pt x="149" y="587"/>
                      <a:pt x="149" y="587"/>
                      <a:pt x="149" y="587"/>
                    </a:cubicBezTo>
                    <a:cubicBezTo>
                      <a:pt x="149" y="589"/>
                      <a:pt x="149" y="590"/>
                      <a:pt x="149" y="591"/>
                    </a:cubicBezTo>
                    <a:cubicBezTo>
                      <a:pt x="149" y="594"/>
                      <a:pt x="149" y="594"/>
                      <a:pt x="154" y="594"/>
                    </a:cubicBezTo>
                    <a:cubicBezTo>
                      <a:pt x="159" y="594"/>
                      <a:pt x="159" y="594"/>
                      <a:pt x="159" y="594"/>
                    </a:cubicBezTo>
                    <a:cubicBezTo>
                      <a:pt x="160" y="596"/>
                      <a:pt x="160" y="596"/>
                      <a:pt x="160" y="596"/>
                    </a:cubicBezTo>
                    <a:cubicBezTo>
                      <a:pt x="159" y="610"/>
                      <a:pt x="159" y="610"/>
                      <a:pt x="159" y="610"/>
                    </a:cubicBezTo>
                    <a:cubicBezTo>
                      <a:pt x="159" y="610"/>
                      <a:pt x="143" y="610"/>
                      <a:pt x="132" y="610"/>
                    </a:cubicBezTo>
                    <a:cubicBezTo>
                      <a:pt x="122" y="610"/>
                      <a:pt x="110" y="610"/>
                      <a:pt x="110" y="610"/>
                    </a:cubicBezTo>
                    <a:cubicBezTo>
                      <a:pt x="111" y="595"/>
                      <a:pt x="111" y="595"/>
                      <a:pt x="111" y="595"/>
                    </a:cubicBezTo>
                    <a:cubicBezTo>
                      <a:pt x="115" y="594"/>
                      <a:pt x="118" y="591"/>
                      <a:pt x="119" y="586"/>
                    </a:cubicBezTo>
                    <a:cubicBezTo>
                      <a:pt x="147" y="500"/>
                      <a:pt x="147" y="500"/>
                      <a:pt x="147" y="500"/>
                    </a:cubicBezTo>
                    <a:cubicBezTo>
                      <a:pt x="169" y="499"/>
                      <a:pt x="169" y="499"/>
                      <a:pt x="169" y="499"/>
                    </a:cubicBezTo>
                    <a:cubicBezTo>
                      <a:pt x="169" y="471"/>
                      <a:pt x="169" y="471"/>
                      <a:pt x="169" y="471"/>
                    </a:cubicBezTo>
                    <a:cubicBezTo>
                      <a:pt x="161" y="471"/>
                      <a:pt x="148" y="470"/>
                      <a:pt x="145" y="470"/>
                    </a:cubicBezTo>
                    <a:cubicBezTo>
                      <a:pt x="134" y="470"/>
                      <a:pt x="114" y="471"/>
                      <a:pt x="114" y="471"/>
                    </a:cubicBezTo>
                    <a:cubicBezTo>
                      <a:pt x="115" y="456"/>
                      <a:pt x="115" y="456"/>
                      <a:pt x="115" y="456"/>
                    </a:cubicBezTo>
                    <a:cubicBezTo>
                      <a:pt x="124" y="454"/>
                      <a:pt x="127" y="452"/>
                      <a:pt x="127" y="443"/>
                    </a:cubicBezTo>
                    <a:cubicBezTo>
                      <a:pt x="127" y="382"/>
                      <a:pt x="127" y="382"/>
                      <a:pt x="127" y="382"/>
                    </a:cubicBezTo>
                    <a:cubicBezTo>
                      <a:pt x="127" y="377"/>
                      <a:pt x="125" y="375"/>
                      <a:pt x="122" y="375"/>
                    </a:cubicBezTo>
                    <a:cubicBezTo>
                      <a:pt x="120" y="375"/>
                      <a:pt x="117" y="375"/>
                      <a:pt x="117" y="375"/>
                    </a:cubicBezTo>
                    <a:cubicBezTo>
                      <a:pt x="115" y="373"/>
                      <a:pt x="115" y="373"/>
                      <a:pt x="115" y="373"/>
                    </a:cubicBezTo>
                    <a:cubicBezTo>
                      <a:pt x="117" y="359"/>
                      <a:pt x="117" y="359"/>
                      <a:pt x="117" y="359"/>
                    </a:cubicBezTo>
                    <a:cubicBezTo>
                      <a:pt x="117" y="359"/>
                      <a:pt x="140" y="359"/>
                      <a:pt x="145" y="359"/>
                    </a:cubicBezTo>
                    <a:cubicBezTo>
                      <a:pt x="149" y="359"/>
                      <a:pt x="160" y="359"/>
                      <a:pt x="169" y="359"/>
                    </a:cubicBezTo>
                    <a:cubicBezTo>
                      <a:pt x="169" y="324"/>
                      <a:pt x="169" y="324"/>
                      <a:pt x="169" y="324"/>
                    </a:cubicBezTo>
                    <a:cubicBezTo>
                      <a:pt x="168" y="324"/>
                      <a:pt x="166" y="324"/>
                      <a:pt x="165" y="324"/>
                    </a:cubicBezTo>
                    <a:cubicBezTo>
                      <a:pt x="154" y="324"/>
                      <a:pt x="145" y="315"/>
                      <a:pt x="145" y="304"/>
                    </a:cubicBezTo>
                    <a:cubicBezTo>
                      <a:pt x="145" y="293"/>
                      <a:pt x="154" y="284"/>
                      <a:pt x="165" y="284"/>
                    </a:cubicBezTo>
                    <a:cubicBezTo>
                      <a:pt x="166" y="284"/>
                      <a:pt x="167" y="284"/>
                      <a:pt x="169" y="284"/>
                    </a:cubicBezTo>
                    <a:cubicBezTo>
                      <a:pt x="169" y="250"/>
                      <a:pt x="169" y="250"/>
                      <a:pt x="169" y="250"/>
                    </a:cubicBezTo>
                    <a:cubicBezTo>
                      <a:pt x="167" y="249"/>
                      <a:pt x="167" y="249"/>
                      <a:pt x="167" y="249"/>
                    </a:cubicBezTo>
                    <a:cubicBezTo>
                      <a:pt x="47" y="304"/>
                      <a:pt x="47" y="304"/>
                      <a:pt x="47" y="304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169" y="49"/>
                      <a:pt x="169" y="49"/>
                      <a:pt x="169" y="49"/>
                    </a:cubicBezTo>
                    <a:cubicBezTo>
                      <a:pt x="169" y="0"/>
                      <a:pt x="169" y="0"/>
                      <a:pt x="16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68"/>
                      <a:pt x="0" y="1268"/>
                      <a:pt x="0" y="1268"/>
                    </a:cubicBezTo>
                    <a:cubicBezTo>
                      <a:pt x="169" y="1268"/>
                      <a:pt x="169" y="1268"/>
                      <a:pt x="169" y="1268"/>
                    </a:cubicBezTo>
                    <a:cubicBezTo>
                      <a:pt x="169" y="1222"/>
                      <a:pt x="169" y="1222"/>
                      <a:pt x="169" y="1222"/>
                    </a:cubicBezTo>
                    <a:cubicBezTo>
                      <a:pt x="47" y="1222"/>
                      <a:pt x="47" y="1222"/>
                      <a:pt x="47" y="1222"/>
                    </a:cubicBezTo>
                    <a:close/>
                    <a:moveTo>
                      <a:pt x="47" y="1222"/>
                    </a:moveTo>
                    <a:cubicBezTo>
                      <a:pt x="47" y="1222"/>
                      <a:pt x="47" y="1222"/>
                      <a:pt x="47" y="122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4" name="Freeform 40"/>
              <p:cNvSpPr>
                <a:spLocks noEditPoints="1"/>
              </p:cNvSpPr>
              <p:nvPr userDrawn="1"/>
            </p:nvSpPr>
            <p:spPr bwMode="auto">
              <a:xfrm>
                <a:off x="1117" y="1298"/>
                <a:ext cx="12" cy="31"/>
              </a:xfrm>
              <a:custGeom>
                <a:avLst/>
                <a:gdLst>
                  <a:gd name="T0" fmla="*/ 12 w 12"/>
                  <a:gd name="T1" fmla="*/ 0 h 31"/>
                  <a:gd name="T2" fmla="*/ 8 w 12"/>
                  <a:gd name="T3" fmla="*/ 0 h 31"/>
                  <a:gd name="T4" fmla="*/ 0 w 12"/>
                  <a:gd name="T5" fmla="*/ 31 h 31"/>
                  <a:gd name="T6" fmla="*/ 12 w 12"/>
                  <a:gd name="T7" fmla="*/ 31 h 31"/>
                  <a:gd name="T8" fmla="*/ 12 w 12"/>
                  <a:gd name="T9" fmla="*/ 0 h 31"/>
                  <a:gd name="T10" fmla="*/ 12 w 12"/>
                  <a:gd name="T11" fmla="*/ 0 h 31"/>
                  <a:gd name="T12" fmla="*/ 12 w 12"/>
                  <a:gd name="T13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31">
                    <a:moveTo>
                      <a:pt x="12" y="0"/>
                    </a:moveTo>
                    <a:lnTo>
                      <a:pt x="8" y="0"/>
                    </a:lnTo>
                    <a:lnTo>
                      <a:pt x="0" y="31"/>
                    </a:lnTo>
                    <a:lnTo>
                      <a:pt x="12" y="31"/>
                    </a:lnTo>
                    <a:lnTo>
                      <a:pt x="12" y="0"/>
                    </a:lnTo>
                    <a:close/>
                    <a:moveTo>
                      <a:pt x="12" y="0"/>
                    </a:move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5" name="Freeform 41"/>
              <p:cNvSpPr>
                <a:spLocks noEditPoints="1"/>
              </p:cNvSpPr>
              <p:nvPr userDrawn="1"/>
            </p:nvSpPr>
            <p:spPr bwMode="auto">
              <a:xfrm>
                <a:off x="1117" y="1298"/>
                <a:ext cx="12" cy="31"/>
              </a:xfrm>
              <a:custGeom>
                <a:avLst/>
                <a:gdLst>
                  <a:gd name="T0" fmla="*/ 12 w 12"/>
                  <a:gd name="T1" fmla="*/ 0 h 31"/>
                  <a:gd name="T2" fmla="*/ 8 w 12"/>
                  <a:gd name="T3" fmla="*/ 0 h 31"/>
                  <a:gd name="T4" fmla="*/ 0 w 12"/>
                  <a:gd name="T5" fmla="*/ 31 h 31"/>
                  <a:gd name="T6" fmla="*/ 12 w 12"/>
                  <a:gd name="T7" fmla="*/ 31 h 31"/>
                  <a:gd name="T8" fmla="*/ 12 w 12"/>
                  <a:gd name="T9" fmla="*/ 0 h 31"/>
                  <a:gd name="T10" fmla="*/ 12 w 12"/>
                  <a:gd name="T11" fmla="*/ 0 h 31"/>
                  <a:gd name="T12" fmla="*/ 12 w 12"/>
                  <a:gd name="T13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31">
                    <a:moveTo>
                      <a:pt x="12" y="0"/>
                    </a:moveTo>
                    <a:lnTo>
                      <a:pt x="8" y="0"/>
                    </a:lnTo>
                    <a:lnTo>
                      <a:pt x="0" y="31"/>
                    </a:lnTo>
                    <a:lnTo>
                      <a:pt x="12" y="31"/>
                    </a:lnTo>
                    <a:lnTo>
                      <a:pt x="12" y="0"/>
                    </a:lnTo>
                    <a:moveTo>
                      <a:pt x="12" y="0"/>
                    </a:moveTo>
                    <a:lnTo>
                      <a:pt x="1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6" name="Freeform 42"/>
              <p:cNvSpPr>
                <a:spLocks noEditPoints="1"/>
              </p:cNvSpPr>
              <p:nvPr userDrawn="1"/>
            </p:nvSpPr>
            <p:spPr bwMode="auto">
              <a:xfrm>
                <a:off x="1128" y="1365"/>
                <a:ext cx="1" cy="16"/>
              </a:xfrm>
              <a:custGeom>
                <a:avLst/>
                <a:gdLst>
                  <a:gd name="T0" fmla="*/ 1 w 1"/>
                  <a:gd name="T1" fmla="*/ 0 h 16"/>
                  <a:gd name="T2" fmla="*/ 0 w 1"/>
                  <a:gd name="T3" fmla="*/ 14 h 16"/>
                  <a:gd name="T4" fmla="*/ 1 w 1"/>
                  <a:gd name="T5" fmla="*/ 16 h 16"/>
                  <a:gd name="T6" fmla="*/ 1 w 1"/>
                  <a:gd name="T7" fmla="*/ 0 h 16"/>
                  <a:gd name="T8" fmla="*/ 1 w 1"/>
                  <a:gd name="T9" fmla="*/ 0 h 16"/>
                  <a:gd name="T10" fmla="*/ 1 w 1"/>
                  <a:gd name="T1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16">
                    <a:moveTo>
                      <a:pt x="1" y="0"/>
                    </a:moveTo>
                    <a:lnTo>
                      <a:pt x="0" y="14"/>
                    </a:lnTo>
                    <a:lnTo>
                      <a:pt x="1" y="16"/>
                    </a:lnTo>
                    <a:lnTo>
                      <a:pt x="1" y="0"/>
                    </a:lnTo>
                    <a:close/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BC16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7" name="Freeform 43"/>
              <p:cNvSpPr>
                <a:spLocks noEditPoints="1"/>
              </p:cNvSpPr>
              <p:nvPr userDrawn="1"/>
            </p:nvSpPr>
            <p:spPr bwMode="auto">
              <a:xfrm>
                <a:off x="1128" y="1365"/>
                <a:ext cx="1" cy="16"/>
              </a:xfrm>
              <a:custGeom>
                <a:avLst/>
                <a:gdLst>
                  <a:gd name="T0" fmla="*/ 1 w 1"/>
                  <a:gd name="T1" fmla="*/ 0 h 16"/>
                  <a:gd name="T2" fmla="*/ 0 w 1"/>
                  <a:gd name="T3" fmla="*/ 14 h 16"/>
                  <a:gd name="T4" fmla="*/ 1 w 1"/>
                  <a:gd name="T5" fmla="*/ 16 h 16"/>
                  <a:gd name="T6" fmla="*/ 1 w 1"/>
                  <a:gd name="T7" fmla="*/ 0 h 16"/>
                  <a:gd name="T8" fmla="*/ 1 w 1"/>
                  <a:gd name="T9" fmla="*/ 0 h 16"/>
                  <a:gd name="T10" fmla="*/ 1 w 1"/>
                  <a:gd name="T1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16">
                    <a:moveTo>
                      <a:pt x="1" y="0"/>
                    </a:moveTo>
                    <a:lnTo>
                      <a:pt x="0" y="14"/>
                    </a:lnTo>
                    <a:lnTo>
                      <a:pt x="1" y="16"/>
                    </a:lnTo>
                    <a:lnTo>
                      <a:pt x="1" y="0"/>
                    </a:lnTo>
                    <a:moveTo>
                      <a:pt x="1" y="0"/>
                    </a:move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8" name="Freeform 44"/>
              <p:cNvSpPr>
                <a:spLocks noEditPoints="1"/>
              </p:cNvSpPr>
              <p:nvPr userDrawn="1"/>
            </p:nvSpPr>
            <p:spPr bwMode="auto">
              <a:xfrm>
                <a:off x="1105" y="1055"/>
                <a:ext cx="24" cy="570"/>
              </a:xfrm>
              <a:custGeom>
                <a:avLst/>
                <a:gdLst>
                  <a:gd name="T0" fmla="*/ 15 w 24"/>
                  <a:gd name="T1" fmla="*/ 551 h 570"/>
                  <a:gd name="T2" fmla="*/ 24 w 24"/>
                  <a:gd name="T3" fmla="*/ 570 h 570"/>
                  <a:gd name="T4" fmla="*/ 24 w 24"/>
                  <a:gd name="T5" fmla="*/ 536 h 570"/>
                  <a:gd name="T6" fmla="*/ 15 w 24"/>
                  <a:gd name="T7" fmla="*/ 546 h 570"/>
                  <a:gd name="T8" fmla="*/ 15 w 24"/>
                  <a:gd name="T9" fmla="*/ 551 h 570"/>
                  <a:gd name="T10" fmla="*/ 0 w 24"/>
                  <a:gd name="T11" fmla="*/ 20 h 570"/>
                  <a:gd name="T12" fmla="*/ 21 w 24"/>
                  <a:gd name="T13" fmla="*/ 40 h 570"/>
                  <a:gd name="T14" fmla="*/ 24 w 24"/>
                  <a:gd name="T15" fmla="*/ 39 h 570"/>
                  <a:gd name="T16" fmla="*/ 24 w 24"/>
                  <a:gd name="T17" fmla="*/ 0 h 570"/>
                  <a:gd name="T18" fmla="*/ 21 w 24"/>
                  <a:gd name="T19" fmla="*/ 0 h 570"/>
                  <a:gd name="T20" fmla="*/ 0 w 24"/>
                  <a:gd name="T21" fmla="*/ 20 h 570"/>
                  <a:gd name="T22" fmla="*/ 0 w 24"/>
                  <a:gd name="T23" fmla="*/ 20 h 570"/>
                  <a:gd name="T24" fmla="*/ 0 w 24"/>
                  <a:gd name="T25" fmla="*/ 20 h 5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4" h="570">
                    <a:moveTo>
                      <a:pt x="15" y="551"/>
                    </a:moveTo>
                    <a:cubicBezTo>
                      <a:pt x="24" y="570"/>
                      <a:pt x="24" y="570"/>
                      <a:pt x="24" y="570"/>
                    </a:cubicBezTo>
                    <a:cubicBezTo>
                      <a:pt x="24" y="536"/>
                      <a:pt x="24" y="536"/>
                      <a:pt x="24" y="536"/>
                    </a:cubicBezTo>
                    <a:cubicBezTo>
                      <a:pt x="15" y="546"/>
                      <a:pt x="15" y="546"/>
                      <a:pt x="15" y="546"/>
                    </a:cubicBezTo>
                    <a:lnTo>
                      <a:pt x="15" y="551"/>
                    </a:lnTo>
                    <a:close/>
                    <a:moveTo>
                      <a:pt x="0" y="20"/>
                    </a:moveTo>
                    <a:cubicBezTo>
                      <a:pt x="0" y="31"/>
                      <a:pt x="9" y="40"/>
                      <a:pt x="21" y="40"/>
                    </a:cubicBezTo>
                    <a:cubicBezTo>
                      <a:pt x="22" y="40"/>
                      <a:pt x="23" y="39"/>
                      <a:pt x="24" y="39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0"/>
                      <a:pt x="22" y="0"/>
                      <a:pt x="21" y="0"/>
                    </a:cubicBezTo>
                    <a:cubicBezTo>
                      <a:pt x="9" y="0"/>
                      <a:pt x="0" y="8"/>
                      <a:pt x="0" y="20"/>
                    </a:cubicBezTo>
                    <a:close/>
                    <a:moveTo>
                      <a:pt x="0" y="20"/>
                    </a:moveTo>
                    <a:cubicBezTo>
                      <a:pt x="0" y="20"/>
                      <a:pt x="0" y="20"/>
                      <a:pt x="0" y="20"/>
                    </a:cubicBezTo>
                  </a:path>
                </a:pathLst>
              </a:custGeom>
              <a:solidFill>
                <a:srgbClr val="8557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9" name="Rectangle 45"/>
              <p:cNvSpPr>
                <a:spLocks noChangeArrowheads="1"/>
              </p:cNvSpPr>
              <p:nvPr userDrawn="1"/>
            </p:nvSpPr>
            <p:spPr bwMode="auto">
              <a:xfrm>
                <a:off x="1297" y="771"/>
                <a:ext cx="1" cy="1268"/>
              </a:xfrm>
              <a:prstGeom prst="rect">
                <a:avLst/>
              </a:prstGeom>
              <a:solidFill>
                <a:srgbClr val="3F2B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0" name="Freeform 46"/>
              <p:cNvSpPr>
                <a:spLocks noEditPoints="1"/>
              </p:cNvSpPr>
              <p:nvPr userDrawn="1"/>
            </p:nvSpPr>
            <p:spPr bwMode="auto">
              <a:xfrm>
                <a:off x="1129" y="1300"/>
                <a:ext cx="5" cy="29"/>
              </a:xfrm>
              <a:custGeom>
                <a:avLst/>
                <a:gdLst>
                  <a:gd name="T0" fmla="*/ 0 w 5"/>
                  <a:gd name="T1" fmla="*/ 0 h 29"/>
                  <a:gd name="T2" fmla="*/ 0 w 5"/>
                  <a:gd name="T3" fmla="*/ 29 h 29"/>
                  <a:gd name="T4" fmla="*/ 5 w 5"/>
                  <a:gd name="T5" fmla="*/ 28 h 29"/>
                  <a:gd name="T6" fmla="*/ 0 w 5"/>
                  <a:gd name="T7" fmla="*/ 0 h 29"/>
                  <a:gd name="T8" fmla="*/ 0 w 5"/>
                  <a:gd name="T9" fmla="*/ 0 h 29"/>
                  <a:gd name="T10" fmla="*/ 0 w 5"/>
                  <a:gd name="T11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29">
                    <a:moveTo>
                      <a:pt x="0" y="0"/>
                    </a:moveTo>
                    <a:cubicBezTo>
                      <a:pt x="0" y="29"/>
                      <a:pt x="0" y="29"/>
                      <a:pt x="0" y="29"/>
                    </a:cubicBezTo>
                    <a:cubicBezTo>
                      <a:pt x="2" y="29"/>
                      <a:pt x="3" y="29"/>
                      <a:pt x="5" y="28"/>
                    </a:cubicBezTo>
                    <a:lnTo>
                      <a:pt x="0" y="0"/>
                    </a:lnTo>
                    <a:close/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FE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1" name="Freeform 47"/>
              <p:cNvSpPr>
                <a:spLocks noEditPoints="1"/>
              </p:cNvSpPr>
              <p:nvPr userDrawn="1"/>
            </p:nvSpPr>
            <p:spPr bwMode="auto">
              <a:xfrm>
                <a:off x="1129" y="1196"/>
                <a:ext cx="16" cy="24"/>
              </a:xfrm>
              <a:custGeom>
                <a:avLst/>
                <a:gdLst>
                  <a:gd name="T0" fmla="*/ 16 w 16"/>
                  <a:gd name="T1" fmla="*/ 12 h 24"/>
                  <a:gd name="T2" fmla="*/ 5 w 16"/>
                  <a:gd name="T3" fmla="*/ 0 h 24"/>
                  <a:gd name="T4" fmla="*/ 0 w 16"/>
                  <a:gd name="T5" fmla="*/ 0 h 24"/>
                  <a:gd name="T6" fmla="*/ 0 w 16"/>
                  <a:gd name="T7" fmla="*/ 24 h 24"/>
                  <a:gd name="T8" fmla="*/ 4 w 16"/>
                  <a:gd name="T9" fmla="*/ 24 h 24"/>
                  <a:gd name="T10" fmla="*/ 16 w 16"/>
                  <a:gd name="T11" fmla="*/ 12 h 24"/>
                  <a:gd name="T12" fmla="*/ 16 w 16"/>
                  <a:gd name="T13" fmla="*/ 12 h 24"/>
                  <a:gd name="T14" fmla="*/ 16 w 16"/>
                  <a:gd name="T15" fmla="*/ 1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" h="24">
                    <a:moveTo>
                      <a:pt x="16" y="12"/>
                    </a:moveTo>
                    <a:cubicBezTo>
                      <a:pt x="16" y="6"/>
                      <a:pt x="12" y="2"/>
                      <a:pt x="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4"/>
                      <a:pt x="2" y="24"/>
                      <a:pt x="4" y="24"/>
                    </a:cubicBezTo>
                    <a:cubicBezTo>
                      <a:pt x="12" y="24"/>
                      <a:pt x="16" y="20"/>
                      <a:pt x="16" y="12"/>
                    </a:cubicBezTo>
                    <a:close/>
                    <a:moveTo>
                      <a:pt x="16" y="12"/>
                    </a:moveTo>
                    <a:cubicBezTo>
                      <a:pt x="16" y="12"/>
                      <a:pt x="16" y="12"/>
                      <a:pt x="16" y="1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2" name="Freeform 48"/>
              <p:cNvSpPr>
                <a:spLocks noEditPoints="1"/>
              </p:cNvSpPr>
              <p:nvPr userDrawn="1"/>
            </p:nvSpPr>
            <p:spPr bwMode="auto">
              <a:xfrm>
                <a:off x="1129" y="771"/>
                <a:ext cx="169" cy="1270"/>
              </a:xfrm>
              <a:custGeom>
                <a:avLst/>
                <a:gdLst>
                  <a:gd name="T0" fmla="*/ 0 w 169"/>
                  <a:gd name="T1" fmla="*/ 49 h 1270"/>
                  <a:gd name="T2" fmla="*/ 122 w 169"/>
                  <a:gd name="T3" fmla="*/ 304 h 1270"/>
                  <a:gd name="T4" fmla="*/ 0 w 169"/>
                  <a:gd name="T5" fmla="*/ 284 h 1270"/>
                  <a:gd name="T6" fmla="*/ 0 w 169"/>
                  <a:gd name="T7" fmla="*/ 323 h 1270"/>
                  <a:gd name="T8" fmla="*/ 9 w 169"/>
                  <a:gd name="T9" fmla="*/ 358 h 1270"/>
                  <a:gd name="T10" fmla="*/ 32 w 169"/>
                  <a:gd name="T11" fmla="*/ 411 h 1270"/>
                  <a:gd name="T12" fmla="*/ 4 w 169"/>
                  <a:gd name="T13" fmla="*/ 471 h 1270"/>
                  <a:gd name="T14" fmla="*/ 0 w 169"/>
                  <a:gd name="T15" fmla="*/ 498 h 1270"/>
                  <a:gd name="T16" fmla="*/ 26 w 169"/>
                  <a:gd name="T17" fmla="*/ 499 h 1270"/>
                  <a:gd name="T18" fmla="*/ 57 w 169"/>
                  <a:gd name="T19" fmla="*/ 594 h 1270"/>
                  <a:gd name="T20" fmla="*/ 57 w 169"/>
                  <a:gd name="T21" fmla="*/ 610 h 1270"/>
                  <a:gd name="T22" fmla="*/ 0 w 169"/>
                  <a:gd name="T23" fmla="*/ 610 h 1270"/>
                  <a:gd name="T24" fmla="*/ 11 w 169"/>
                  <a:gd name="T25" fmla="*/ 637 h 1270"/>
                  <a:gd name="T26" fmla="*/ 48 w 169"/>
                  <a:gd name="T27" fmla="*/ 645 h 1270"/>
                  <a:gd name="T28" fmla="*/ 17 w 169"/>
                  <a:gd name="T29" fmla="*/ 683 h 1270"/>
                  <a:gd name="T30" fmla="*/ 5 w 169"/>
                  <a:gd name="T31" fmla="*/ 661 h 1270"/>
                  <a:gd name="T32" fmla="*/ 0 w 169"/>
                  <a:gd name="T33" fmla="*/ 726 h 1270"/>
                  <a:gd name="T34" fmla="*/ 20 w 169"/>
                  <a:gd name="T35" fmla="*/ 708 h 1270"/>
                  <a:gd name="T36" fmla="*/ 44 w 169"/>
                  <a:gd name="T37" fmla="*/ 742 h 1270"/>
                  <a:gd name="T38" fmla="*/ 1 w 169"/>
                  <a:gd name="T39" fmla="*/ 751 h 1270"/>
                  <a:gd name="T40" fmla="*/ 0 w 169"/>
                  <a:gd name="T41" fmla="*/ 779 h 1270"/>
                  <a:gd name="T42" fmla="*/ 1 w 169"/>
                  <a:gd name="T43" fmla="*/ 794 h 1270"/>
                  <a:gd name="T44" fmla="*/ 0 w 169"/>
                  <a:gd name="T45" fmla="*/ 820 h 1270"/>
                  <a:gd name="T46" fmla="*/ 14 w 169"/>
                  <a:gd name="T47" fmla="*/ 800 h 1270"/>
                  <a:gd name="T48" fmla="*/ 6 w 169"/>
                  <a:gd name="T49" fmla="*/ 793 h 1270"/>
                  <a:gd name="T50" fmla="*/ 32 w 169"/>
                  <a:gd name="T51" fmla="*/ 779 h 1270"/>
                  <a:gd name="T52" fmla="*/ 58 w 169"/>
                  <a:gd name="T53" fmla="*/ 781 h 1270"/>
                  <a:gd name="T54" fmla="*/ 32 w 169"/>
                  <a:gd name="T55" fmla="*/ 819 h 1270"/>
                  <a:gd name="T56" fmla="*/ 41 w 169"/>
                  <a:gd name="T57" fmla="*/ 860 h 1270"/>
                  <a:gd name="T58" fmla="*/ 59 w 169"/>
                  <a:gd name="T59" fmla="*/ 878 h 1270"/>
                  <a:gd name="T60" fmla="*/ 31 w 169"/>
                  <a:gd name="T61" fmla="*/ 892 h 1270"/>
                  <a:gd name="T62" fmla="*/ 0 w 169"/>
                  <a:gd name="T63" fmla="*/ 854 h 1270"/>
                  <a:gd name="T64" fmla="*/ 2 w 169"/>
                  <a:gd name="T65" fmla="*/ 876 h 1270"/>
                  <a:gd name="T66" fmla="*/ 0 w 169"/>
                  <a:gd name="T67" fmla="*/ 949 h 1270"/>
                  <a:gd name="T68" fmla="*/ 0 w 169"/>
                  <a:gd name="T69" fmla="*/ 988 h 1270"/>
                  <a:gd name="T70" fmla="*/ 2 w 169"/>
                  <a:gd name="T71" fmla="*/ 1024 h 1270"/>
                  <a:gd name="T72" fmla="*/ 122 w 169"/>
                  <a:gd name="T73" fmla="*/ 1224 h 1270"/>
                  <a:gd name="T74" fmla="*/ 0 w 169"/>
                  <a:gd name="T75" fmla="*/ 1270 h 1270"/>
                  <a:gd name="T76" fmla="*/ 169 w 169"/>
                  <a:gd name="T77" fmla="*/ 0 h 1270"/>
                  <a:gd name="T78" fmla="*/ 0 w 169"/>
                  <a:gd name="T79" fmla="*/ 0 h 1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69" h="1270">
                    <a:moveTo>
                      <a:pt x="0" y="0"/>
                    </a:moveTo>
                    <a:cubicBezTo>
                      <a:pt x="0" y="49"/>
                      <a:pt x="0" y="49"/>
                      <a:pt x="0" y="49"/>
                    </a:cubicBezTo>
                    <a:cubicBezTo>
                      <a:pt x="122" y="49"/>
                      <a:pt x="122" y="49"/>
                      <a:pt x="122" y="49"/>
                    </a:cubicBezTo>
                    <a:cubicBezTo>
                      <a:pt x="122" y="304"/>
                      <a:pt x="122" y="304"/>
                      <a:pt x="122" y="304"/>
                    </a:cubicBezTo>
                    <a:cubicBezTo>
                      <a:pt x="0" y="249"/>
                      <a:pt x="0" y="249"/>
                      <a:pt x="0" y="249"/>
                    </a:cubicBezTo>
                    <a:cubicBezTo>
                      <a:pt x="0" y="284"/>
                      <a:pt x="0" y="284"/>
                      <a:pt x="0" y="284"/>
                    </a:cubicBezTo>
                    <a:cubicBezTo>
                      <a:pt x="9" y="285"/>
                      <a:pt x="17" y="294"/>
                      <a:pt x="17" y="304"/>
                    </a:cubicBezTo>
                    <a:cubicBezTo>
                      <a:pt x="17" y="313"/>
                      <a:pt x="9" y="322"/>
                      <a:pt x="0" y="323"/>
                    </a:cubicBezTo>
                    <a:cubicBezTo>
                      <a:pt x="0" y="358"/>
                      <a:pt x="0" y="358"/>
                      <a:pt x="0" y="358"/>
                    </a:cubicBezTo>
                    <a:cubicBezTo>
                      <a:pt x="5" y="358"/>
                      <a:pt x="9" y="358"/>
                      <a:pt x="9" y="358"/>
                    </a:cubicBezTo>
                    <a:cubicBezTo>
                      <a:pt x="35" y="358"/>
                      <a:pt x="48" y="367"/>
                      <a:pt x="48" y="385"/>
                    </a:cubicBezTo>
                    <a:cubicBezTo>
                      <a:pt x="48" y="397"/>
                      <a:pt x="40" y="405"/>
                      <a:pt x="32" y="411"/>
                    </a:cubicBezTo>
                    <a:cubicBezTo>
                      <a:pt x="42" y="414"/>
                      <a:pt x="53" y="420"/>
                      <a:pt x="53" y="435"/>
                    </a:cubicBezTo>
                    <a:cubicBezTo>
                      <a:pt x="53" y="459"/>
                      <a:pt x="37" y="471"/>
                      <a:pt x="4" y="471"/>
                    </a:cubicBezTo>
                    <a:cubicBezTo>
                      <a:pt x="3" y="471"/>
                      <a:pt x="2" y="471"/>
                      <a:pt x="0" y="471"/>
                    </a:cubicBezTo>
                    <a:cubicBezTo>
                      <a:pt x="0" y="498"/>
                      <a:pt x="0" y="498"/>
                      <a:pt x="0" y="498"/>
                    </a:cubicBezTo>
                    <a:cubicBezTo>
                      <a:pt x="23" y="497"/>
                      <a:pt x="23" y="497"/>
                      <a:pt x="23" y="497"/>
                    </a:cubicBezTo>
                    <a:cubicBezTo>
                      <a:pt x="26" y="499"/>
                      <a:pt x="26" y="499"/>
                      <a:pt x="26" y="499"/>
                    </a:cubicBezTo>
                    <a:cubicBezTo>
                      <a:pt x="26" y="499"/>
                      <a:pt x="42" y="565"/>
                      <a:pt x="47" y="583"/>
                    </a:cubicBezTo>
                    <a:cubicBezTo>
                      <a:pt x="49" y="591"/>
                      <a:pt x="52" y="594"/>
                      <a:pt x="57" y="594"/>
                    </a:cubicBezTo>
                    <a:cubicBezTo>
                      <a:pt x="58" y="596"/>
                      <a:pt x="58" y="596"/>
                      <a:pt x="58" y="596"/>
                    </a:cubicBezTo>
                    <a:cubicBezTo>
                      <a:pt x="57" y="610"/>
                      <a:pt x="57" y="610"/>
                      <a:pt x="57" y="610"/>
                    </a:cubicBezTo>
                    <a:cubicBezTo>
                      <a:pt x="57" y="610"/>
                      <a:pt x="42" y="609"/>
                      <a:pt x="33" y="609"/>
                    </a:cubicBezTo>
                    <a:cubicBezTo>
                      <a:pt x="17" y="609"/>
                      <a:pt x="0" y="610"/>
                      <a:pt x="0" y="610"/>
                    </a:cubicBezTo>
                    <a:cubicBezTo>
                      <a:pt x="0" y="638"/>
                      <a:pt x="0" y="638"/>
                      <a:pt x="0" y="638"/>
                    </a:cubicBezTo>
                    <a:cubicBezTo>
                      <a:pt x="3" y="637"/>
                      <a:pt x="7" y="637"/>
                      <a:pt x="11" y="637"/>
                    </a:cubicBezTo>
                    <a:cubicBezTo>
                      <a:pt x="25" y="637"/>
                      <a:pt x="46" y="642"/>
                      <a:pt x="46" y="642"/>
                    </a:cubicBezTo>
                    <a:cubicBezTo>
                      <a:pt x="48" y="645"/>
                      <a:pt x="48" y="645"/>
                      <a:pt x="48" y="645"/>
                    </a:cubicBezTo>
                    <a:cubicBezTo>
                      <a:pt x="48" y="645"/>
                      <a:pt x="44" y="660"/>
                      <a:pt x="43" y="681"/>
                    </a:cubicBezTo>
                    <a:cubicBezTo>
                      <a:pt x="17" y="683"/>
                      <a:pt x="17" y="683"/>
                      <a:pt x="17" y="683"/>
                    </a:cubicBezTo>
                    <a:cubicBezTo>
                      <a:pt x="17" y="683"/>
                      <a:pt x="17" y="678"/>
                      <a:pt x="17" y="673"/>
                    </a:cubicBezTo>
                    <a:cubicBezTo>
                      <a:pt x="17" y="664"/>
                      <a:pt x="14" y="661"/>
                      <a:pt x="5" y="661"/>
                    </a:cubicBezTo>
                    <a:cubicBezTo>
                      <a:pt x="3" y="661"/>
                      <a:pt x="2" y="661"/>
                      <a:pt x="0" y="661"/>
                    </a:cubicBezTo>
                    <a:cubicBezTo>
                      <a:pt x="0" y="726"/>
                      <a:pt x="0" y="726"/>
                      <a:pt x="0" y="726"/>
                    </a:cubicBezTo>
                    <a:cubicBezTo>
                      <a:pt x="2" y="727"/>
                      <a:pt x="4" y="727"/>
                      <a:pt x="6" y="727"/>
                    </a:cubicBezTo>
                    <a:cubicBezTo>
                      <a:pt x="15" y="727"/>
                      <a:pt x="19" y="722"/>
                      <a:pt x="20" y="708"/>
                    </a:cubicBezTo>
                    <a:cubicBezTo>
                      <a:pt x="46" y="706"/>
                      <a:pt x="46" y="706"/>
                      <a:pt x="46" y="706"/>
                    </a:cubicBezTo>
                    <a:cubicBezTo>
                      <a:pt x="46" y="706"/>
                      <a:pt x="44" y="726"/>
                      <a:pt x="44" y="742"/>
                    </a:cubicBezTo>
                    <a:cubicBezTo>
                      <a:pt x="42" y="745"/>
                      <a:pt x="42" y="745"/>
                      <a:pt x="42" y="745"/>
                    </a:cubicBezTo>
                    <a:cubicBezTo>
                      <a:pt x="42" y="745"/>
                      <a:pt x="23" y="751"/>
                      <a:pt x="1" y="751"/>
                    </a:cubicBezTo>
                    <a:cubicBezTo>
                      <a:pt x="0" y="751"/>
                      <a:pt x="0" y="751"/>
                      <a:pt x="0" y="751"/>
                    </a:cubicBezTo>
                    <a:cubicBezTo>
                      <a:pt x="0" y="779"/>
                      <a:pt x="0" y="779"/>
                      <a:pt x="0" y="779"/>
                    </a:cubicBezTo>
                    <a:cubicBezTo>
                      <a:pt x="2" y="779"/>
                      <a:pt x="2" y="779"/>
                      <a:pt x="2" y="779"/>
                    </a:cubicBezTo>
                    <a:cubicBezTo>
                      <a:pt x="1" y="794"/>
                      <a:pt x="1" y="794"/>
                      <a:pt x="1" y="794"/>
                    </a:cubicBezTo>
                    <a:cubicBezTo>
                      <a:pt x="0" y="794"/>
                      <a:pt x="0" y="794"/>
                      <a:pt x="0" y="794"/>
                    </a:cubicBezTo>
                    <a:cubicBezTo>
                      <a:pt x="0" y="820"/>
                      <a:pt x="0" y="820"/>
                      <a:pt x="0" y="820"/>
                    </a:cubicBezTo>
                    <a:cubicBezTo>
                      <a:pt x="11" y="808"/>
                      <a:pt x="11" y="808"/>
                      <a:pt x="11" y="808"/>
                    </a:cubicBezTo>
                    <a:cubicBezTo>
                      <a:pt x="13" y="805"/>
                      <a:pt x="14" y="802"/>
                      <a:pt x="14" y="800"/>
                    </a:cubicBezTo>
                    <a:cubicBezTo>
                      <a:pt x="14" y="796"/>
                      <a:pt x="12" y="795"/>
                      <a:pt x="7" y="794"/>
                    </a:cubicBezTo>
                    <a:cubicBezTo>
                      <a:pt x="6" y="793"/>
                      <a:pt x="6" y="793"/>
                      <a:pt x="6" y="793"/>
                    </a:cubicBezTo>
                    <a:cubicBezTo>
                      <a:pt x="8" y="779"/>
                      <a:pt x="8" y="779"/>
                      <a:pt x="8" y="779"/>
                    </a:cubicBezTo>
                    <a:cubicBezTo>
                      <a:pt x="8" y="779"/>
                      <a:pt x="24" y="779"/>
                      <a:pt x="32" y="779"/>
                    </a:cubicBezTo>
                    <a:cubicBezTo>
                      <a:pt x="39" y="779"/>
                      <a:pt x="57" y="778"/>
                      <a:pt x="57" y="778"/>
                    </a:cubicBezTo>
                    <a:cubicBezTo>
                      <a:pt x="58" y="781"/>
                      <a:pt x="58" y="781"/>
                      <a:pt x="58" y="781"/>
                    </a:cubicBezTo>
                    <a:cubicBezTo>
                      <a:pt x="57" y="794"/>
                      <a:pt x="57" y="794"/>
                      <a:pt x="57" y="794"/>
                    </a:cubicBezTo>
                    <a:cubicBezTo>
                      <a:pt x="49" y="799"/>
                      <a:pt x="41" y="806"/>
                      <a:pt x="32" y="819"/>
                    </a:cubicBezTo>
                    <a:cubicBezTo>
                      <a:pt x="25" y="829"/>
                      <a:pt x="25" y="829"/>
                      <a:pt x="25" y="829"/>
                    </a:cubicBezTo>
                    <a:cubicBezTo>
                      <a:pt x="41" y="860"/>
                      <a:pt x="41" y="860"/>
                      <a:pt x="41" y="860"/>
                    </a:cubicBezTo>
                    <a:cubicBezTo>
                      <a:pt x="46" y="870"/>
                      <a:pt x="50" y="875"/>
                      <a:pt x="58" y="875"/>
                    </a:cubicBezTo>
                    <a:cubicBezTo>
                      <a:pt x="59" y="878"/>
                      <a:pt x="59" y="878"/>
                      <a:pt x="59" y="878"/>
                    </a:cubicBezTo>
                    <a:cubicBezTo>
                      <a:pt x="58" y="891"/>
                      <a:pt x="58" y="891"/>
                      <a:pt x="58" y="891"/>
                    </a:cubicBezTo>
                    <a:cubicBezTo>
                      <a:pt x="58" y="891"/>
                      <a:pt x="36" y="892"/>
                      <a:pt x="31" y="892"/>
                    </a:cubicBezTo>
                    <a:cubicBezTo>
                      <a:pt x="23" y="892"/>
                      <a:pt x="18" y="889"/>
                      <a:pt x="13" y="879"/>
                    </a:cubicBezTo>
                    <a:cubicBezTo>
                      <a:pt x="0" y="854"/>
                      <a:pt x="0" y="854"/>
                      <a:pt x="0" y="854"/>
                    </a:cubicBezTo>
                    <a:cubicBezTo>
                      <a:pt x="0" y="875"/>
                      <a:pt x="0" y="875"/>
                      <a:pt x="0" y="875"/>
                    </a:cubicBezTo>
                    <a:cubicBezTo>
                      <a:pt x="2" y="876"/>
                      <a:pt x="2" y="876"/>
                      <a:pt x="2" y="876"/>
                    </a:cubicBezTo>
                    <a:cubicBezTo>
                      <a:pt x="0" y="889"/>
                      <a:pt x="0" y="889"/>
                      <a:pt x="0" y="889"/>
                    </a:cubicBezTo>
                    <a:cubicBezTo>
                      <a:pt x="0" y="949"/>
                      <a:pt x="0" y="949"/>
                      <a:pt x="0" y="949"/>
                    </a:cubicBezTo>
                    <a:cubicBezTo>
                      <a:pt x="10" y="950"/>
                      <a:pt x="17" y="959"/>
                      <a:pt x="17" y="969"/>
                    </a:cubicBezTo>
                    <a:cubicBezTo>
                      <a:pt x="17" y="979"/>
                      <a:pt x="10" y="987"/>
                      <a:pt x="0" y="988"/>
                    </a:cubicBezTo>
                    <a:cubicBezTo>
                      <a:pt x="0" y="1023"/>
                      <a:pt x="0" y="1023"/>
                      <a:pt x="0" y="1023"/>
                    </a:cubicBezTo>
                    <a:cubicBezTo>
                      <a:pt x="2" y="1024"/>
                      <a:pt x="2" y="1024"/>
                      <a:pt x="2" y="1024"/>
                    </a:cubicBezTo>
                    <a:cubicBezTo>
                      <a:pt x="122" y="969"/>
                      <a:pt x="122" y="969"/>
                      <a:pt x="122" y="969"/>
                    </a:cubicBezTo>
                    <a:cubicBezTo>
                      <a:pt x="122" y="1224"/>
                      <a:pt x="122" y="1224"/>
                      <a:pt x="122" y="1224"/>
                    </a:cubicBezTo>
                    <a:cubicBezTo>
                      <a:pt x="0" y="1224"/>
                      <a:pt x="0" y="1224"/>
                      <a:pt x="0" y="1224"/>
                    </a:cubicBezTo>
                    <a:cubicBezTo>
                      <a:pt x="0" y="1270"/>
                      <a:pt x="0" y="1270"/>
                      <a:pt x="0" y="1270"/>
                    </a:cubicBezTo>
                    <a:cubicBezTo>
                      <a:pt x="169" y="1270"/>
                      <a:pt x="169" y="1270"/>
                      <a:pt x="169" y="1270"/>
                    </a:cubicBezTo>
                    <a:cubicBezTo>
                      <a:pt x="169" y="0"/>
                      <a:pt x="169" y="0"/>
                      <a:pt x="169" y="0"/>
                    </a:cubicBezTo>
                    <a:lnTo>
                      <a:pt x="0" y="0"/>
                    </a:lnTo>
                    <a:close/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3" name="Freeform 49"/>
              <p:cNvSpPr>
                <a:spLocks noEditPoints="1"/>
              </p:cNvSpPr>
              <p:nvPr userDrawn="1"/>
            </p:nvSpPr>
            <p:spPr bwMode="auto">
              <a:xfrm>
                <a:off x="1129" y="1350"/>
                <a:ext cx="11" cy="15"/>
              </a:xfrm>
              <a:custGeom>
                <a:avLst/>
                <a:gdLst>
                  <a:gd name="T0" fmla="*/ 11 w 11"/>
                  <a:gd name="T1" fmla="*/ 9 h 15"/>
                  <a:gd name="T2" fmla="*/ 10 w 11"/>
                  <a:gd name="T3" fmla="*/ 6 h 15"/>
                  <a:gd name="T4" fmla="*/ 9 w 11"/>
                  <a:gd name="T5" fmla="*/ 0 h 15"/>
                  <a:gd name="T6" fmla="*/ 0 w 11"/>
                  <a:gd name="T7" fmla="*/ 0 h 15"/>
                  <a:gd name="T8" fmla="*/ 0 w 11"/>
                  <a:gd name="T9" fmla="*/ 15 h 15"/>
                  <a:gd name="T10" fmla="*/ 11 w 11"/>
                  <a:gd name="T11" fmla="*/ 9 h 15"/>
                  <a:gd name="T12" fmla="*/ 11 w 11"/>
                  <a:gd name="T13" fmla="*/ 9 h 15"/>
                  <a:gd name="T14" fmla="*/ 11 w 11"/>
                  <a:gd name="T15" fmla="*/ 9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" h="15">
                    <a:moveTo>
                      <a:pt x="11" y="9"/>
                    </a:moveTo>
                    <a:cubicBezTo>
                      <a:pt x="11" y="9"/>
                      <a:pt x="10" y="8"/>
                      <a:pt x="10" y="6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6" y="0"/>
                      <a:pt x="3" y="0"/>
                      <a:pt x="0" y="0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10" y="14"/>
                      <a:pt x="11" y="14"/>
                      <a:pt x="11" y="9"/>
                    </a:cubicBezTo>
                    <a:close/>
                    <a:moveTo>
                      <a:pt x="11" y="9"/>
                    </a:moveTo>
                    <a:cubicBezTo>
                      <a:pt x="11" y="9"/>
                      <a:pt x="11" y="9"/>
                      <a:pt x="11" y="9"/>
                    </a:cubicBezTo>
                  </a:path>
                </a:pathLst>
              </a:custGeom>
              <a:solidFill>
                <a:srgbClr val="EFE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4" name="Freeform 50"/>
              <p:cNvSpPr>
                <a:spLocks noEditPoints="1"/>
              </p:cNvSpPr>
              <p:nvPr userDrawn="1"/>
            </p:nvSpPr>
            <p:spPr bwMode="auto">
              <a:xfrm>
                <a:off x="1129" y="1150"/>
                <a:ext cx="13" cy="26"/>
              </a:xfrm>
              <a:custGeom>
                <a:avLst/>
                <a:gdLst>
                  <a:gd name="T0" fmla="*/ 13 w 13"/>
                  <a:gd name="T1" fmla="*/ 12 h 26"/>
                  <a:gd name="T2" fmla="*/ 0 w 13"/>
                  <a:gd name="T3" fmla="*/ 0 h 26"/>
                  <a:gd name="T4" fmla="*/ 0 w 13"/>
                  <a:gd name="T5" fmla="*/ 25 h 26"/>
                  <a:gd name="T6" fmla="*/ 6 w 13"/>
                  <a:gd name="T7" fmla="*/ 26 h 26"/>
                  <a:gd name="T8" fmla="*/ 13 w 13"/>
                  <a:gd name="T9" fmla="*/ 12 h 26"/>
                  <a:gd name="T10" fmla="*/ 13 w 13"/>
                  <a:gd name="T11" fmla="*/ 12 h 26"/>
                  <a:gd name="T12" fmla="*/ 13 w 13"/>
                  <a:gd name="T13" fmla="*/ 1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26">
                    <a:moveTo>
                      <a:pt x="13" y="12"/>
                    </a:moveTo>
                    <a:cubicBezTo>
                      <a:pt x="13" y="4"/>
                      <a:pt x="9" y="1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2" y="25"/>
                      <a:pt x="4" y="26"/>
                      <a:pt x="6" y="26"/>
                    </a:cubicBezTo>
                    <a:cubicBezTo>
                      <a:pt x="6" y="26"/>
                      <a:pt x="13" y="21"/>
                      <a:pt x="13" y="12"/>
                    </a:cubicBezTo>
                    <a:close/>
                    <a:moveTo>
                      <a:pt x="13" y="12"/>
                    </a:moveTo>
                    <a:cubicBezTo>
                      <a:pt x="13" y="12"/>
                      <a:pt x="13" y="12"/>
                      <a:pt x="13" y="1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5" name="Freeform 51"/>
              <p:cNvSpPr>
                <a:spLocks noEditPoints="1"/>
              </p:cNvSpPr>
              <p:nvPr userDrawn="1"/>
            </p:nvSpPr>
            <p:spPr bwMode="auto">
              <a:xfrm>
                <a:off x="1070" y="1129"/>
                <a:ext cx="117" cy="534"/>
              </a:xfrm>
              <a:custGeom>
                <a:avLst/>
                <a:gdLst>
                  <a:gd name="T0" fmla="*/ 68 w 117"/>
                  <a:gd name="T1" fmla="*/ 0 h 534"/>
                  <a:gd name="T2" fmla="*/ 7 w 117"/>
                  <a:gd name="T3" fmla="*/ 1 h 534"/>
                  <a:gd name="T4" fmla="*/ 12 w 117"/>
                  <a:gd name="T5" fmla="*/ 16 h 534"/>
                  <a:gd name="T6" fmla="*/ 5 w 117"/>
                  <a:gd name="T7" fmla="*/ 97 h 534"/>
                  <a:gd name="T8" fmla="*/ 59 w 117"/>
                  <a:gd name="T9" fmla="*/ 113 h 534"/>
                  <a:gd name="T10" fmla="*/ 90 w 117"/>
                  <a:gd name="T11" fmla="*/ 53 h 534"/>
                  <a:gd name="T12" fmla="*/ 59 w 117"/>
                  <a:gd name="T13" fmla="*/ 21 h 534"/>
                  <a:gd name="T14" fmla="*/ 59 w 117"/>
                  <a:gd name="T15" fmla="*/ 46 h 534"/>
                  <a:gd name="T16" fmla="*/ 62 w 117"/>
                  <a:gd name="T17" fmla="*/ 91 h 534"/>
                  <a:gd name="T18" fmla="*/ 51 w 117"/>
                  <a:gd name="T19" fmla="*/ 67 h 534"/>
                  <a:gd name="T20" fmla="*/ 62 w 117"/>
                  <a:gd name="T21" fmla="*/ 91 h 534"/>
                  <a:gd name="T22" fmla="*/ 84 w 117"/>
                  <a:gd name="T23" fmla="*/ 141 h 534"/>
                  <a:gd name="T24" fmla="*/ 37 w 117"/>
                  <a:gd name="T25" fmla="*/ 141 h 534"/>
                  <a:gd name="T26" fmla="*/ 0 w 117"/>
                  <a:gd name="T27" fmla="*/ 251 h 534"/>
                  <a:gd name="T28" fmla="*/ 50 w 117"/>
                  <a:gd name="T29" fmla="*/ 237 h 534"/>
                  <a:gd name="T30" fmla="*/ 39 w 117"/>
                  <a:gd name="T31" fmla="*/ 232 h 534"/>
                  <a:gd name="T32" fmla="*/ 55 w 117"/>
                  <a:gd name="T33" fmla="*/ 220 h 534"/>
                  <a:gd name="T34" fmla="*/ 69 w 117"/>
                  <a:gd name="T35" fmla="*/ 227 h 534"/>
                  <a:gd name="T36" fmla="*/ 59 w 117"/>
                  <a:gd name="T37" fmla="*/ 251 h 534"/>
                  <a:gd name="T38" fmla="*/ 117 w 117"/>
                  <a:gd name="T39" fmla="*/ 237 h 534"/>
                  <a:gd name="T40" fmla="*/ 47 w 117"/>
                  <a:gd name="T41" fmla="*/ 200 h 534"/>
                  <a:gd name="T42" fmla="*/ 59 w 117"/>
                  <a:gd name="T43" fmla="*/ 171 h 534"/>
                  <a:gd name="T44" fmla="*/ 60 w 117"/>
                  <a:gd name="T45" fmla="*/ 517 h 534"/>
                  <a:gd name="T46" fmla="*/ 60 w 117"/>
                  <a:gd name="T47" fmla="*/ 517 h 534"/>
                  <a:gd name="T48" fmla="*/ 59 w 117"/>
                  <a:gd name="T49" fmla="*/ 420 h 534"/>
                  <a:gd name="T50" fmla="*/ 48 w 117"/>
                  <a:gd name="T51" fmla="*/ 504 h 534"/>
                  <a:gd name="T52" fmla="*/ 59 w 117"/>
                  <a:gd name="T53" fmla="*/ 420 h 534"/>
                  <a:gd name="T54" fmla="*/ 2 w 117"/>
                  <a:gd name="T55" fmla="*/ 433 h 534"/>
                  <a:gd name="T56" fmla="*/ 14 w 117"/>
                  <a:gd name="T57" fmla="*/ 444 h 534"/>
                  <a:gd name="T58" fmla="*/ 2 w 117"/>
                  <a:gd name="T59" fmla="*/ 531 h 534"/>
                  <a:gd name="T60" fmla="*/ 59 w 117"/>
                  <a:gd name="T61" fmla="*/ 515 h 534"/>
                  <a:gd name="T62" fmla="*/ 59 w 117"/>
                  <a:gd name="T63" fmla="*/ 393 h 534"/>
                  <a:gd name="T64" fmla="*/ 102 w 117"/>
                  <a:gd name="T65" fmla="*/ 383 h 534"/>
                  <a:gd name="T66" fmla="*/ 65 w 117"/>
                  <a:gd name="T67" fmla="*/ 369 h 534"/>
                  <a:gd name="T68" fmla="*/ 59 w 117"/>
                  <a:gd name="T69" fmla="*/ 303 h 534"/>
                  <a:gd name="T70" fmla="*/ 75 w 117"/>
                  <a:gd name="T71" fmla="*/ 324 h 534"/>
                  <a:gd name="T72" fmla="*/ 105 w 117"/>
                  <a:gd name="T73" fmla="*/ 283 h 534"/>
                  <a:gd name="T74" fmla="*/ 9 w 117"/>
                  <a:gd name="T75" fmla="*/ 338 h 534"/>
                  <a:gd name="T76" fmla="*/ 99 w 117"/>
                  <a:gd name="T77" fmla="*/ 501 h 534"/>
                  <a:gd name="T78" fmla="*/ 115 w 117"/>
                  <a:gd name="T79" fmla="*/ 435 h 534"/>
                  <a:gd name="T80" fmla="*/ 91 w 117"/>
                  <a:gd name="T81" fmla="*/ 420 h 534"/>
                  <a:gd name="T82" fmla="*/ 66 w 117"/>
                  <a:gd name="T83" fmla="*/ 436 h 534"/>
                  <a:gd name="T84" fmla="*/ 59 w 117"/>
                  <a:gd name="T85" fmla="*/ 461 h 534"/>
                  <a:gd name="T86" fmla="*/ 90 w 117"/>
                  <a:gd name="T87" fmla="*/ 534 h 534"/>
                  <a:gd name="T88" fmla="*/ 116 w 117"/>
                  <a:gd name="T89" fmla="*/ 517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17" h="534">
                    <a:moveTo>
                      <a:pt x="90" y="53"/>
                    </a:moveTo>
                    <a:cubicBezTo>
                      <a:pt x="99" y="47"/>
                      <a:pt x="107" y="39"/>
                      <a:pt x="107" y="27"/>
                    </a:cubicBezTo>
                    <a:cubicBezTo>
                      <a:pt x="107" y="9"/>
                      <a:pt x="93" y="0"/>
                      <a:pt x="68" y="0"/>
                    </a:cubicBezTo>
                    <a:cubicBezTo>
                      <a:pt x="68" y="0"/>
                      <a:pt x="64" y="0"/>
                      <a:pt x="59" y="0"/>
                    </a:cubicBezTo>
                    <a:cubicBezTo>
                      <a:pt x="50" y="0"/>
                      <a:pt x="39" y="1"/>
                      <a:pt x="35" y="1"/>
                    </a:cubicBezTo>
                    <a:cubicBezTo>
                      <a:pt x="30" y="1"/>
                      <a:pt x="7" y="1"/>
                      <a:pt x="7" y="1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7" y="16"/>
                      <a:pt x="7" y="16"/>
                      <a:pt x="7" y="16"/>
                    </a:cubicBezTo>
                    <a:cubicBezTo>
                      <a:pt x="7" y="16"/>
                      <a:pt x="11" y="16"/>
                      <a:pt x="12" y="16"/>
                    </a:cubicBezTo>
                    <a:cubicBezTo>
                      <a:pt x="15" y="16"/>
                      <a:pt x="17" y="19"/>
                      <a:pt x="17" y="24"/>
                    </a:cubicBezTo>
                    <a:cubicBezTo>
                      <a:pt x="17" y="85"/>
                      <a:pt x="17" y="85"/>
                      <a:pt x="17" y="85"/>
                    </a:cubicBezTo>
                    <a:cubicBezTo>
                      <a:pt x="17" y="93"/>
                      <a:pt x="14" y="95"/>
                      <a:pt x="5" y="97"/>
                    </a:cubicBezTo>
                    <a:cubicBezTo>
                      <a:pt x="4" y="112"/>
                      <a:pt x="4" y="112"/>
                      <a:pt x="4" y="112"/>
                    </a:cubicBezTo>
                    <a:cubicBezTo>
                      <a:pt x="4" y="112"/>
                      <a:pt x="24" y="111"/>
                      <a:pt x="35" y="111"/>
                    </a:cubicBezTo>
                    <a:cubicBezTo>
                      <a:pt x="38" y="111"/>
                      <a:pt x="51" y="112"/>
                      <a:pt x="59" y="113"/>
                    </a:cubicBezTo>
                    <a:cubicBezTo>
                      <a:pt x="60" y="113"/>
                      <a:pt x="62" y="113"/>
                      <a:pt x="63" y="113"/>
                    </a:cubicBezTo>
                    <a:cubicBezTo>
                      <a:pt x="95" y="113"/>
                      <a:pt x="112" y="101"/>
                      <a:pt x="112" y="77"/>
                    </a:cubicBezTo>
                    <a:cubicBezTo>
                      <a:pt x="112" y="62"/>
                      <a:pt x="101" y="56"/>
                      <a:pt x="90" y="53"/>
                    </a:cubicBezTo>
                    <a:close/>
                    <a:moveTo>
                      <a:pt x="53" y="23"/>
                    </a:moveTo>
                    <a:cubicBezTo>
                      <a:pt x="53" y="21"/>
                      <a:pt x="53" y="21"/>
                      <a:pt x="56" y="21"/>
                    </a:cubicBezTo>
                    <a:cubicBezTo>
                      <a:pt x="59" y="21"/>
                      <a:pt x="59" y="21"/>
                      <a:pt x="59" y="21"/>
                    </a:cubicBezTo>
                    <a:cubicBezTo>
                      <a:pt x="68" y="21"/>
                      <a:pt x="72" y="25"/>
                      <a:pt x="72" y="32"/>
                    </a:cubicBezTo>
                    <a:cubicBezTo>
                      <a:pt x="72" y="41"/>
                      <a:pt x="65" y="46"/>
                      <a:pt x="65" y="46"/>
                    </a:cubicBezTo>
                    <a:cubicBezTo>
                      <a:pt x="64" y="46"/>
                      <a:pt x="61" y="46"/>
                      <a:pt x="59" y="46"/>
                    </a:cubicBezTo>
                    <a:cubicBezTo>
                      <a:pt x="51" y="44"/>
                      <a:pt x="51" y="44"/>
                      <a:pt x="51" y="44"/>
                    </a:cubicBezTo>
                    <a:cubicBezTo>
                      <a:pt x="51" y="44"/>
                      <a:pt x="52" y="31"/>
                      <a:pt x="53" y="23"/>
                    </a:cubicBezTo>
                    <a:close/>
                    <a:moveTo>
                      <a:pt x="62" y="91"/>
                    </a:moveTo>
                    <a:cubicBezTo>
                      <a:pt x="61" y="91"/>
                      <a:pt x="60" y="91"/>
                      <a:pt x="59" y="91"/>
                    </a:cubicBezTo>
                    <a:cubicBezTo>
                      <a:pt x="53" y="91"/>
                      <a:pt x="50" y="88"/>
                      <a:pt x="50" y="84"/>
                    </a:cubicBezTo>
                    <a:cubicBezTo>
                      <a:pt x="51" y="67"/>
                      <a:pt x="51" y="67"/>
                      <a:pt x="51" y="67"/>
                    </a:cubicBezTo>
                    <a:cubicBezTo>
                      <a:pt x="64" y="67"/>
                      <a:pt x="64" y="67"/>
                      <a:pt x="64" y="67"/>
                    </a:cubicBezTo>
                    <a:cubicBezTo>
                      <a:pt x="71" y="69"/>
                      <a:pt x="75" y="73"/>
                      <a:pt x="75" y="79"/>
                    </a:cubicBezTo>
                    <a:cubicBezTo>
                      <a:pt x="75" y="87"/>
                      <a:pt x="71" y="91"/>
                      <a:pt x="62" y="91"/>
                    </a:cubicBezTo>
                    <a:close/>
                    <a:moveTo>
                      <a:pt x="116" y="236"/>
                    </a:moveTo>
                    <a:cubicBezTo>
                      <a:pt x="110" y="236"/>
                      <a:pt x="108" y="232"/>
                      <a:pt x="105" y="225"/>
                    </a:cubicBezTo>
                    <a:cubicBezTo>
                      <a:pt x="100" y="206"/>
                      <a:pt x="84" y="141"/>
                      <a:pt x="84" y="141"/>
                    </a:cubicBezTo>
                    <a:cubicBezTo>
                      <a:pt x="82" y="139"/>
                      <a:pt x="82" y="139"/>
                      <a:pt x="82" y="139"/>
                    </a:cubicBezTo>
                    <a:cubicBezTo>
                      <a:pt x="59" y="140"/>
                      <a:pt x="59" y="140"/>
                      <a:pt x="59" y="140"/>
                    </a:cubicBezTo>
                    <a:cubicBezTo>
                      <a:pt x="37" y="141"/>
                      <a:pt x="37" y="141"/>
                      <a:pt x="37" y="141"/>
                    </a:cubicBezTo>
                    <a:cubicBezTo>
                      <a:pt x="9" y="227"/>
                      <a:pt x="9" y="227"/>
                      <a:pt x="9" y="227"/>
                    </a:cubicBezTo>
                    <a:cubicBezTo>
                      <a:pt x="8" y="232"/>
                      <a:pt x="5" y="235"/>
                      <a:pt x="1" y="236"/>
                    </a:cubicBezTo>
                    <a:cubicBezTo>
                      <a:pt x="0" y="251"/>
                      <a:pt x="0" y="251"/>
                      <a:pt x="0" y="251"/>
                    </a:cubicBezTo>
                    <a:cubicBezTo>
                      <a:pt x="0" y="251"/>
                      <a:pt x="12" y="251"/>
                      <a:pt x="22" y="251"/>
                    </a:cubicBezTo>
                    <a:cubicBezTo>
                      <a:pt x="33" y="251"/>
                      <a:pt x="49" y="251"/>
                      <a:pt x="49" y="251"/>
                    </a:cubicBezTo>
                    <a:cubicBezTo>
                      <a:pt x="50" y="237"/>
                      <a:pt x="50" y="237"/>
                      <a:pt x="50" y="237"/>
                    </a:cubicBezTo>
                    <a:cubicBezTo>
                      <a:pt x="49" y="236"/>
                      <a:pt x="49" y="236"/>
                      <a:pt x="49" y="236"/>
                    </a:cubicBezTo>
                    <a:cubicBezTo>
                      <a:pt x="44" y="236"/>
                      <a:pt x="44" y="236"/>
                      <a:pt x="44" y="236"/>
                    </a:cubicBezTo>
                    <a:cubicBezTo>
                      <a:pt x="40" y="236"/>
                      <a:pt x="39" y="235"/>
                      <a:pt x="39" y="232"/>
                    </a:cubicBezTo>
                    <a:cubicBezTo>
                      <a:pt x="39" y="232"/>
                      <a:pt x="39" y="230"/>
                      <a:pt x="39" y="228"/>
                    </a:cubicBezTo>
                    <a:cubicBezTo>
                      <a:pt x="41" y="221"/>
                      <a:pt x="41" y="221"/>
                      <a:pt x="41" y="221"/>
                    </a:cubicBezTo>
                    <a:cubicBezTo>
                      <a:pt x="46" y="221"/>
                      <a:pt x="51" y="220"/>
                      <a:pt x="55" y="220"/>
                    </a:cubicBezTo>
                    <a:cubicBezTo>
                      <a:pt x="59" y="220"/>
                      <a:pt x="59" y="220"/>
                      <a:pt x="59" y="220"/>
                    </a:cubicBezTo>
                    <a:cubicBezTo>
                      <a:pt x="62" y="220"/>
                      <a:pt x="65" y="220"/>
                      <a:pt x="68" y="220"/>
                    </a:cubicBezTo>
                    <a:cubicBezTo>
                      <a:pt x="69" y="227"/>
                      <a:pt x="69" y="227"/>
                      <a:pt x="69" y="227"/>
                    </a:cubicBezTo>
                    <a:cubicBezTo>
                      <a:pt x="69" y="228"/>
                      <a:pt x="69" y="229"/>
                      <a:pt x="69" y="230"/>
                    </a:cubicBezTo>
                    <a:cubicBezTo>
                      <a:pt x="69" y="234"/>
                      <a:pt x="69" y="234"/>
                      <a:pt x="59" y="236"/>
                    </a:cubicBezTo>
                    <a:cubicBezTo>
                      <a:pt x="59" y="251"/>
                      <a:pt x="59" y="251"/>
                      <a:pt x="59" y="251"/>
                    </a:cubicBezTo>
                    <a:cubicBezTo>
                      <a:pt x="59" y="251"/>
                      <a:pt x="75" y="250"/>
                      <a:pt x="91" y="250"/>
                    </a:cubicBezTo>
                    <a:cubicBezTo>
                      <a:pt x="100" y="250"/>
                      <a:pt x="115" y="251"/>
                      <a:pt x="115" y="251"/>
                    </a:cubicBezTo>
                    <a:cubicBezTo>
                      <a:pt x="117" y="237"/>
                      <a:pt x="117" y="237"/>
                      <a:pt x="117" y="237"/>
                    </a:cubicBezTo>
                    <a:lnTo>
                      <a:pt x="116" y="236"/>
                    </a:lnTo>
                    <a:close/>
                    <a:moveTo>
                      <a:pt x="59" y="200"/>
                    </a:moveTo>
                    <a:cubicBezTo>
                      <a:pt x="47" y="200"/>
                      <a:pt x="47" y="200"/>
                      <a:pt x="47" y="200"/>
                    </a:cubicBezTo>
                    <a:cubicBezTo>
                      <a:pt x="55" y="169"/>
                      <a:pt x="55" y="169"/>
                      <a:pt x="55" y="169"/>
                    </a:cubicBezTo>
                    <a:cubicBezTo>
                      <a:pt x="59" y="169"/>
                      <a:pt x="59" y="169"/>
                      <a:pt x="59" y="169"/>
                    </a:cubicBezTo>
                    <a:cubicBezTo>
                      <a:pt x="59" y="171"/>
                      <a:pt x="59" y="171"/>
                      <a:pt x="59" y="171"/>
                    </a:cubicBezTo>
                    <a:cubicBezTo>
                      <a:pt x="65" y="199"/>
                      <a:pt x="65" y="199"/>
                      <a:pt x="65" y="199"/>
                    </a:cubicBezTo>
                    <a:cubicBezTo>
                      <a:pt x="62" y="199"/>
                      <a:pt x="61" y="199"/>
                      <a:pt x="59" y="200"/>
                    </a:cubicBezTo>
                    <a:close/>
                    <a:moveTo>
                      <a:pt x="60" y="517"/>
                    </a:moveTo>
                    <a:cubicBezTo>
                      <a:pt x="59" y="516"/>
                      <a:pt x="59" y="516"/>
                      <a:pt x="59" y="516"/>
                    </a:cubicBezTo>
                    <a:cubicBezTo>
                      <a:pt x="59" y="530"/>
                      <a:pt x="59" y="530"/>
                      <a:pt x="59" y="530"/>
                    </a:cubicBezTo>
                    <a:lnTo>
                      <a:pt x="60" y="517"/>
                    </a:lnTo>
                    <a:close/>
                    <a:moveTo>
                      <a:pt x="59" y="435"/>
                    </a:moveTo>
                    <a:cubicBezTo>
                      <a:pt x="61" y="420"/>
                      <a:pt x="61" y="420"/>
                      <a:pt x="61" y="420"/>
                    </a:cubicBezTo>
                    <a:cubicBezTo>
                      <a:pt x="59" y="420"/>
                      <a:pt x="59" y="420"/>
                      <a:pt x="59" y="420"/>
                    </a:cubicBezTo>
                    <a:cubicBezTo>
                      <a:pt x="59" y="436"/>
                      <a:pt x="59" y="436"/>
                      <a:pt x="59" y="436"/>
                    </a:cubicBezTo>
                    <a:cubicBezTo>
                      <a:pt x="59" y="435"/>
                      <a:pt x="59" y="435"/>
                      <a:pt x="59" y="435"/>
                    </a:cubicBezTo>
                    <a:close/>
                    <a:moveTo>
                      <a:pt x="48" y="504"/>
                    </a:moveTo>
                    <a:cubicBezTo>
                      <a:pt x="49" y="445"/>
                      <a:pt x="49" y="445"/>
                      <a:pt x="49" y="445"/>
                    </a:cubicBezTo>
                    <a:cubicBezTo>
                      <a:pt x="49" y="439"/>
                      <a:pt x="51" y="437"/>
                      <a:pt x="59" y="436"/>
                    </a:cubicBezTo>
                    <a:cubicBezTo>
                      <a:pt x="59" y="420"/>
                      <a:pt x="59" y="420"/>
                      <a:pt x="59" y="420"/>
                    </a:cubicBezTo>
                    <a:cubicBezTo>
                      <a:pt x="53" y="420"/>
                      <a:pt x="37" y="421"/>
                      <a:pt x="31" y="421"/>
                    </a:cubicBezTo>
                    <a:cubicBezTo>
                      <a:pt x="28" y="421"/>
                      <a:pt x="4" y="421"/>
                      <a:pt x="4" y="421"/>
                    </a:cubicBezTo>
                    <a:cubicBezTo>
                      <a:pt x="2" y="433"/>
                      <a:pt x="2" y="433"/>
                      <a:pt x="2" y="433"/>
                    </a:cubicBezTo>
                    <a:cubicBezTo>
                      <a:pt x="4" y="436"/>
                      <a:pt x="4" y="436"/>
                      <a:pt x="4" y="436"/>
                    </a:cubicBezTo>
                    <a:cubicBezTo>
                      <a:pt x="4" y="436"/>
                      <a:pt x="6" y="436"/>
                      <a:pt x="8" y="436"/>
                    </a:cubicBezTo>
                    <a:cubicBezTo>
                      <a:pt x="13" y="436"/>
                      <a:pt x="14" y="437"/>
                      <a:pt x="14" y="444"/>
                    </a:cubicBezTo>
                    <a:cubicBezTo>
                      <a:pt x="14" y="503"/>
                      <a:pt x="14" y="503"/>
                      <a:pt x="14" y="503"/>
                    </a:cubicBezTo>
                    <a:cubicBezTo>
                      <a:pt x="14" y="513"/>
                      <a:pt x="12" y="515"/>
                      <a:pt x="3" y="517"/>
                    </a:cubicBezTo>
                    <a:cubicBezTo>
                      <a:pt x="2" y="531"/>
                      <a:pt x="2" y="531"/>
                      <a:pt x="2" y="531"/>
                    </a:cubicBezTo>
                    <a:cubicBezTo>
                      <a:pt x="2" y="531"/>
                      <a:pt x="19" y="531"/>
                      <a:pt x="30" y="531"/>
                    </a:cubicBezTo>
                    <a:cubicBezTo>
                      <a:pt x="37" y="531"/>
                      <a:pt x="59" y="531"/>
                      <a:pt x="59" y="531"/>
                    </a:cubicBezTo>
                    <a:cubicBezTo>
                      <a:pt x="59" y="515"/>
                      <a:pt x="59" y="515"/>
                      <a:pt x="59" y="515"/>
                    </a:cubicBezTo>
                    <a:cubicBezTo>
                      <a:pt x="59" y="515"/>
                      <a:pt x="56" y="516"/>
                      <a:pt x="53" y="516"/>
                    </a:cubicBezTo>
                    <a:cubicBezTo>
                      <a:pt x="49" y="516"/>
                      <a:pt x="48" y="514"/>
                      <a:pt x="48" y="504"/>
                    </a:cubicBezTo>
                    <a:close/>
                    <a:moveTo>
                      <a:pt x="59" y="393"/>
                    </a:moveTo>
                    <a:cubicBezTo>
                      <a:pt x="60" y="393"/>
                      <a:pt x="60" y="393"/>
                      <a:pt x="60" y="393"/>
                    </a:cubicBezTo>
                    <a:cubicBezTo>
                      <a:pt x="82" y="393"/>
                      <a:pt x="100" y="386"/>
                      <a:pt x="100" y="386"/>
                    </a:cubicBezTo>
                    <a:cubicBezTo>
                      <a:pt x="102" y="383"/>
                      <a:pt x="102" y="383"/>
                      <a:pt x="102" y="383"/>
                    </a:cubicBezTo>
                    <a:cubicBezTo>
                      <a:pt x="102" y="367"/>
                      <a:pt x="105" y="347"/>
                      <a:pt x="105" y="347"/>
                    </a:cubicBezTo>
                    <a:cubicBezTo>
                      <a:pt x="78" y="349"/>
                      <a:pt x="78" y="349"/>
                      <a:pt x="78" y="349"/>
                    </a:cubicBezTo>
                    <a:cubicBezTo>
                      <a:pt x="77" y="363"/>
                      <a:pt x="73" y="369"/>
                      <a:pt x="65" y="369"/>
                    </a:cubicBezTo>
                    <a:cubicBezTo>
                      <a:pt x="62" y="369"/>
                      <a:pt x="60" y="368"/>
                      <a:pt x="59" y="367"/>
                    </a:cubicBezTo>
                    <a:cubicBezTo>
                      <a:pt x="51" y="363"/>
                      <a:pt x="48" y="352"/>
                      <a:pt x="48" y="332"/>
                    </a:cubicBezTo>
                    <a:cubicBezTo>
                      <a:pt x="48" y="313"/>
                      <a:pt x="51" y="305"/>
                      <a:pt x="59" y="303"/>
                    </a:cubicBezTo>
                    <a:cubicBezTo>
                      <a:pt x="60" y="302"/>
                      <a:pt x="62" y="302"/>
                      <a:pt x="64" y="302"/>
                    </a:cubicBezTo>
                    <a:cubicBezTo>
                      <a:pt x="73" y="302"/>
                      <a:pt x="76" y="305"/>
                      <a:pt x="76" y="315"/>
                    </a:cubicBezTo>
                    <a:cubicBezTo>
                      <a:pt x="76" y="318"/>
                      <a:pt x="75" y="321"/>
                      <a:pt x="75" y="324"/>
                    </a:cubicBezTo>
                    <a:cubicBezTo>
                      <a:pt x="102" y="323"/>
                      <a:pt x="102" y="323"/>
                      <a:pt x="102" y="323"/>
                    </a:cubicBezTo>
                    <a:cubicBezTo>
                      <a:pt x="103" y="302"/>
                      <a:pt x="106" y="286"/>
                      <a:pt x="106" y="286"/>
                    </a:cubicBezTo>
                    <a:cubicBezTo>
                      <a:pt x="105" y="283"/>
                      <a:pt x="105" y="283"/>
                      <a:pt x="105" y="283"/>
                    </a:cubicBezTo>
                    <a:cubicBezTo>
                      <a:pt x="105" y="283"/>
                      <a:pt x="84" y="279"/>
                      <a:pt x="69" y="279"/>
                    </a:cubicBezTo>
                    <a:cubicBezTo>
                      <a:pt x="65" y="279"/>
                      <a:pt x="62" y="279"/>
                      <a:pt x="59" y="279"/>
                    </a:cubicBezTo>
                    <a:cubicBezTo>
                      <a:pt x="27" y="283"/>
                      <a:pt x="9" y="303"/>
                      <a:pt x="9" y="338"/>
                    </a:cubicBezTo>
                    <a:cubicBezTo>
                      <a:pt x="9" y="372"/>
                      <a:pt x="28" y="392"/>
                      <a:pt x="59" y="393"/>
                    </a:cubicBezTo>
                    <a:close/>
                    <a:moveTo>
                      <a:pt x="116" y="517"/>
                    </a:moveTo>
                    <a:cubicBezTo>
                      <a:pt x="109" y="516"/>
                      <a:pt x="104" y="511"/>
                      <a:pt x="99" y="501"/>
                    </a:cubicBezTo>
                    <a:cubicBezTo>
                      <a:pt x="83" y="470"/>
                      <a:pt x="83" y="470"/>
                      <a:pt x="83" y="470"/>
                    </a:cubicBezTo>
                    <a:cubicBezTo>
                      <a:pt x="90" y="460"/>
                      <a:pt x="90" y="460"/>
                      <a:pt x="90" y="460"/>
                    </a:cubicBezTo>
                    <a:cubicBezTo>
                      <a:pt x="99" y="447"/>
                      <a:pt x="107" y="440"/>
                      <a:pt x="115" y="435"/>
                    </a:cubicBezTo>
                    <a:cubicBezTo>
                      <a:pt x="117" y="422"/>
                      <a:pt x="117" y="422"/>
                      <a:pt x="117" y="422"/>
                    </a:cubicBezTo>
                    <a:cubicBezTo>
                      <a:pt x="115" y="419"/>
                      <a:pt x="115" y="419"/>
                      <a:pt x="115" y="419"/>
                    </a:cubicBezTo>
                    <a:cubicBezTo>
                      <a:pt x="115" y="419"/>
                      <a:pt x="97" y="420"/>
                      <a:pt x="91" y="420"/>
                    </a:cubicBezTo>
                    <a:cubicBezTo>
                      <a:pt x="83" y="420"/>
                      <a:pt x="66" y="420"/>
                      <a:pt x="66" y="420"/>
                    </a:cubicBezTo>
                    <a:cubicBezTo>
                      <a:pt x="65" y="434"/>
                      <a:pt x="65" y="434"/>
                      <a:pt x="65" y="434"/>
                    </a:cubicBezTo>
                    <a:cubicBezTo>
                      <a:pt x="66" y="436"/>
                      <a:pt x="66" y="436"/>
                      <a:pt x="66" y="436"/>
                    </a:cubicBezTo>
                    <a:cubicBezTo>
                      <a:pt x="71" y="436"/>
                      <a:pt x="73" y="437"/>
                      <a:pt x="73" y="441"/>
                    </a:cubicBezTo>
                    <a:cubicBezTo>
                      <a:pt x="73" y="444"/>
                      <a:pt x="71" y="447"/>
                      <a:pt x="69" y="449"/>
                    </a:cubicBezTo>
                    <a:cubicBezTo>
                      <a:pt x="59" y="461"/>
                      <a:pt x="59" y="461"/>
                      <a:pt x="59" y="461"/>
                    </a:cubicBezTo>
                    <a:cubicBezTo>
                      <a:pt x="59" y="496"/>
                      <a:pt x="59" y="496"/>
                      <a:pt x="59" y="496"/>
                    </a:cubicBezTo>
                    <a:cubicBezTo>
                      <a:pt x="71" y="520"/>
                      <a:pt x="71" y="520"/>
                      <a:pt x="71" y="520"/>
                    </a:cubicBezTo>
                    <a:cubicBezTo>
                      <a:pt x="76" y="530"/>
                      <a:pt x="81" y="534"/>
                      <a:pt x="90" y="534"/>
                    </a:cubicBezTo>
                    <a:cubicBezTo>
                      <a:pt x="94" y="534"/>
                      <a:pt x="116" y="532"/>
                      <a:pt x="116" y="532"/>
                    </a:cubicBezTo>
                    <a:cubicBezTo>
                      <a:pt x="117" y="519"/>
                      <a:pt x="117" y="519"/>
                      <a:pt x="117" y="519"/>
                    </a:cubicBezTo>
                    <a:lnTo>
                      <a:pt x="116" y="517"/>
                    </a:lnTo>
                    <a:close/>
                    <a:moveTo>
                      <a:pt x="116" y="517"/>
                    </a:moveTo>
                    <a:cubicBezTo>
                      <a:pt x="116" y="517"/>
                      <a:pt x="116" y="517"/>
                      <a:pt x="116" y="517"/>
                    </a:cubicBezTo>
                  </a:path>
                </a:pathLst>
              </a:custGeom>
              <a:solidFill>
                <a:srgbClr val="8557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6" name="Freeform 52"/>
              <p:cNvSpPr>
                <a:spLocks noEditPoints="1"/>
              </p:cNvSpPr>
              <p:nvPr userDrawn="1"/>
            </p:nvSpPr>
            <p:spPr bwMode="auto">
              <a:xfrm>
                <a:off x="1007" y="820"/>
                <a:ext cx="244" cy="1173"/>
              </a:xfrm>
              <a:custGeom>
                <a:avLst/>
                <a:gdLst>
                  <a:gd name="T0" fmla="*/ 122 w 244"/>
                  <a:gd name="T1" fmla="*/ 0 h 1173"/>
                  <a:gd name="T2" fmla="*/ 0 w 244"/>
                  <a:gd name="T3" fmla="*/ 0 h 1173"/>
                  <a:gd name="T4" fmla="*/ 0 w 244"/>
                  <a:gd name="T5" fmla="*/ 255 h 1173"/>
                  <a:gd name="T6" fmla="*/ 120 w 244"/>
                  <a:gd name="T7" fmla="*/ 200 h 1173"/>
                  <a:gd name="T8" fmla="*/ 122 w 244"/>
                  <a:gd name="T9" fmla="*/ 200 h 1173"/>
                  <a:gd name="T10" fmla="*/ 244 w 244"/>
                  <a:gd name="T11" fmla="*/ 255 h 1173"/>
                  <a:gd name="T12" fmla="*/ 244 w 244"/>
                  <a:gd name="T13" fmla="*/ 0 h 1173"/>
                  <a:gd name="T14" fmla="*/ 122 w 244"/>
                  <a:gd name="T15" fmla="*/ 0 h 1173"/>
                  <a:gd name="T16" fmla="*/ 124 w 244"/>
                  <a:gd name="T17" fmla="*/ 974 h 1173"/>
                  <a:gd name="T18" fmla="*/ 122 w 244"/>
                  <a:gd name="T19" fmla="*/ 973 h 1173"/>
                  <a:gd name="T20" fmla="*/ 0 w 244"/>
                  <a:gd name="T21" fmla="*/ 918 h 1173"/>
                  <a:gd name="T22" fmla="*/ 0 w 244"/>
                  <a:gd name="T23" fmla="*/ 1173 h 1173"/>
                  <a:gd name="T24" fmla="*/ 244 w 244"/>
                  <a:gd name="T25" fmla="*/ 1173 h 1173"/>
                  <a:gd name="T26" fmla="*/ 244 w 244"/>
                  <a:gd name="T27" fmla="*/ 918 h 1173"/>
                  <a:gd name="T28" fmla="*/ 124 w 244"/>
                  <a:gd name="T29" fmla="*/ 974 h 1173"/>
                  <a:gd name="T30" fmla="*/ 124 w 244"/>
                  <a:gd name="T31" fmla="*/ 974 h 1173"/>
                  <a:gd name="T32" fmla="*/ 124 w 244"/>
                  <a:gd name="T33" fmla="*/ 974 h 1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4" h="1173">
                    <a:moveTo>
                      <a:pt x="122" y="0"/>
                    </a:moveTo>
                    <a:lnTo>
                      <a:pt x="0" y="0"/>
                    </a:lnTo>
                    <a:lnTo>
                      <a:pt x="0" y="255"/>
                    </a:lnTo>
                    <a:lnTo>
                      <a:pt x="120" y="200"/>
                    </a:lnTo>
                    <a:lnTo>
                      <a:pt x="122" y="200"/>
                    </a:lnTo>
                    <a:lnTo>
                      <a:pt x="244" y="255"/>
                    </a:lnTo>
                    <a:lnTo>
                      <a:pt x="244" y="0"/>
                    </a:lnTo>
                    <a:lnTo>
                      <a:pt x="122" y="0"/>
                    </a:lnTo>
                    <a:close/>
                    <a:moveTo>
                      <a:pt x="124" y="974"/>
                    </a:moveTo>
                    <a:lnTo>
                      <a:pt x="122" y="973"/>
                    </a:lnTo>
                    <a:lnTo>
                      <a:pt x="0" y="918"/>
                    </a:lnTo>
                    <a:lnTo>
                      <a:pt x="0" y="1173"/>
                    </a:lnTo>
                    <a:lnTo>
                      <a:pt x="244" y="1173"/>
                    </a:lnTo>
                    <a:lnTo>
                      <a:pt x="244" y="918"/>
                    </a:lnTo>
                    <a:lnTo>
                      <a:pt x="124" y="974"/>
                    </a:lnTo>
                    <a:close/>
                    <a:moveTo>
                      <a:pt x="124" y="974"/>
                    </a:moveTo>
                    <a:lnTo>
                      <a:pt x="124" y="974"/>
                    </a:lnTo>
                    <a:close/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7" name="Freeform 53"/>
              <p:cNvSpPr>
                <a:spLocks noEditPoints="1"/>
              </p:cNvSpPr>
              <p:nvPr userDrawn="1"/>
            </p:nvSpPr>
            <p:spPr bwMode="auto">
              <a:xfrm>
                <a:off x="1007" y="820"/>
                <a:ext cx="244" cy="1173"/>
              </a:xfrm>
              <a:custGeom>
                <a:avLst/>
                <a:gdLst>
                  <a:gd name="T0" fmla="*/ 122 w 244"/>
                  <a:gd name="T1" fmla="*/ 0 h 1173"/>
                  <a:gd name="T2" fmla="*/ 0 w 244"/>
                  <a:gd name="T3" fmla="*/ 0 h 1173"/>
                  <a:gd name="T4" fmla="*/ 0 w 244"/>
                  <a:gd name="T5" fmla="*/ 255 h 1173"/>
                  <a:gd name="T6" fmla="*/ 120 w 244"/>
                  <a:gd name="T7" fmla="*/ 200 h 1173"/>
                  <a:gd name="T8" fmla="*/ 122 w 244"/>
                  <a:gd name="T9" fmla="*/ 200 h 1173"/>
                  <a:gd name="T10" fmla="*/ 244 w 244"/>
                  <a:gd name="T11" fmla="*/ 255 h 1173"/>
                  <a:gd name="T12" fmla="*/ 244 w 244"/>
                  <a:gd name="T13" fmla="*/ 0 h 1173"/>
                  <a:gd name="T14" fmla="*/ 122 w 244"/>
                  <a:gd name="T15" fmla="*/ 0 h 1173"/>
                  <a:gd name="T16" fmla="*/ 124 w 244"/>
                  <a:gd name="T17" fmla="*/ 974 h 1173"/>
                  <a:gd name="T18" fmla="*/ 122 w 244"/>
                  <a:gd name="T19" fmla="*/ 973 h 1173"/>
                  <a:gd name="T20" fmla="*/ 0 w 244"/>
                  <a:gd name="T21" fmla="*/ 918 h 1173"/>
                  <a:gd name="T22" fmla="*/ 0 w 244"/>
                  <a:gd name="T23" fmla="*/ 1173 h 1173"/>
                  <a:gd name="T24" fmla="*/ 244 w 244"/>
                  <a:gd name="T25" fmla="*/ 1173 h 1173"/>
                  <a:gd name="T26" fmla="*/ 244 w 244"/>
                  <a:gd name="T27" fmla="*/ 918 h 1173"/>
                  <a:gd name="T28" fmla="*/ 124 w 244"/>
                  <a:gd name="T29" fmla="*/ 974 h 1173"/>
                  <a:gd name="T30" fmla="*/ 124 w 244"/>
                  <a:gd name="T31" fmla="*/ 974 h 1173"/>
                  <a:gd name="T32" fmla="*/ 124 w 244"/>
                  <a:gd name="T33" fmla="*/ 974 h 1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4" h="1173">
                    <a:moveTo>
                      <a:pt x="122" y="0"/>
                    </a:moveTo>
                    <a:lnTo>
                      <a:pt x="0" y="0"/>
                    </a:lnTo>
                    <a:lnTo>
                      <a:pt x="0" y="255"/>
                    </a:lnTo>
                    <a:lnTo>
                      <a:pt x="120" y="200"/>
                    </a:lnTo>
                    <a:lnTo>
                      <a:pt x="122" y="200"/>
                    </a:lnTo>
                    <a:lnTo>
                      <a:pt x="244" y="255"/>
                    </a:lnTo>
                    <a:lnTo>
                      <a:pt x="244" y="0"/>
                    </a:lnTo>
                    <a:lnTo>
                      <a:pt x="122" y="0"/>
                    </a:lnTo>
                    <a:moveTo>
                      <a:pt x="124" y="974"/>
                    </a:moveTo>
                    <a:lnTo>
                      <a:pt x="122" y="973"/>
                    </a:lnTo>
                    <a:lnTo>
                      <a:pt x="0" y="918"/>
                    </a:lnTo>
                    <a:lnTo>
                      <a:pt x="0" y="1173"/>
                    </a:lnTo>
                    <a:lnTo>
                      <a:pt x="244" y="1173"/>
                    </a:lnTo>
                    <a:lnTo>
                      <a:pt x="244" y="918"/>
                    </a:lnTo>
                    <a:lnTo>
                      <a:pt x="124" y="974"/>
                    </a:lnTo>
                    <a:moveTo>
                      <a:pt x="124" y="974"/>
                    </a:moveTo>
                    <a:lnTo>
                      <a:pt x="124" y="97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8" name="Freeform 54"/>
              <p:cNvSpPr>
                <a:spLocks noEditPoints="1"/>
              </p:cNvSpPr>
              <p:nvPr userDrawn="1"/>
            </p:nvSpPr>
            <p:spPr bwMode="auto">
              <a:xfrm>
                <a:off x="1105" y="1055"/>
                <a:ext cx="41" cy="704"/>
              </a:xfrm>
              <a:custGeom>
                <a:avLst/>
                <a:gdLst>
                  <a:gd name="T0" fmla="*/ 41 w 41"/>
                  <a:gd name="T1" fmla="*/ 20 h 704"/>
                  <a:gd name="T2" fmla="*/ 24 w 41"/>
                  <a:gd name="T3" fmla="*/ 0 h 704"/>
                  <a:gd name="T4" fmla="*/ 24 w 41"/>
                  <a:gd name="T5" fmla="*/ 39 h 704"/>
                  <a:gd name="T6" fmla="*/ 41 w 41"/>
                  <a:gd name="T7" fmla="*/ 20 h 704"/>
                  <a:gd name="T8" fmla="*/ 24 w 41"/>
                  <a:gd name="T9" fmla="*/ 664 h 704"/>
                  <a:gd name="T10" fmla="*/ 21 w 41"/>
                  <a:gd name="T11" fmla="*/ 663 h 704"/>
                  <a:gd name="T12" fmla="*/ 0 w 41"/>
                  <a:gd name="T13" fmla="*/ 683 h 704"/>
                  <a:gd name="T14" fmla="*/ 21 w 41"/>
                  <a:gd name="T15" fmla="*/ 704 h 704"/>
                  <a:gd name="T16" fmla="*/ 24 w 41"/>
                  <a:gd name="T17" fmla="*/ 703 h 704"/>
                  <a:gd name="T18" fmla="*/ 41 w 41"/>
                  <a:gd name="T19" fmla="*/ 683 h 704"/>
                  <a:gd name="T20" fmla="*/ 24 w 41"/>
                  <a:gd name="T21" fmla="*/ 664 h 704"/>
                  <a:gd name="T22" fmla="*/ 24 w 41"/>
                  <a:gd name="T23" fmla="*/ 664 h 704"/>
                  <a:gd name="T24" fmla="*/ 24 w 41"/>
                  <a:gd name="T25" fmla="*/ 664 h 7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1" h="704">
                    <a:moveTo>
                      <a:pt x="41" y="20"/>
                    </a:moveTo>
                    <a:cubicBezTo>
                      <a:pt x="41" y="10"/>
                      <a:pt x="33" y="1"/>
                      <a:pt x="24" y="0"/>
                    </a:cubicBezTo>
                    <a:cubicBezTo>
                      <a:pt x="24" y="39"/>
                      <a:pt x="24" y="39"/>
                      <a:pt x="24" y="39"/>
                    </a:cubicBezTo>
                    <a:cubicBezTo>
                      <a:pt x="33" y="38"/>
                      <a:pt x="41" y="29"/>
                      <a:pt x="41" y="20"/>
                    </a:cubicBezTo>
                    <a:close/>
                    <a:moveTo>
                      <a:pt x="24" y="664"/>
                    </a:moveTo>
                    <a:cubicBezTo>
                      <a:pt x="23" y="663"/>
                      <a:pt x="22" y="663"/>
                      <a:pt x="21" y="663"/>
                    </a:cubicBezTo>
                    <a:cubicBezTo>
                      <a:pt x="9" y="663"/>
                      <a:pt x="0" y="672"/>
                      <a:pt x="0" y="683"/>
                    </a:cubicBezTo>
                    <a:cubicBezTo>
                      <a:pt x="0" y="695"/>
                      <a:pt x="9" y="704"/>
                      <a:pt x="21" y="704"/>
                    </a:cubicBezTo>
                    <a:cubicBezTo>
                      <a:pt x="22" y="704"/>
                      <a:pt x="23" y="703"/>
                      <a:pt x="24" y="703"/>
                    </a:cubicBezTo>
                    <a:cubicBezTo>
                      <a:pt x="33" y="702"/>
                      <a:pt x="41" y="693"/>
                      <a:pt x="41" y="683"/>
                    </a:cubicBezTo>
                    <a:cubicBezTo>
                      <a:pt x="41" y="674"/>
                      <a:pt x="33" y="665"/>
                      <a:pt x="24" y="664"/>
                    </a:cubicBezTo>
                    <a:close/>
                    <a:moveTo>
                      <a:pt x="24" y="664"/>
                    </a:moveTo>
                    <a:cubicBezTo>
                      <a:pt x="24" y="664"/>
                      <a:pt x="24" y="664"/>
                      <a:pt x="24" y="664"/>
                    </a:cubicBezTo>
                  </a:path>
                </a:pathLst>
              </a:custGeom>
              <a:solidFill>
                <a:srgbClr val="8557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9" name="Freeform 55"/>
              <p:cNvSpPr>
                <a:spLocks noEditPoints="1"/>
              </p:cNvSpPr>
              <p:nvPr userDrawn="1"/>
            </p:nvSpPr>
            <p:spPr bwMode="auto">
              <a:xfrm>
                <a:off x="1298" y="676"/>
                <a:ext cx="389" cy="1363"/>
              </a:xfrm>
              <a:custGeom>
                <a:avLst/>
                <a:gdLst>
                  <a:gd name="T0" fmla="*/ 195 w 389"/>
                  <a:gd name="T1" fmla="*/ 1295 h 1363"/>
                  <a:gd name="T2" fmla="*/ 0 w 389"/>
                  <a:gd name="T3" fmla="*/ 1295 h 1363"/>
                  <a:gd name="T4" fmla="*/ 0 w 389"/>
                  <a:gd name="T5" fmla="*/ 1363 h 1363"/>
                  <a:gd name="T6" fmla="*/ 389 w 389"/>
                  <a:gd name="T7" fmla="*/ 1363 h 1363"/>
                  <a:gd name="T8" fmla="*/ 389 w 389"/>
                  <a:gd name="T9" fmla="*/ 1295 h 1363"/>
                  <a:gd name="T10" fmla="*/ 195 w 389"/>
                  <a:gd name="T11" fmla="*/ 1295 h 1363"/>
                  <a:gd name="T12" fmla="*/ 195 w 389"/>
                  <a:gd name="T13" fmla="*/ 0 h 1363"/>
                  <a:gd name="T14" fmla="*/ 0 w 389"/>
                  <a:gd name="T15" fmla="*/ 0 h 1363"/>
                  <a:gd name="T16" fmla="*/ 0 w 389"/>
                  <a:gd name="T17" fmla="*/ 72 h 1363"/>
                  <a:gd name="T18" fmla="*/ 389 w 389"/>
                  <a:gd name="T19" fmla="*/ 72 h 1363"/>
                  <a:gd name="T20" fmla="*/ 389 w 389"/>
                  <a:gd name="T21" fmla="*/ 0 h 1363"/>
                  <a:gd name="T22" fmla="*/ 195 w 389"/>
                  <a:gd name="T23" fmla="*/ 0 h 1363"/>
                  <a:gd name="T24" fmla="*/ 195 w 389"/>
                  <a:gd name="T25" fmla="*/ 119 h 1363"/>
                  <a:gd name="T26" fmla="*/ 0 w 389"/>
                  <a:gd name="T27" fmla="*/ 119 h 1363"/>
                  <a:gd name="T28" fmla="*/ 0 w 389"/>
                  <a:gd name="T29" fmla="*/ 1248 h 1363"/>
                  <a:gd name="T30" fmla="*/ 389 w 389"/>
                  <a:gd name="T31" fmla="*/ 1248 h 1363"/>
                  <a:gd name="T32" fmla="*/ 389 w 389"/>
                  <a:gd name="T33" fmla="*/ 119 h 1363"/>
                  <a:gd name="T34" fmla="*/ 195 w 389"/>
                  <a:gd name="T35" fmla="*/ 119 h 1363"/>
                  <a:gd name="T36" fmla="*/ 319 w 389"/>
                  <a:gd name="T37" fmla="*/ 1199 h 1363"/>
                  <a:gd name="T38" fmla="*/ 76 w 389"/>
                  <a:gd name="T39" fmla="*/ 1199 h 1363"/>
                  <a:gd name="T40" fmla="*/ 69 w 389"/>
                  <a:gd name="T41" fmla="*/ 1192 h 1363"/>
                  <a:gd name="T42" fmla="*/ 76 w 389"/>
                  <a:gd name="T43" fmla="*/ 1184 h 1363"/>
                  <a:gd name="T44" fmla="*/ 319 w 389"/>
                  <a:gd name="T45" fmla="*/ 1184 h 1363"/>
                  <a:gd name="T46" fmla="*/ 327 w 389"/>
                  <a:gd name="T47" fmla="*/ 1192 h 1363"/>
                  <a:gd name="T48" fmla="*/ 319 w 389"/>
                  <a:gd name="T49" fmla="*/ 1199 h 1363"/>
                  <a:gd name="T50" fmla="*/ 319 w 389"/>
                  <a:gd name="T51" fmla="*/ 1148 h 1363"/>
                  <a:gd name="T52" fmla="*/ 76 w 389"/>
                  <a:gd name="T53" fmla="*/ 1148 h 1363"/>
                  <a:gd name="T54" fmla="*/ 69 w 389"/>
                  <a:gd name="T55" fmla="*/ 1140 h 1363"/>
                  <a:gd name="T56" fmla="*/ 76 w 389"/>
                  <a:gd name="T57" fmla="*/ 1133 h 1363"/>
                  <a:gd name="T58" fmla="*/ 319 w 389"/>
                  <a:gd name="T59" fmla="*/ 1133 h 1363"/>
                  <a:gd name="T60" fmla="*/ 327 w 389"/>
                  <a:gd name="T61" fmla="*/ 1140 h 1363"/>
                  <a:gd name="T62" fmla="*/ 319 w 389"/>
                  <a:gd name="T63" fmla="*/ 1148 h 1363"/>
                  <a:gd name="T64" fmla="*/ 73 w 389"/>
                  <a:gd name="T65" fmla="*/ 1078 h 1363"/>
                  <a:gd name="T66" fmla="*/ 73 w 389"/>
                  <a:gd name="T67" fmla="*/ 281 h 1363"/>
                  <a:gd name="T68" fmla="*/ 316 w 389"/>
                  <a:gd name="T69" fmla="*/ 281 h 1363"/>
                  <a:gd name="T70" fmla="*/ 316 w 389"/>
                  <a:gd name="T71" fmla="*/ 1078 h 1363"/>
                  <a:gd name="T72" fmla="*/ 73 w 389"/>
                  <a:gd name="T73" fmla="*/ 1078 h 1363"/>
                  <a:gd name="T74" fmla="*/ 319 w 389"/>
                  <a:gd name="T75" fmla="*/ 237 h 1363"/>
                  <a:gd name="T76" fmla="*/ 76 w 389"/>
                  <a:gd name="T77" fmla="*/ 237 h 1363"/>
                  <a:gd name="T78" fmla="*/ 69 w 389"/>
                  <a:gd name="T79" fmla="*/ 230 h 1363"/>
                  <a:gd name="T80" fmla="*/ 76 w 389"/>
                  <a:gd name="T81" fmla="*/ 222 h 1363"/>
                  <a:gd name="T82" fmla="*/ 319 w 389"/>
                  <a:gd name="T83" fmla="*/ 222 h 1363"/>
                  <a:gd name="T84" fmla="*/ 327 w 389"/>
                  <a:gd name="T85" fmla="*/ 230 h 1363"/>
                  <a:gd name="T86" fmla="*/ 319 w 389"/>
                  <a:gd name="T87" fmla="*/ 237 h 1363"/>
                  <a:gd name="T88" fmla="*/ 319 w 389"/>
                  <a:gd name="T89" fmla="*/ 185 h 1363"/>
                  <a:gd name="T90" fmla="*/ 76 w 389"/>
                  <a:gd name="T91" fmla="*/ 185 h 1363"/>
                  <a:gd name="T92" fmla="*/ 69 w 389"/>
                  <a:gd name="T93" fmla="*/ 178 h 1363"/>
                  <a:gd name="T94" fmla="*/ 76 w 389"/>
                  <a:gd name="T95" fmla="*/ 170 h 1363"/>
                  <a:gd name="T96" fmla="*/ 319 w 389"/>
                  <a:gd name="T97" fmla="*/ 170 h 1363"/>
                  <a:gd name="T98" fmla="*/ 327 w 389"/>
                  <a:gd name="T99" fmla="*/ 178 h 1363"/>
                  <a:gd name="T100" fmla="*/ 319 w 389"/>
                  <a:gd name="T101" fmla="*/ 185 h 1363"/>
                  <a:gd name="T102" fmla="*/ 319 w 389"/>
                  <a:gd name="T103" fmla="*/ 185 h 1363"/>
                  <a:gd name="T104" fmla="*/ 319 w 389"/>
                  <a:gd name="T105" fmla="*/ 185 h 1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389" h="1363">
                    <a:moveTo>
                      <a:pt x="195" y="1295"/>
                    </a:moveTo>
                    <a:cubicBezTo>
                      <a:pt x="0" y="1295"/>
                      <a:pt x="0" y="1295"/>
                      <a:pt x="0" y="1295"/>
                    </a:cubicBezTo>
                    <a:cubicBezTo>
                      <a:pt x="0" y="1363"/>
                      <a:pt x="0" y="1363"/>
                      <a:pt x="0" y="1363"/>
                    </a:cubicBezTo>
                    <a:cubicBezTo>
                      <a:pt x="389" y="1363"/>
                      <a:pt x="389" y="1363"/>
                      <a:pt x="389" y="1363"/>
                    </a:cubicBezTo>
                    <a:cubicBezTo>
                      <a:pt x="389" y="1295"/>
                      <a:pt x="389" y="1295"/>
                      <a:pt x="389" y="1295"/>
                    </a:cubicBezTo>
                    <a:lnTo>
                      <a:pt x="195" y="1295"/>
                    </a:lnTo>
                    <a:close/>
                    <a:moveTo>
                      <a:pt x="19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389" y="72"/>
                      <a:pt x="389" y="72"/>
                      <a:pt x="389" y="72"/>
                    </a:cubicBezTo>
                    <a:cubicBezTo>
                      <a:pt x="389" y="0"/>
                      <a:pt x="389" y="0"/>
                      <a:pt x="389" y="0"/>
                    </a:cubicBezTo>
                    <a:lnTo>
                      <a:pt x="195" y="0"/>
                    </a:lnTo>
                    <a:close/>
                    <a:moveTo>
                      <a:pt x="195" y="119"/>
                    </a:moveTo>
                    <a:cubicBezTo>
                      <a:pt x="0" y="119"/>
                      <a:pt x="0" y="119"/>
                      <a:pt x="0" y="119"/>
                    </a:cubicBezTo>
                    <a:cubicBezTo>
                      <a:pt x="0" y="1248"/>
                      <a:pt x="0" y="1248"/>
                      <a:pt x="0" y="1248"/>
                    </a:cubicBezTo>
                    <a:cubicBezTo>
                      <a:pt x="389" y="1248"/>
                      <a:pt x="389" y="1248"/>
                      <a:pt x="389" y="1248"/>
                    </a:cubicBezTo>
                    <a:cubicBezTo>
                      <a:pt x="389" y="119"/>
                      <a:pt x="389" y="119"/>
                      <a:pt x="389" y="119"/>
                    </a:cubicBezTo>
                    <a:lnTo>
                      <a:pt x="195" y="119"/>
                    </a:lnTo>
                    <a:close/>
                    <a:moveTo>
                      <a:pt x="319" y="1199"/>
                    </a:moveTo>
                    <a:cubicBezTo>
                      <a:pt x="76" y="1199"/>
                      <a:pt x="76" y="1199"/>
                      <a:pt x="76" y="1199"/>
                    </a:cubicBezTo>
                    <a:cubicBezTo>
                      <a:pt x="72" y="1199"/>
                      <a:pt x="69" y="1196"/>
                      <a:pt x="69" y="1192"/>
                    </a:cubicBezTo>
                    <a:cubicBezTo>
                      <a:pt x="69" y="1188"/>
                      <a:pt x="72" y="1184"/>
                      <a:pt x="76" y="1184"/>
                    </a:cubicBezTo>
                    <a:cubicBezTo>
                      <a:pt x="319" y="1184"/>
                      <a:pt x="319" y="1184"/>
                      <a:pt x="319" y="1184"/>
                    </a:cubicBezTo>
                    <a:cubicBezTo>
                      <a:pt x="323" y="1184"/>
                      <a:pt x="327" y="1188"/>
                      <a:pt x="327" y="1192"/>
                    </a:cubicBezTo>
                    <a:cubicBezTo>
                      <a:pt x="327" y="1196"/>
                      <a:pt x="323" y="1199"/>
                      <a:pt x="319" y="1199"/>
                    </a:cubicBezTo>
                    <a:close/>
                    <a:moveTo>
                      <a:pt x="319" y="1148"/>
                    </a:moveTo>
                    <a:cubicBezTo>
                      <a:pt x="76" y="1148"/>
                      <a:pt x="76" y="1148"/>
                      <a:pt x="76" y="1148"/>
                    </a:cubicBezTo>
                    <a:cubicBezTo>
                      <a:pt x="72" y="1148"/>
                      <a:pt x="69" y="1144"/>
                      <a:pt x="69" y="1140"/>
                    </a:cubicBezTo>
                    <a:cubicBezTo>
                      <a:pt x="69" y="1136"/>
                      <a:pt x="72" y="1133"/>
                      <a:pt x="76" y="1133"/>
                    </a:cubicBezTo>
                    <a:cubicBezTo>
                      <a:pt x="319" y="1133"/>
                      <a:pt x="319" y="1133"/>
                      <a:pt x="319" y="1133"/>
                    </a:cubicBezTo>
                    <a:cubicBezTo>
                      <a:pt x="323" y="1133"/>
                      <a:pt x="327" y="1136"/>
                      <a:pt x="327" y="1140"/>
                    </a:cubicBezTo>
                    <a:cubicBezTo>
                      <a:pt x="327" y="1144"/>
                      <a:pt x="323" y="1148"/>
                      <a:pt x="319" y="1148"/>
                    </a:cubicBezTo>
                    <a:close/>
                    <a:moveTo>
                      <a:pt x="73" y="1078"/>
                    </a:moveTo>
                    <a:cubicBezTo>
                      <a:pt x="73" y="281"/>
                      <a:pt x="73" y="281"/>
                      <a:pt x="73" y="281"/>
                    </a:cubicBezTo>
                    <a:cubicBezTo>
                      <a:pt x="316" y="281"/>
                      <a:pt x="316" y="281"/>
                      <a:pt x="316" y="281"/>
                    </a:cubicBezTo>
                    <a:cubicBezTo>
                      <a:pt x="316" y="1078"/>
                      <a:pt x="316" y="1078"/>
                      <a:pt x="316" y="1078"/>
                    </a:cubicBezTo>
                    <a:lnTo>
                      <a:pt x="73" y="1078"/>
                    </a:lnTo>
                    <a:close/>
                    <a:moveTo>
                      <a:pt x="319" y="237"/>
                    </a:moveTo>
                    <a:cubicBezTo>
                      <a:pt x="76" y="237"/>
                      <a:pt x="76" y="237"/>
                      <a:pt x="76" y="237"/>
                    </a:cubicBezTo>
                    <a:cubicBezTo>
                      <a:pt x="72" y="237"/>
                      <a:pt x="69" y="234"/>
                      <a:pt x="69" y="230"/>
                    </a:cubicBezTo>
                    <a:cubicBezTo>
                      <a:pt x="69" y="226"/>
                      <a:pt x="72" y="222"/>
                      <a:pt x="76" y="222"/>
                    </a:cubicBezTo>
                    <a:cubicBezTo>
                      <a:pt x="319" y="222"/>
                      <a:pt x="319" y="222"/>
                      <a:pt x="319" y="222"/>
                    </a:cubicBezTo>
                    <a:cubicBezTo>
                      <a:pt x="323" y="222"/>
                      <a:pt x="327" y="226"/>
                      <a:pt x="327" y="230"/>
                    </a:cubicBezTo>
                    <a:cubicBezTo>
                      <a:pt x="327" y="234"/>
                      <a:pt x="323" y="237"/>
                      <a:pt x="319" y="237"/>
                    </a:cubicBezTo>
                    <a:close/>
                    <a:moveTo>
                      <a:pt x="319" y="185"/>
                    </a:moveTo>
                    <a:cubicBezTo>
                      <a:pt x="76" y="185"/>
                      <a:pt x="76" y="185"/>
                      <a:pt x="76" y="185"/>
                    </a:cubicBezTo>
                    <a:cubicBezTo>
                      <a:pt x="72" y="185"/>
                      <a:pt x="69" y="182"/>
                      <a:pt x="69" y="178"/>
                    </a:cubicBezTo>
                    <a:cubicBezTo>
                      <a:pt x="69" y="174"/>
                      <a:pt x="72" y="170"/>
                      <a:pt x="76" y="170"/>
                    </a:cubicBezTo>
                    <a:cubicBezTo>
                      <a:pt x="319" y="170"/>
                      <a:pt x="319" y="170"/>
                      <a:pt x="319" y="170"/>
                    </a:cubicBezTo>
                    <a:cubicBezTo>
                      <a:pt x="323" y="170"/>
                      <a:pt x="327" y="174"/>
                      <a:pt x="327" y="178"/>
                    </a:cubicBezTo>
                    <a:cubicBezTo>
                      <a:pt x="327" y="182"/>
                      <a:pt x="323" y="185"/>
                      <a:pt x="319" y="185"/>
                    </a:cubicBezTo>
                    <a:close/>
                    <a:moveTo>
                      <a:pt x="319" y="185"/>
                    </a:moveTo>
                    <a:cubicBezTo>
                      <a:pt x="319" y="185"/>
                      <a:pt x="319" y="185"/>
                      <a:pt x="319" y="185"/>
                    </a:cubicBezTo>
                  </a:path>
                </a:pathLst>
              </a:custGeom>
              <a:solidFill>
                <a:srgbClr val="FCA3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0" name="Freeform 56"/>
              <p:cNvSpPr>
                <a:spLocks noEditPoints="1"/>
              </p:cNvSpPr>
              <p:nvPr userDrawn="1"/>
            </p:nvSpPr>
            <p:spPr bwMode="auto">
              <a:xfrm>
                <a:off x="1523" y="1340"/>
                <a:ext cx="24" cy="71"/>
              </a:xfrm>
              <a:custGeom>
                <a:avLst/>
                <a:gdLst>
                  <a:gd name="T0" fmla="*/ 10 w 24"/>
                  <a:gd name="T1" fmla="*/ 71 h 71"/>
                  <a:gd name="T2" fmla="*/ 24 w 24"/>
                  <a:gd name="T3" fmla="*/ 26 h 71"/>
                  <a:gd name="T4" fmla="*/ 14 w 24"/>
                  <a:gd name="T5" fmla="*/ 0 h 71"/>
                  <a:gd name="T6" fmla="*/ 0 w 24"/>
                  <a:gd name="T7" fmla="*/ 45 h 71"/>
                  <a:gd name="T8" fmla="*/ 10 w 24"/>
                  <a:gd name="T9" fmla="*/ 71 h 71"/>
                  <a:gd name="T10" fmla="*/ 10 w 24"/>
                  <a:gd name="T11" fmla="*/ 71 h 71"/>
                  <a:gd name="T12" fmla="*/ 10 w 24"/>
                  <a:gd name="T13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71">
                    <a:moveTo>
                      <a:pt x="10" y="71"/>
                    </a:moveTo>
                    <a:cubicBezTo>
                      <a:pt x="20" y="71"/>
                      <a:pt x="24" y="57"/>
                      <a:pt x="24" y="26"/>
                    </a:cubicBezTo>
                    <a:cubicBezTo>
                      <a:pt x="24" y="7"/>
                      <a:pt x="21" y="0"/>
                      <a:pt x="14" y="0"/>
                    </a:cubicBezTo>
                    <a:cubicBezTo>
                      <a:pt x="5" y="0"/>
                      <a:pt x="0" y="17"/>
                      <a:pt x="0" y="45"/>
                    </a:cubicBezTo>
                    <a:cubicBezTo>
                      <a:pt x="0" y="62"/>
                      <a:pt x="3" y="71"/>
                      <a:pt x="10" y="71"/>
                    </a:cubicBezTo>
                    <a:close/>
                    <a:moveTo>
                      <a:pt x="10" y="71"/>
                    </a:moveTo>
                    <a:cubicBezTo>
                      <a:pt x="10" y="71"/>
                      <a:pt x="10" y="71"/>
                      <a:pt x="10" y="71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1" name="Freeform 57"/>
              <p:cNvSpPr>
                <a:spLocks noEditPoints="1"/>
              </p:cNvSpPr>
              <p:nvPr userDrawn="1"/>
            </p:nvSpPr>
            <p:spPr bwMode="auto">
              <a:xfrm>
                <a:off x="1371" y="957"/>
                <a:ext cx="243" cy="797"/>
              </a:xfrm>
              <a:custGeom>
                <a:avLst/>
                <a:gdLst>
                  <a:gd name="T0" fmla="*/ 122 w 243"/>
                  <a:gd name="T1" fmla="*/ 0 h 797"/>
                  <a:gd name="T2" fmla="*/ 0 w 243"/>
                  <a:gd name="T3" fmla="*/ 0 h 797"/>
                  <a:gd name="T4" fmla="*/ 0 w 243"/>
                  <a:gd name="T5" fmla="*/ 797 h 797"/>
                  <a:gd name="T6" fmla="*/ 243 w 243"/>
                  <a:gd name="T7" fmla="*/ 797 h 797"/>
                  <a:gd name="T8" fmla="*/ 243 w 243"/>
                  <a:gd name="T9" fmla="*/ 0 h 797"/>
                  <a:gd name="T10" fmla="*/ 122 w 243"/>
                  <a:gd name="T11" fmla="*/ 0 h 797"/>
                  <a:gd name="T12" fmla="*/ 61 w 243"/>
                  <a:gd name="T13" fmla="*/ 481 h 797"/>
                  <a:gd name="T14" fmla="*/ 26 w 243"/>
                  <a:gd name="T15" fmla="*/ 446 h 797"/>
                  <a:gd name="T16" fmla="*/ 38 w 243"/>
                  <a:gd name="T17" fmla="*/ 382 h 797"/>
                  <a:gd name="T18" fmla="*/ 35 w 243"/>
                  <a:gd name="T19" fmla="*/ 379 h 797"/>
                  <a:gd name="T20" fmla="*/ 21 w 243"/>
                  <a:gd name="T21" fmla="*/ 379 h 797"/>
                  <a:gd name="T22" fmla="*/ 20 w 243"/>
                  <a:gd name="T23" fmla="*/ 378 h 797"/>
                  <a:gd name="T24" fmla="*/ 22 w 243"/>
                  <a:gd name="T25" fmla="*/ 361 h 797"/>
                  <a:gd name="T26" fmla="*/ 41 w 243"/>
                  <a:gd name="T27" fmla="*/ 358 h 797"/>
                  <a:gd name="T28" fmla="*/ 45 w 243"/>
                  <a:gd name="T29" fmla="*/ 329 h 797"/>
                  <a:gd name="T30" fmla="*/ 89 w 243"/>
                  <a:gd name="T31" fmla="*/ 320 h 797"/>
                  <a:gd name="T32" fmla="*/ 92 w 243"/>
                  <a:gd name="T33" fmla="*/ 323 h 797"/>
                  <a:gd name="T34" fmla="*/ 84 w 243"/>
                  <a:gd name="T35" fmla="*/ 358 h 797"/>
                  <a:gd name="T36" fmla="*/ 109 w 243"/>
                  <a:gd name="T37" fmla="*/ 358 h 797"/>
                  <a:gd name="T38" fmla="*/ 111 w 243"/>
                  <a:gd name="T39" fmla="*/ 359 h 797"/>
                  <a:gd name="T40" fmla="*/ 108 w 243"/>
                  <a:gd name="T41" fmla="*/ 379 h 797"/>
                  <a:gd name="T42" fmla="*/ 83 w 243"/>
                  <a:gd name="T43" fmla="*/ 379 h 797"/>
                  <a:gd name="T44" fmla="*/ 80 w 243"/>
                  <a:gd name="T45" fmla="*/ 381 h 797"/>
                  <a:gd name="T46" fmla="*/ 71 w 243"/>
                  <a:gd name="T47" fmla="*/ 431 h 797"/>
                  <a:gd name="T48" fmla="*/ 76 w 243"/>
                  <a:gd name="T49" fmla="*/ 439 h 797"/>
                  <a:gd name="T50" fmla="*/ 91 w 243"/>
                  <a:gd name="T51" fmla="*/ 427 h 797"/>
                  <a:gd name="T52" fmla="*/ 97 w 243"/>
                  <a:gd name="T53" fmla="*/ 428 h 797"/>
                  <a:gd name="T54" fmla="*/ 102 w 243"/>
                  <a:gd name="T55" fmla="*/ 441 h 797"/>
                  <a:gd name="T56" fmla="*/ 61 w 243"/>
                  <a:gd name="T57" fmla="*/ 481 h 797"/>
                  <a:gd name="T58" fmla="*/ 152 w 243"/>
                  <a:gd name="T59" fmla="*/ 481 h 797"/>
                  <a:gd name="T60" fmla="*/ 122 w 243"/>
                  <a:gd name="T61" fmla="*/ 471 h 797"/>
                  <a:gd name="T62" fmla="*/ 105 w 243"/>
                  <a:gd name="T63" fmla="*/ 430 h 797"/>
                  <a:gd name="T64" fmla="*/ 122 w 243"/>
                  <a:gd name="T65" fmla="*/ 377 h 797"/>
                  <a:gd name="T66" fmla="*/ 176 w 243"/>
                  <a:gd name="T67" fmla="*/ 352 h 797"/>
                  <a:gd name="T68" fmla="*/ 223 w 243"/>
                  <a:gd name="T69" fmla="*/ 401 h 797"/>
                  <a:gd name="T70" fmla="*/ 152 w 243"/>
                  <a:gd name="T71" fmla="*/ 481 h 797"/>
                  <a:gd name="T72" fmla="*/ 152 w 243"/>
                  <a:gd name="T73" fmla="*/ 481 h 797"/>
                  <a:gd name="T74" fmla="*/ 152 w 243"/>
                  <a:gd name="T75" fmla="*/ 481 h 7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43" h="797">
                    <a:moveTo>
                      <a:pt x="12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97"/>
                      <a:pt x="0" y="797"/>
                      <a:pt x="0" y="797"/>
                    </a:cubicBezTo>
                    <a:cubicBezTo>
                      <a:pt x="243" y="797"/>
                      <a:pt x="243" y="797"/>
                      <a:pt x="243" y="797"/>
                    </a:cubicBezTo>
                    <a:cubicBezTo>
                      <a:pt x="243" y="0"/>
                      <a:pt x="243" y="0"/>
                      <a:pt x="243" y="0"/>
                    </a:cubicBezTo>
                    <a:lnTo>
                      <a:pt x="122" y="0"/>
                    </a:lnTo>
                    <a:close/>
                    <a:moveTo>
                      <a:pt x="61" y="481"/>
                    </a:moveTo>
                    <a:cubicBezTo>
                      <a:pt x="36" y="481"/>
                      <a:pt x="24" y="468"/>
                      <a:pt x="26" y="446"/>
                    </a:cubicBezTo>
                    <a:cubicBezTo>
                      <a:pt x="38" y="382"/>
                      <a:pt x="38" y="382"/>
                      <a:pt x="38" y="382"/>
                    </a:cubicBezTo>
                    <a:cubicBezTo>
                      <a:pt x="35" y="379"/>
                      <a:pt x="35" y="379"/>
                      <a:pt x="35" y="379"/>
                    </a:cubicBezTo>
                    <a:cubicBezTo>
                      <a:pt x="21" y="379"/>
                      <a:pt x="21" y="379"/>
                      <a:pt x="21" y="379"/>
                    </a:cubicBezTo>
                    <a:cubicBezTo>
                      <a:pt x="20" y="378"/>
                      <a:pt x="20" y="378"/>
                      <a:pt x="20" y="378"/>
                    </a:cubicBezTo>
                    <a:cubicBezTo>
                      <a:pt x="22" y="361"/>
                      <a:pt x="22" y="361"/>
                      <a:pt x="22" y="361"/>
                    </a:cubicBezTo>
                    <a:cubicBezTo>
                      <a:pt x="41" y="358"/>
                      <a:pt x="41" y="358"/>
                      <a:pt x="41" y="358"/>
                    </a:cubicBezTo>
                    <a:cubicBezTo>
                      <a:pt x="43" y="344"/>
                      <a:pt x="45" y="329"/>
                      <a:pt x="45" y="329"/>
                    </a:cubicBezTo>
                    <a:cubicBezTo>
                      <a:pt x="89" y="320"/>
                      <a:pt x="89" y="320"/>
                      <a:pt x="89" y="320"/>
                    </a:cubicBezTo>
                    <a:cubicBezTo>
                      <a:pt x="92" y="323"/>
                      <a:pt x="92" y="323"/>
                      <a:pt x="92" y="323"/>
                    </a:cubicBezTo>
                    <a:cubicBezTo>
                      <a:pt x="92" y="323"/>
                      <a:pt x="88" y="340"/>
                      <a:pt x="84" y="358"/>
                    </a:cubicBezTo>
                    <a:cubicBezTo>
                      <a:pt x="109" y="358"/>
                      <a:pt x="109" y="358"/>
                      <a:pt x="109" y="358"/>
                    </a:cubicBezTo>
                    <a:cubicBezTo>
                      <a:pt x="111" y="359"/>
                      <a:pt x="111" y="359"/>
                      <a:pt x="111" y="359"/>
                    </a:cubicBezTo>
                    <a:cubicBezTo>
                      <a:pt x="108" y="379"/>
                      <a:pt x="108" y="379"/>
                      <a:pt x="108" y="379"/>
                    </a:cubicBezTo>
                    <a:cubicBezTo>
                      <a:pt x="83" y="379"/>
                      <a:pt x="83" y="379"/>
                      <a:pt x="83" y="379"/>
                    </a:cubicBezTo>
                    <a:cubicBezTo>
                      <a:pt x="80" y="381"/>
                      <a:pt x="80" y="381"/>
                      <a:pt x="80" y="381"/>
                    </a:cubicBezTo>
                    <a:cubicBezTo>
                      <a:pt x="71" y="431"/>
                      <a:pt x="71" y="431"/>
                      <a:pt x="71" y="431"/>
                    </a:cubicBezTo>
                    <a:cubicBezTo>
                      <a:pt x="70" y="436"/>
                      <a:pt x="72" y="439"/>
                      <a:pt x="76" y="439"/>
                    </a:cubicBezTo>
                    <a:cubicBezTo>
                      <a:pt x="79" y="439"/>
                      <a:pt x="83" y="436"/>
                      <a:pt x="91" y="427"/>
                    </a:cubicBezTo>
                    <a:cubicBezTo>
                      <a:pt x="97" y="428"/>
                      <a:pt x="97" y="428"/>
                      <a:pt x="97" y="428"/>
                    </a:cubicBezTo>
                    <a:cubicBezTo>
                      <a:pt x="102" y="441"/>
                      <a:pt x="102" y="441"/>
                      <a:pt x="102" y="441"/>
                    </a:cubicBezTo>
                    <a:cubicBezTo>
                      <a:pt x="85" y="466"/>
                      <a:pt x="68" y="481"/>
                      <a:pt x="61" y="481"/>
                    </a:cubicBezTo>
                    <a:close/>
                    <a:moveTo>
                      <a:pt x="152" y="481"/>
                    </a:moveTo>
                    <a:cubicBezTo>
                      <a:pt x="140" y="481"/>
                      <a:pt x="129" y="478"/>
                      <a:pt x="122" y="471"/>
                    </a:cubicBezTo>
                    <a:cubicBezTo>
                      <a:pt x="111" y="463"/>
                      <a:pt x="105" y="449"/>
                      <a:pt x="105" y="430"/>
                    </a:cubicBezTo>
                    <a:cubicBezTo>
                      <a:pt x="105" y="409"/>
                      <a:pt x="111" y="391"/>
                      <a:pt x="122" y="377"/>
                    </a:cubicBezTo>
                    <a:cubicBezTo>
                      <a:pt x="134" y="361"/>
                      <a:pt x="153" y="352"/>
                      <a:pt x="176" y="352"/>
                    </a:cubicBezTo>
                    <a:cubicBezTo>
                      <a:pt x="206" y="352"/>
                      <a:pt x="223" y="369"/>
                      <a:pt x="223" y="401"/>
                    </a:cubicBezTo>
                    <a:cubicBezTo>
                      <a:pt x="223" y="450"/>
                      <a:pt x="195" y="481"/>
                      <a:pt x="152" y="481"/>
                    </a:cubicBezTo>
                    <a:close/>
                    <a:moveTo>
                      <a:pt x="152" y="481"/>
                    </a:moveTo>
                    <a:cubicBezTo>
                      <a:pt x="152" y="481"/>
                      <a:pt x="152" y="481"/>
                      <a:pt x="152" y="481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2" name="Freeform 58"/>
              <p:cNvSpPr>
                <a:spLocks noEditPoints="1"/>
              </p:cNvSpPr>
              <p:nvPr userDrawn="1"/>
            </p:nvSpPr>
            <p:spPr bwMode="auto">
              <a:xfrm>
                <a:off x="1298" y="748"/>
                <a:ext cx="389" cy="1223"/>
              </a:xfrm>
              <a:custGeom>
                <a:avLst/>
                <a:gdLst>
                  <a:gd name="T0" fmla="*/ 149 w 389"/>
                  <a:gd name="T1" fmla="*/ 648 h 1223"/>
                  <a:gd name="T2" fmla="*/ 153 w 389"/>
                  <a:gd name="T3" fmla="*/ 590 h 1223"/>
                  <a:gd name="T4" fmla="*/ 181 w 389"/>
                  <a:gd name="T5" fmla="*/ 588 h 1223"/>
                  <a:gd name="T6" fmla="*/ 182 w 389"/>
                  <a:gd name="T7" fmla="*/ 567 h 1223"/>
                  <a:gd name="T8" fmla="*/ 165 w 389"/>
                  <a:gd name="T9" fmla="*/ 532 h 1223"/>
                  <a:gd name="T10" fmla="*/ 118 w 389"/>
                  <a:gd name="T11" fmla="*/ 538 h 1223"/>
                  <a:gd name="T12" fmla="*/ 95 w 389"/>
                  <a:gd name="T13" fmla="*/ 570 h 1223"/>
                  <a:gd name="T14" fmla="*/ 94 w 389"/>
                  <a:gd name="T15" fmla="*/ 589 h 1223"/>
                  <a:gd name="T16" fmla="*/ 111 w 389"/>
                  <a:gd name="T17" fmla="*/ 591 h 1223"/>
                  <a:gd name="T18" fmla="*/ 134 w 389"/>
                  <a:gd name="T19" fmla="*/ 691 h 1223"/>
                  <a:gd name="T20" fmla="*/ 170 w 389"/>
                  <a:gd name="T21" fmla="*/ 638 h 1223"/>
                  <a:gd name="T22" fmla="*/ 249 w 389"/>
                  <a:gd name="T23" fmla="*/ 561 h 1223"/>
                  <a:gd name="T24" fmla="*/ 178 w 389"/>
                  <a:gd name="T25" fmla="*/ 639 h 1223"/>
                  <a:gd name="T26" fmla="*/ 225 w 389"/>
                  <a:gd name="T27" fmla="*/ 690 h 1223"/>
                  <a:gd name="T28" fmla="*/ 249 w 389"/>
                  <a:gd name="T29" fmla="*/ 561 h 1223"/>
                  <a:gd name="T30" fmla="*/ 225 w 389"/>
                  <a:gd name="T31" fmla="*/ 637 h 1223"/>
                  <a:gd name="T32" fmla="*/ 248 w 389"/>
                  <a:gd name="T33" fmla="*/ 618 h 1223"/>
                  <a:gd name="T34" fmla="*/ 195 w 389"/>
                  <a:gd name="T35" fmla="*/ 0 h 1223"/>
                  <a:gd name="T36" fmla="*/ 0 w 389"/>
                  <a:gd name="T37" fmla="*/ 47 h 1223"/>
                  <a:gd name="T38" fmla="*/ 389 w 389"/>
                  <a:gd name="T39" fmla="*/ 0 h 1223"/>
                  <a:gd name="T40" fmla="*/ 195 w 389"/>
                  <a:gd name="T41" fmla="*/ 1176 h 1223"/>
                  <a:gd name="T42" fmla="*/ 0 w 389"/>
                  <a:gd name="T43" fmla="*/ 1223 h 1223"/>
                  <a:gd name="T44" fmla="*/ 389 w 389"/>
                  <a:gd name="T45" fmla="*/ 1176 h 1223"/>
                  <a:gd name="T46" fmla="*/ 319 w 389"/>
                  <a:gd name="T47" fmla="*/ 98 h 1223"/>
                  <a:gd name="T48" fmla="*/ 69 w 389"/>
                  <a:gd name="T49" fmla="*/ 106 h 1223"/>
                  <a:gd name="T50" fmla="*/ 319 w 389"/>
                  <a:gd name="T51" fmla="*/ 113 h 1223"/>
                  <a:gd name="T52" fmla="*/ 319 w 389"/>
                  <a:gd name="T53" fmla="*/ 98 h 1223"/>
                  <a:gd name="T54" fmla="*/ 76 w 389"/>
                  <a:gd name="T55" fmla="*/ 150 h 1223"/>
                  <a:gd name="T56" fmla="*/ 76 w 389"/>
                  <a:gd name="T57" fmla="*/ 165 h 1223"/>
                  <a:gd name="T58" fmla="*/ 327 w 389"/>
                  <a:gd name="T59" fmla="*/ 158 h 1223"/>
                  <a:gd name="T60" fmla="*/ 319 w 389"/>
                  <a:gd name="T61" fmla="*/ 1061 h 1223"/>
                  <a:gd name="T62" fmla="*/ 69 w 389"/>
                  <a:gd name="T63" fmla="*/ 1068 h 1223"/>
                  <a:gd name="T64" fmla="*/ 319 w 389"/>
                  <a:gd name="T65" fmla="*/ 1076 h 1223"/>
                  <a:gd name="T66" fmla="*/ 319 w 389"/>
                  <a:gd name="T67" fmla="*/ 1061 h 1223"/>
                  <a:gd name="T68" fmla="*/ 76 w 389"/>
                  <a:gd name="T69" fmla="*/ 1112 h 1223"/>
                  <a:gd name="T70" fmla="*/ 76 w 389"/>
                  <a:gd name="T71" fmla="*/ 1127 h 1223"/>
                  <a:gd name="T72" fmla="*/ 327 w 389"/>
                  <a:gd name="T73" fmla="*/ 1120 h 1223"/>
                  <a:gd name="T74" fmla="*/ 319 w 389"/>
                  <a:gd name="T75" fmla="*/ 1112 h 1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89" h="1223">
                    <a:moveTo>
                      <a:pt x="164" y="637"/>
                    </a:moveTo>
                    <a:cubicBezTo>
                      <a:pt x="156" y="646"/>
                      <a:pt x="152" y="648"/>
                      <a:pt x="149" y="648"/>
                    </a:cubicBezTo>
                    <a:cubicBezTo>
                      <a:pt x="145" y="648"/>
                      <a:pt x="143" y="646"/>
                      <a:pt x="144" y="640"/>
                    </a:cubicBezTo>
                    <a:cubicBezTo>
                      <a:pt x="153" y="590"/>
                      <a:pt x="153" y="590"/>
                      <a:pt x="153" y="590"/>
                    </a:cubicBezTo>
                    <a:cubicBezTo>
                      <a:pt x="156" y="588"/>
                      <a:pt x="156" y="588"/>
                      <a:pt x="156" y="588"/>
                    </a:cubicBezTo>
                    <a:cubicBezTo>
                      <a:pt x="181" y="588"/>
                      <a:pt x="181" y="588"/>
                      <a:pt x="181" y="588"/>
                    </a:cubicBezTo>
                    <a:cubicBezTo>
                      <a:pt x="184" y="569"/>
                      <a:pt x="184" y="569"/>
                      <a:pt x="184" y="569"/>
                    </a:cubicBezTo>
                    <a:cubicBezTo>
                      <a:pt x="182" y="567"/>
                      <a:pt x="182" y="567"/>
                      <a:pt x="182" y="567"/>
                    </a:cubicBezTo>
                    <a:cubicBezTo>
                      <a:pt x="157" y="567"/>
                      <a:pt x="157" y="567"/>
                      <a:pt x="157" y="567"/>
                    </a:cubicBezTo>
                    <a:cubicBezTo>
                      <a:pt x="161" y="550"/>
                      <a:pt x="165" y="532"/>
                      <a:pt x="165" y="532"/>
                    </a:cubicBezTo>
                    <a:cubicBezTo>
                      <a:pt x="162" y="529"/>
                      <a:pt x="162" y="529"/>
                      <a:pt x="162" y="529"/>
                    </a:cubicBezTo>
                    <a:cubicBezTo>
                      <a:pt x="118" y="538"/>
                      <a:pt x="118" y="538"/>
                      <a:pt x="118" y="538"/>
                    </a:cubicBezTo>
                    <a:cubicBezTo>
                      <a:pt x="118" y="538"/>
                      <a:pt x="116" y="554"/>
                      <a:pt x="114" y="567"/>
                    </a:cubicBezTo>
                    <a:cubicBezTo>
                      <a:pt x="95" y="570"/>
                      <a:pt x="95" y="570"/>
                      <a:pt x="95" y="570"/>
                    </a:cubicBezTo>
                    <a:cubicBezTo>
                      <a:pt x="93" y="588"/>
                      <a:pt x="93" y="588"/>
                      <a:pt x="93" y="588"/>
                    </a:cubicBezTo>
                    <a:cubicBezTo>
                      <a:pt x="94" y="589"/>
                      <a:pt x="94" y="589"/>
                      <a:pt x="94" y="589"/>
                    </a:cubicBezTo>
                    <a:cubicBezTo>
                      <a:pt x="108" y="589"/>
                      <a:pt x="108" y="589"/>
                      <a:pt x="108" y="589"/>
                    </a:cubicBezTo>
                    <a:cubicBezTo>
                      <a:pt x="111" y="591"/>
                      <a:pt x="111" y="591"/>
                      <a:pt x="111" y="591"/>
                    </a:cubicBezTo>
                    <a:cubicBezTo>
                      <a:pt x="99" y="656"/>
                      <a:pt x="99" y="656"/>
                      <a:pt x="99" y="656"/>
                    </a:cubicBezTo>
                    <a:cubicBezTo>
                      <a:pt x="97" y="678"/>
                      <a:pt x="109" y="691"/>
                      <a:pt x="134" y="691"/>
                    </a:cubicBezTo>
                    <a:cubicBezTo>
                      <a:pt x="141" y="691"/>
                      <a:pt x="158" y="675"/>
                      <a:pt x="175" y="651"/>
                    </a:cubicBezTo>
                    <a:cubicBezTo>
                      <a:pt x="170" y="638"/>
                      <a:pt x="170" y="638"/>
                      <a:pt x="170" y="638"/>
                    </a:cubicBezTo>
                    <a:lnTo>
                      <a:pt x="164" y="637"/>
                    </a:lnTo>
                    <a:close/>
                    <a:moveTo>
                      <a:pt x="249" y="561"/>
                    </a:moveTo>
                    <a:cubicBezTo>
                      <a:pt x="226" y="561"/>
                      <a:pt x="207" y="570"/>
                      <a:pt x="195" y="586"/>
                    </a:cubicBezTo>
                    <a:cubicBezTo>
                      <a:pt x="184" y="600"/>
                      <a:pt x="178" y="618"/>
                      <a:pt x="178" y="639"/>
                    </a:cubicBezTo>
                    <a:cubicBezTo>
                      <a:pt x="178" y="658"/>
                      <a:pt x="184" y="672"/>
                      <a:pt x="195" y="680"/>
                    </a:cubicBezTo>
                    <a:cubicBezTo>
                      <a:pt x="202" y="687"/>
                      <a:pt x="213" y="690"/>
                      <a:pt x="225" y="690"/>
                    </a:cubicBezTo>
                    <a:cubicBezTo>
                      <a:pt x="268" y="690"/>
                      <a:pt x="296" y="659"/>
                      <a:pt x="296" y="610"/>
                    </a:cubicBezTo>
                    <a:cubicBezTo>
                      <a:pt x="296" y="579"/>
                      <a:pt x="279" y="561"/>
                      <a:pt x="249" y="561"/>
                    </a:cubicBezTo>
                    <a:close/>
                    <a:moveTo>
                      <a:pt x="235" y="663"/>
                    </a:moveTo>
                    <a:cubicBezTo>
                      <a:pt x="228" y="663"/>
                      <a:pt x="225" y="654"/>
                      <a:pt x="225" y="637"/>
                    </a:cubicBezTo>
                    <a:cubicBezTo>
                      <a:pt x="225" y="609"/>
                      <a:pt x="230" y="592"/>
                      <a:pt x="239" y="592"/>
                    </a:cubicBezTo>
                    <a:cubicBezTo>
                      <a:pt x="246" y="592"/>
                      <a:pt x="248" y="599"/>
                      <a:pt x="248" y="618"/>
                    </a:cubicBezTo>
                    <a:cubicBezTo>
                      <a:pt x="248" y="649"/>
                      <a:pt x="245" y="663"/>
                      <a:pt x="235" y="663"/>
                    </a:cubicBezTo>
                    <a:close/>
                    <a:moveTo>
                      <a:pt x="19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389" y="47"/>
                      <a:pt x="389" y="47"/>
                      <a:pt x="389" y="47"/>
                    </a:cubicBezTo>
                    <a:cubicBezTo>
                      <a:pt x="389" y="0"/>
                      <a:pt x="389" y="0"/>
                      <a:pt x="389" y="0"/>
                    </a:cubicBezTo>
                    <a:lnTo>
                      <a:pt x="195" y="0"/>
                    </a:lnTo>
                    <a:close/>
                    <a:moveTo>
                      <a:pt x="195" y="1176"/>
                    </a:moveTo>
                    <a:cubicBezTo>
                      <a:pt x="0" y="1176"/>
                      <a:pt x="0" y="1176"/>
                      <a:pt x="0" y="1176"/>
                    </a:cubicBezTo>
                    <a:cubicBezTo>
                      <a:pt x="0" y="1223"/>
                      <a:pt x="0" y="1223"/>
                      <a:pt x="0" y="1223"/>
                    </a:cubicBezTo>
                    <a:cubicBezTo>
                      <a:pt x="389" y="1223"/>
                      <a:pt x="389" y="1223"/>
                      <a:pt x="389" y="1223"/>
                    </a:cubicBezTo>
                    <a:cubicBezTo>
                      <a:pt x="389" y="1176"/>
                      <a:pt x="389" y="1176"/>
                      <a:pt x="389" y="1176"/>
                    </a:cubicBezTo>
                    <a:lnTo>
                      <a:pt x="195" y="1176"/>
                    </a:lnTo>
                    <a:close/>
                    <a:moveTo>
                      <a:pt x="319" y="98"/>
                    </a:moveTo>
                    <a:cubicBezTo>
                      <a:pt x="76" y="98"/>
                      <a:pt x="76" y="98"/>
                      <a:pt x="76" y="98"/>
                    </a:cubicBezTo>
                    <a:cubicBezTo>
                      <a:pt x="72" y="98"/>
                      <a:pt x="69" y="102"/>
                      <a:pt x="69" y="106"/>
                    </a:cubicBezTo>
                    <a:cubicBezTo>
                      <a:pt x="69" y="110"/>
                      <a:pt x="72" y="113"/>
                      <a:pt x="76" y="113"/>
                    </a:cubicBezTo>
                    <a:cubicBezTo>
                      <a:pt x="319" y="113"/>
                      <a:pt x="319" y="113"/>
                      <a:pt x="319" y="113"/>
                    </a:cubicBezTo>
                    <a:cubicBezTo>
                      <a:pt x="323" y="113"/>
                      <a:pt x="327" y="110"/>
                      <a:pt x="327" y="106"/>
                    </a:cubicBezTo>
                    <a:cubicBezTo>
                      <a:pt x="327" y="102"/>
                      <a:pt x="323" y="98"/>
                      <a:pt x="319" y="98"/>
                    </a:cubicBezTo>
                    <a:close/>
                    <a:moveTo>
                      <a:pt x="319" y="150"/>
                    </a:moveTo>
                    <a:cubicBezTo>
                      <a:pt x="76" y="150"/>
                      <a:pt x="76" y="150"/>
                      <a:pt x="76" y="150"/>
                    </a:cubicBezTo>
                    <a:cubicBezTo>
                      <a:pt x="72" y="150"/>
                      <a:pt x="69" y="153"/>
                      <a:pt x="69" y="158"/>
                    </a:cubicBezTo>
                    <a:cubicBezTo>
                      <a:pt x="69" y="162"/>
                      <a:pt x="72" y="165"/>
                      <a:pt x="76" y="165"/>
                    </a:cubicBezTo>
                    <a:cubicBezTo>
                      <a:pt x="319" y="165"/>
                      <a:pt x="319" y="165"/>
                      <a:pt x="319" y="165"/>
                    </a:cubicBezTo>
                    <a:cubicBezTo>
                      <a:pt x="323" y="165"/>
                      <a:pt x="327" y="162"/>
                      <a:pt x="327" y="158"/>
                    </a:cubicBezTo>
                    <a:cubicBezTo>
                      <a:pt x="327" y="153"/>
                      <a:pt x="323" y="150"/>
                      <a:pt x="319" y="150"/>
                    </a:cubicBezTo>
                    <a:close/>
                    <a:moveTo>
                      <a:pt x="319" y="1061"/>
                    </a:moveTo>
                    <a:cubicBezTo>
                      <a:pt x="76" y="1061"/>
                      <a:pt x="76" y="1061"/>
                      <a:pt x="76" y="1061"/>
                    </a:cubicBezTo>
                    <a:cubicBezTo>
                      <a:pt x="72" y="1061"/>
                      <a:pt x="69" y="1064"/>
                      <a:pt x="69" y="1068"/>
                    </a:cubicBezTo>
                    <a:cubicBezTo>
                      <a:pt x="69" y="1072"/>
                      <a:pt x="72" y="1076"/>
                      <a:pt x="76" y="1076"/>
                    </a:cubicBezTo>
                    <a:cubicBezTo>
                      <a:pt x="319" y="1076"/>
                      <a:pt x="319" y="1076"/>
                      <a:pt x="319" y="1076"/>
                    </a:cubicBezTo>
                    <a:cubicBezTo>
                      <a:pt x="323" y="1076"/>
                      <a:pt x="327" y="1072"/>
                      <a:pt x="327" y="1068"/>
                    </a:cubicBezTo>
                    <a:cubicBezTo>
                      <a:pt x="327" y="1064"/>
                      <a:pt x="323" y="1061"/>
                      <a:pt x="319" y="1061"/>
                    </a:cubicBezTo>
                    <a:close/>
                    <a:moveTo>
                      <a:pt x="319" y="1112"/>
                    </a:moveTo>
                    <a:cubicBezTo>
                      <a:pt x="76" y="1112"/>
                      <a:pt x="76" y="1112"/>
                      <a:pt x="76" y="1112"/>
                    </a:cubicBezTo>
                    <a:cubicBezTo>
                      <a:pt x="72" y="1112"/>
                      <a:pt x="69" y="1116"/>
                      <a:pt x="69" y="1120"/>
                    </a:cubicBezTo>
                    <a:cubicBezTo>
                      <a:pt x="69" y="1124"/>
                      <a:pt x="72" y="1127"/>
                      <a:pt x="76" y="1127"/>
                    </a:cubicBezTo>
                    <a:cubicBezTo>
                      <a:pt x="319" y="1127"/>
                      <a:pt x="319" y="1127"/>
                      <a:pt x="319" y="1127"/>
                    </a:cubicBezTo>
                    <a:cubicBezTo>
                      <a:pt x="323" y="1127"/>
                      <a:pt x="327" y="1124"/>
                      <a:pt x="327" y="1120"/>
                    </a:cubicBezTo>
                    <a:cubicBezTo>
                      <a:pt x="327" y="1116"/>
                      <a:pt x="323" y="1112"/>
                      <a:pt x="319" y="1112"/>
                    </a:cubicBezTo>
                    <a:close/>
                    <a:moveTo>
                      <a:pt x="319" y="1112"/>
                    </a:moveTo>
                    <a:cubicBezTo>
                      <a:pt x="319" y="1112"/>
                      <a:pt x="319" y="1112"/>
                      <a:pt x="319" y="1112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3" name="Freeform 59"/>
              <p:cNvSpPr>
                <a:spLocks noEditPoints="1"/>
              </p:cNvSpPr>
              <p:nvPr userDrawn="1"/>
            </p:nvSpPr>
            <p:spPr bwMode="auto">
              <a:xfrm>
                <a:off x="1915" y="892"/>
                <a:ext cx="418" cy="962"/>
              </a:xfrm>
              <a:custGeom>
                <a:avLst/>
                <a:gdLst>
                  <a:gd name="T0" fmla="*/ 165 w 419"/>
                  <a:gd name="T1" fmla="*/ 71 h 962"/>
                  <a:gd name="T2" fmla="*/ 172 w 419"/>
                  <a:gd name="T3" fmla="*/ 96 h 962"/>
                  <a:gd name="T4" fmla="*/ 419 w 419"/>
                  <a:gd name="T5" fmla="*/ 962 h 962"/>
                  <a:gd name="T6" fmla="*/ 145 w 419"/>
                  <a:gd name="T7" fmla="*/ 0 h 962"/>
                  <a:gd name="T8" fmla="*/ 144 w 419"/>
                  <a:gd name="T9" fmla="*/ 0 h 962"/>
                  <a:gd name="T10" fmla="*/ 165 w 419"/>
                  <a:gd name="T11" fmla="*/ 71 h 962"/>
                  <a:gd name="T12" fmla="*/ 1 w 419"/>
                  <a:gd name="T13" fmla="*/ 232 h 962"/>
                  <a:gd name="T14" fmla="*/ 11 w 419"/>
                  <a:gd name="T15" fmla="*/ 238 h 962"/>
                  <a:gd name="T16" fmla="*/ 6 w 419"/>
                  <a:gd name="T17" fmla="*/ 223 h 962"/>
                  <a:gd name="T18" fmla="*/ 1 w 419"/>
                  <a:gd name="T19" fmla="*/ 232 h 962"/>
                  <a:gd name="T20" fmla="*/ 1 w 419"/>
                  <a:gd name="T21" fmla="*/ 232 h 962"/>
                  <a:gd name="T22" fmla="*/ 1 w 419"/>
                  <a:gd name="T23" fmla="*/ 232 h 9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19" h="962">
                    <a:moveTo>
                      <a:pt x="165" y="71"/>
                    </a:moveTo>
                    <a:cubicBezTo>
                      <a:pt x="172" y="96"/>
                      <a:pt x="172" y="96"/>
                      <a:pt x="172" y="96"/>
                    </a:cubicBezTo>
                    <a:cubicBezTo>
                      <a:pt x="419" y="962"/>
                      <a:pt x="419" y="962"/>
                      <a:pt x="419" y="962"/>
                    </a:cubicBezTo>
                    <a:cubicBezTo>
                      <a:pt x="145" y="0"/>
                      <a:pt x="145" y="0"/>
                      <a:pt x="145" y="0"/>
                    </a:cubicBezTo>
                    <a:cubicBezTo>
                      <a:pt x="144" y="0"/>
                      <a:pt x="144" y="0"/>
                      <a:pt x="144" y="0"/>
                    </a:cubicBezTo>
                    <a:cubicBezTo>
                      <a:pt x="165" y="71"/>
                      <a:pt x="165" y="71"/>
                      <a:pt x="165" y="71"/>
                    </a:cubicBezTo>
                    <a:close/>
                    <a:moveTo>
                      <a:pt x="1" y="232"/>
                    </a:moveTo>
                    <a:cubicBezTo>
                      <a:pt x="2" y="235"/>
                      <a:pt x="6" y="237"/>
                      <a:pt x="11" y="238"/>
                    </a:cubicBezTo>
                    <a:cubicBezTo>
                      <a:pt x="6" y="223"/>
                      <a:pt x="6" y="223"/>
                      <a:pt x="6" y="223"/>
                    </a:cubicBezTo>
                    <a:cubicBezTo>
                      <a:pt x="2" y="225"/>
                      <a:pt x="0" y="228"/>
                      <a:pt x="1" y="232"/>
                    </a:cubicBezTo>
                    <a:close/>
                    <a:moveTo>
                      <a:pt x="1" y="232"/>
                    </a:moveTo>
                    <a:cubicBezTo>
                      <a:pt x="1" y="232"/>
                      <a:pt x="1" y="232"/>
                      <a:pt x="1" y="232"/>
                    </a:cubicBezTo>
                  </a:path>
                </a:pathLst>
              </a:custGeom>
              <a:solidFill>
                <a:srgbClr val="FF78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4" name="Freeform 60"/>
              <p:cNvSpPr>
                <a:spLocks noEditPoints="1"/>
              </p:cNvSpPr>
              <p:nvPr userDrawn="1"/>
            </p:nvSpPr>
            <p:spPr bwMode="auto">
              <a:xfrm>
                <a:off x="1950" y="1245"/>
                <a:ext cx="3" cy="62"/>
              </a:xfrm>
              <a:custGeom>
                <a:avLst/>
                <a:gdLst>
                  <a:gd name="T0" fmla="*/ 0 w 3"/>
                  <a:gd name="T1" fmla="*/ 0 h 62"/>
                  <a:gd name="T2" fmla="*/ 2 w 3"/>
                  <a:gd name="T3" fmla="*/ 0 h 62"/>
                  <a:gd name="T4" fmla="*/ 2 w 3"/>
                  <a:gd name="T5" fmla="*/ 62 h 62"/>
                  <a:gd name="T6" fmla="*/ 0 w 3"/>
                  <a:gd name="T7" fmla="*/ 62 h 62"/>
                  <a:gd name="T8" fmla="*/ 0 w 3"/>
                  <a:gd name="T9" fmla="*/ 0 h 62"/>
                  <a:gd name="T10" fmla="*/ 2 w 3"/>
                  <a:gd name="T11" fmla="*/ 0 h 62"/>
                  <a:gd name="T12" fmla="*/ 3 w 3"/>
                  <a:gd name="T13" fmla="*/ 0 h 62"/>
                  <a:gd name="T14" fmla="*/ 3 w 3"/>
                  <a:gd name="T15" fmla="*/ 62 h 62"/>
                  <a:gd name="T16" fmla="*/ 2 w 3"/>
                  <a:gd name="T17" fmla="*/ 62 h 62"/>
                  <a:gd name="T18" fmla="*/ 2 w 3"/>
                  <a:gd name="T19" fmla="*/ 0 h 62"/>
                  <a:gd name="T20" fmla="*/ 2 w 3"/>
                  <a:gd name="T21" fmla="*/ 0 h 62"/>
                  <a:gd name="T22" fmla="*/ 2 w 3"/>
                  <a:gd name="T2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62">
                    <a:moveTo>
                      <a:pt x="0" y="0"/>
                    </a:moveTo>
                    <a:lnTo>
                      <a:pt x="2" y="0"/>
                    </a:lnTo>
                    <a:lnTo>
                      <a:pt x="2" y="62"/>
                    </a:lnTo>
                    <a:lnTo>
                      <a:pt x="0" y="62"/>
                    </a:lnTo>
                    <a:lnTo>
                      <a:pt x="0" y="0"/>
                    </a:lnTo>
                    <a:close/>
                    <a:moveTo>
                      <a:pt x="2" y="0"/>
                    </a:moveTo>
                    <a:lnTo>
                      <a:pt x="3" y="0"/>
                    </a:lnTo>
                    <a:lnTo>
                      <a:pt x="3" y="62"/>
                    </a:lnTo>
                    <a:lnTo>
                      <a:pt x="2" y="62"/>
                    </a:lnTo>
                    <a:lnTo>
                      <a:pt x="2" y="0"/>
                    </a:lnTo>
                    <a:close/>
                    <a:moveTo>
                      <a:pt x="2" y="0"/>
                    </a:move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5" name="Freeform 61"/>
              <p:cNvSpPr>
                <a:spLocks noEditPoints="1"/>
              </p:cNvSpPr>
              <p:nvPr userDrawn="1"/>
            </p:nvSpPr>
            <p:spPr bwMode="auto">
              <a:xfrm>
                <a:off x="1950" y="1245"/>
                <a:ext cx="3" cy="62"/>
              </a:xfrm>
              <a:custGeom>
                <a:avLst/>
                <a:gdLst>
                  <a:gd name="T0" fmla="*/ 0 w 3"/>
                  <a:gd name="T1" fmla="*/ 0 h 62"/>
                  <a:gd name="T2" fmla="*/ 2 w 3"/>
                  <a:gd name="T3" fmla="*/ 0 h 62"/>
                  <a:gd name="T4" fmla="*/ 2 w 3"/>
                  <a:gd name="T5" fmla="*/ 62 h 62"/>
                  <a:gd name="T6" fmla="*/ 0 w 3"/>
                  <a:gd name="T7" fmla="*/ 62 h 62"/>
                  <a:gd name="T8" fmla="*/ 0 w 3"/>
                  <a:gd name="T9" fmla="*/ 0 h 62"/>
                  <a:gd name="T10" fmla="*/ 2 w 3"/>
                  <a:gd name="T11" fmla="*/ 0 h 62"/>
                  <a:gd name="T12" fmla="*/ 3 w 3"/>
                  <a:gd name="T13" fmla="*/ 0 h 62"/>
                  <a:gd name="T14" fmla="*/ 3 w 3"/>
                  <a:gd name="T15" fmla="*/ 62 h 62"/>
                  <a:gd name="T16" fmla="*/ 2 w 3"/>
                  <a:gd name="T17" fmla="*/ 62 h 62"/>
                  <a:gd name="T18" fmla="*/ 2 w 3"/>
                  <a:gd name="T19" fmla="*/ 0 h 62"/>
                  <a:gd name="T20" fmla="*/ 2 w 3"/>
                  <a:gd name="T21" fmla="*/ 0 h 62"/>
                  <a:gd name="T22" fmla="*/ 2 w 3"/>
                  <a:gd name="T2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62">
                    <a:moveTo>
                      <a:pt x="0" y="0"/>
                    </a:moveTo>
                    <a:lnTo>
                      <a:pt x="2" y="0"/>
                    </a:lnTo>
                    <a:lnTo>
                      <a:pt x="2" y="62"/>
                    </a:lnTo>
                    <a:lnTo>
                      <a:pt x="0" y="62"/>
                    </a:lnTo>
                    <a:lnTo>
                      <a:pt x="0" y="0"/>
                    </a:lnTo>
                    <a:moveTo>
                      <a:pt x="2" y="0"/>
                    </a:moveTo>
                    <a:lnTo>
                      <a:pt x="3" y="0"/>
                    </a:lnTo>
                    <a:lnTo>
                      <a:pt x="3" y="62"/>
                    </a:lnTo>
                    <a:lnTo>
                      <a:pt x="2" y="62"/>
                    </a:lnTo>
                    <a:lnTo>
                      <a:pt x="2" y="0"/>
                    </a:lnTo>
                    <a:moveTo>
                      <a:pt x="2" y="0"/>
                    </a:moveTo>
                    <a:lnTo>
                      <a:pt x="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6" name="Rectangle 62"/>
              <p:cNvSpPr>
                <a:spLocks noChangeArrowheads="1"/>
              </p:cNvSpPr>
              <p:nvPr userDrawn="1"/>
            </p:nvSpPr>
            <p:spPr bwMode="auto">
              <a:xfrm>
                <a:off x="1953" y="1245"/>
                <a:ext cx="1" cy="62"/>
              </a:xfrm>
              <a:prstGeom prst="rect">
                <a:avLst/>
              </a:prstGeom>
              <a:solidFill>
                <a:srgbClr val="3E3E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7" name="Rectangle 63"/>
              <p:cNvSpPr>
                <a:spLocks noChangeArrowheads="1"/>
              </p:cNvSpPr>
              <p:nvPr userDrawn="1"/>
            </p:nvSpPr>
            <p:spPr bwMode="auto">
              <a:xfrm>
                <a:off x="1953" y="1245"/>
                <a:ext cx="1" cy="62"/>
              </a:xfrm>
              <a:prstGeom prst="rect">
                <a:avLst/>
              </a:prstGeom>
              <a:solidFill>
                <a:srgbClr val="3E3E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8" name="Rectangle 64"/>
              <p:cNvSpPr>
                <a:spLocks noChangeArrowheads="1"/>
              </p:cNvSpPr>
              <p:nvPr userDrawn="1"/>
            </p:nvSpPr>
            <p:spPr bwMode="auto">
              <a:xfrm>
                <a:off x="1954" y="1245"/>
                <a:ext cx="1" cy="62"/>
              </a:xfrm>
              <a:prstGeom prst="rect">
                <a:avLst/>
              </a:prstGeom>
              <a:solidFill>
                <a:srgbClr val="3D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9" name="Rectangle 65"/>
              <p:cNvSpPr>
                <a:spLocks noChangeArrowheads="1"/>
              </p:cNvSpPr>
              <p:nvPr userDrawn="1"/>
            </p:nvSpPr>
            <p:spPr bwMode="auto">
              <a:xfrm>
                <a:off x="1954" y="1245"/>
                <a:ext cx="1" cy="62"/>
              </a:xfrm>
              <a:prstGeom prst="rect">
                <a:avLst/>
              </a:prstGeom>
              <a:solidFill>
                <a:srgbClr val="3C3C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0" name="Rectangle 66"/>
              <p:cNvSpPr>
                <a:spLocks noChangeArrowheads="1"/>
              </p:cNvSpPr>
              <p:nvPr userDrawn="1"/>
            </p:nvSpPr>
            <p:spPr bwMode="auto">
              <a:xfrm>
                <a:off x="1954" y="1245"/>
                <a:ext cx="1" cy="62"/>
              </a:xfrm>
              <a:prstGeom prst="rect">
                <a:avLst/>
              </a:prstGeom>
              <a:solidFill>
                <a:srgbClr val="3B3B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1" name="Rectangle 67"/>
              <p:cNvSpPr>
                <a:spLocks noChangeArrowheads="1"/>
              </p:cNvSpPr>
              <p:nvPr userDrawn="1"/>
            </p:nvSpPr>
            <p:spPr bwMode="auto">
              <a:xfrm>
                <a:off x="1955" y="1245"/>
                <a:ext cx="1" cy="62"/>
              </a:xfrm>
              <a:prstGeom prst="rect">
                <a:avLst/>
              </a:prstGeom>
              <a:solidFill>
                <a:srgbClr val="3B3B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2" name="Rectangle 68"/>
              <p:cNvSpPr>
                <a:spLocks noChangeArrowheads="1"/>
              </p:cNvSpPr>
              <p:nvPr userDrawn="1"/>
            </p:nvSpPr>
            <p:spPr bwMode="auto">
              <a:xfrm>
                <a:off x="1956" y="1245"/>
                <a:ext cx="1" cy="62"/>
              </a:xfrm>
              <a:prstGeom prst="rect">
                <a:avLst/>
              </a:prstGeom>
              <a:solidFill>
                <a:srgbClr val="3A3A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3" name="Rectangle 69"/>
              <p:cNvSpPr>
                <a:spLocks noChangeArrowheads="1"/>
              </p:cNvSpPr>
              <p:nvPr userDrawn="1"/>
            </p:nvSpPr>
            <p:spPr bwMode="auto">
              <a:xfrm>
                <a:off x="1956" y="1245"/>
                <a:ext cx="1" cy="62"/>
              </a:xfrm>
              <a:prstGeom prst="rect">
                <a:avLst/>
              </a:prstGeom>
              <a:solidFill>
                <a:srgbClr val="3939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4" name="Rectangle 70"/>
              <p:cNvSpPr>
                <a:spLocks noChangeArrowheads="1"/>
              </p:cNvSpPr>
              <p:nvPr userDrawn="1"/>
            </p:nvSpPr>
            <p:spPr bwMode="auto">
              <a:xfrm>
                <a:off x="1957" y="1245"/>
                <a:ext cx="1" cy="62"/>
              </a:xfrm>
              <a:prstGeom prst="rect">
                <a:avLst/>
              </a:prstGeom>
              <a:solidFill>
                <a:srgbClr val="383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5" name="Rectangle 71"/>
              <p:cNvSpPr>
                <a:spLocks noChangeArrowheads="1"/>
              </p:cNvSpPr>
              <p:nvPr userDrawn="1"/>
            </p:nvSpPr>
            <p:spPr bwMode="auto">
              <a:xfrm>
                <a:off x="1957" y="1245"/>
                <a:ext cx="1" cy="62"/>
              </a:xfrm>
              <a:prstGeom prst="rect">
                <a:avLst/>
              </a:prstGeom>
              <a:solidFill>
                <a:srgbClr val="3838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6" name="Rectangle 72"/>
              <p:cNvSpPr>
                <a:spLocks noChangeArrowheads="1"/>
              </p:cNvSpPr>
              <p:nvPr userDrawn="1"/>
            </p:nvSpPr>
            <p:spPr bwMode="auto">
              <a:xfrm>
                <a:off x="1957" y="1245"/>
                <a:ext cx="1" cy="62"/>
              </a:xfrm>
              <a:prstGeom prst="rect">
                <a:avLst/>
              </a:prstGeom>
              <a:solidFill>
                <a:srgbClr val="3737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7" name="Rectangle 73"/>
              <p:cNvSpPr>
                <a:spLocks noChangeArrowheads="1"/>
              </p:cNvSpPr>
              <p:nvPr userDrawn="1"/>
            </p:nvSpPr>
            <p:spPr bwMode="auto">
              <a:xfrm>
                <a:off x="1958" y="1245"/>
                <a:ext cx="1" cy="62"/>
              </a:xfrm>
              <a:prstGeom prst="rect">
                <a:avLst/>
              </a:prstGeom>
              <a:solidFill>
                <a:srgbClr val="36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8" name="Rectangle 74"/>
              <p:cNvSpPr>
                <a:spLocks noChangeArrowheads="1"/>
              </p:cNvSpPr>
              <p:nvPr userDrawn="1"/>
            </p:nvSpPr>
            <p:spPr bwMode="auto">
              <a:xfrm>
                <a:off x="1959" y="1245"/>
                <a:ext cx="1" cy="62"/>
              </a:xfrm>
              <a:prstGeom prst="rect">
                <a:avLst/>
              </a:prstGeom>
              <a:solidFill>
                <a:srgbClr val="363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9" name="Rectangle 75"/>
              <p:cNvSpPr>
                <a:spLocks noChangeArrowheads="1"/>
              </p:cNvSpPr>
              <p:nvPr userDrawn="1"/>
            </p:nvSpPr>
            <p:spPr bwMode="auto">
              <a:xfrm>
                <a:off x="1959" y="1245"/>
                <a:ext cx="1" cy="62"/>
              </a:xfrm>
              <a:prstGeom prst="rect">
                <a:avLst/>
              </a:prstGeom>
              <a:solidFill>
                <a:srgbClr val="3535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0" name="Rectangle 76"/>
              <p:cNvSpPr>
                <a:spLocks noChangeArrowheads="1"/>
              </p:cNvSpPr>
              <p:nvPr userDrawn="1"/>
            </p:nvSpPr>
            <p:spPr bwMode="auto">
              <a:xfrm>
                <a:off x="1960" y="1245"/>
                <a:ext cx="1" cy="62"/>
              </a:xfrm>
              <a:prstGeom prst="rect">
                <a:avLst/>
              </a:prstGeom>
              <a:solidFill>
                <a:srgbClr val="343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1" name="Rectangle 77"/>
              <p:cNvSpPr>
                <a:spLocks noChangeArrowheads="1"/>
              </p:cNvSpPr>
              <p:nvPr userDrawn="1"/>
            </p:nvSpPr>
            <p:spPr bwMode="auto">
              <a:xfrm>
                <a:off x="1960" y="1245"/>
                <a:ext cx="1" cy="62"/>
              </a:xfrm>
              <a:prstGeom prst="rect">
                <a:avLst/>
              </a:prstGeom>
              <a:solidFill>
                <a:srgbClr val="3333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2" name="Rectangle 78"/>
              <p:cNvSpPr>
                <a:spLocks noChangeArrowheads="1"/>
              </p:cNvSpPr>
              <p:nvPr userDrawn="1"/>
            </p:nvSpPr>
            <p:spPr bwMode="auto">
              <a:xfrm>
                <a:off x="1960" y="1245"/>
                <a:ext cx="1" cy="62"/>
              </a:xfrm>
              <a:prstGeom prst="rect">
                <a:avLst/>
              </a:prstGeom>
              <a:solidFill>
                <a:srgbClr val="3333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3" name="Rectangle 79"/>
              <p:cNvSpPr>
                <a:spLocks noChangeArrowheads="1"/>
              </p:cNvSpPr>
              <p:nvPr userDrawn="1"/>
            </p:nvSpPr>
            <p:spPr bwMode="auto">
              <a:xfrm>
                <a:off x="1961" y="1245"/>
                <a:ext cx="1" cy="62"/>
              </a:xfrm>
              <a:prstGeom prst="rect">
                <a:avLst/>
              </a:prstGeom>
              <a:solidFill>
                <a:srgbClr val="3232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4" name="Rectangle 80"/>
              <p:cNvSpPr>
                <a:spLocks noChangeArrowheads="1"/>
              </p:cNvSpPr>
              <p:nvPr userDrawn="1"/>
            </p:nvSpPr>
            <p:spPr bwMode="auto">
              <a:xfrm>
                <a:off x="1961" y="1245"/>
                <a:ext cx="1" cy="62"/>
              </a:xfrm>
              <a:prstGeom prst="rect">
                <a:avLst/>
              </a:prstGeom>
              <a:solidFill>
                <a:srgbClr val="3131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5" name="Rectangle 81"/>
              <p:cNvSpPr>
                <a:spLocks noChangeArrowheads="1"/>
              </p:cNvSpPr>
              <p:nvPr userDrawn="1"/>
            </p:nvSpPr>
            <p:spPr bwMode="auto">
              <a:xfrm>
                <a:off x="1962" y="1245"/>
                <a:ext cx="1" cy="62"/>
              </a:xfrm>
              <a:prstGeom prst="rect">
                <a:avLst/>
              </a:prstGeom>
              <a:solidFill>
                <a:srgbClr val="3030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6" name="Rectangle 82"/>
              <p:cNvSpPr>
                <a:spLocks noChangeArrowheads="1"/>
              </p:cNvSpPr>
              <p:nvPr userDrawn="1"/>
            </p:nvSpPr>
            <p:spPr bwMode="auto">
              <a:xfrm>
                <a:off x="1963" y="1245"/>
                <a:ext cx="1" cy="62"/>
              </a:xfrm>
              <a:prstGeom prst="rect">
                <a:avLst/>
              </a:prstGeom>
              <a:solidFill>
                <a:srgbClr val="3030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7" name="Rectangle 83"/>
              <p:cNvSpPr>
                <a:spLocks noChangeArrowheads="1"/>
              </p:cNvSpPr>
              <p:nvPr userDrawn="1"/>
            </p:nvSpPr>
            <p:spPr bwMode="auto">
              <a:xfrm>
                <a:off x="1963" y="1245"/>
                <a:ext cx="1" cy="62"/>
              </a:xfrm>
              <a:prstGeom prst="rect">
                <a:avLst/>
              </a:prstGeom>
              <a:solidFill>
                <a:srgbClr val="2F2F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8" name="Rectangle 84"/>
              <p:cNvSpPr>
                <a:spLocks noChangeArrowheads="1"/>
              </p:cNvSpPr>
              <p:nvPr userDrawn="1"/>
            </p:nvSpPr>
            <p:spPr bwMode="auto">
              <a:xfrm>
                <a:off x="1963" y="1245"/>
                <a:ext cx="1" cy="62"/>
              </a:xfrm>
              <a:prstGeom prst="rect">
                <a:avLst/>
              </a:prstGeom>
              <a:solidFill>
                <a:srgbClr val="2E2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9" name="Rectangle 85"/>
              <p:cNvSpPr>
                <a:spLocks noChangeArrowheads="1"/>
              </p:cNvSpPr>
              <p:nvPr userDrawn="1"/>
            </p:nvSpPr>
            <p:spPr bwMode="auto">
              <a:xfrm>
                <a:off x="1964" y="1245"/>
                <a:ext cx="1" cy="62"/>
              </a:xfrm>
              <a:prstGeom prst="rect">
                <a:avLst/>
              </a:prstGeom>
              <a:solidFill>
                <a:srgbClr val="2E2E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0" name="Rectangle 86"/>
              <p:cNvSpPr>
                <a:spLocks noChangeArrowheads="1"/>
              </p:cNvSpPr>
              <p:nvPr userDrawn="1"/>
            </p:nvSpPr>
            <p:spPr bwMode="auto">
              <a:xfrm>
                <a:off x="1964" y="1245"/>
                <a:ext cx="1" cy="62"/>
              </a:xfrm>
              <a:prstGeom prst="rect">
                <a:avLst/>
              </a:prstGeom>
              <a:solidFill>
                <a:srgbClr val="2D2D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1" name="Rectangle 87"/>
              <p:cNvSpPr>
                <a:spLocks noChangeArrowheads="1"/>
              </p:cNvSpPr>
              <p:nvPr userDrawn="1"/>
            </p:nvSpPr>
            <p:spPr bwMode="auto">
              <a:xfrm>
                <a:off x="1965" y="1245"/>
                <a:ext cx="1" cy="62"/>
              </a:xfrm>
              <a:prstGeom prst="rect">
                <a:avLst/>
              </a:prstGeom>
              <a:solidFill>
                <a:srgbClr val="2C2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2" name="Rectangle 88"/>
              <p:cNvSpPr>
                <a:spLocks noChangeArrowheads="1"/>
              </p:cNvSpPr>
              <p:nvPr userDrawn="1"/>
            </p:nvSpPr>
            <p:spPr bwMode="auto">
              <a:xfrm>
                <a:off x="1966" y="1245"/>
                <a:ext cx="1" cy="62"/>
              </a:xfrm>
              <a:prstGeom prst="rect">
                <a:avLst/>
              </a:prstGeom>
              <a:solidFill>
                <a:srgbClr val="2B2B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3" name="Rectangle 89"/>
              <p:cNvSpPr>
                <a:spLocks noChangeArrowheads="1"/>
              </p:cNvSpPr>
              <p:nvPr userDrawn="1"/>
            </p:nvSpPr>
            <p:spPr bwMode="auto">
              <a:xfrm>
                <a:off x="1966" y="1245"/>
                <a:ext cx="1" cy="62"/>
              </a:xfrm>
              <a:prstGeom prst="rect">
                <a:avLst/>
              </a:prstGeom>
              <a:solidFill>
                <a:srgbClr val="2B2B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4" name="Rectangle 90"/>
              <p:cNvSpPr>
                <a:spLocks noChangeArrowheads="1"/>
              </p:cNvSpPr>
              <p:nvPr userDrawn="1"/>
            </p:nvSpPr>
            <p:spPr bwMode="auto">
              <a:xfrm>
                <a:off x="1966" y="1245"/>
                <a:ext cx="1" cy="62"/>
              </a:xfrm>
              <a:prstGeom prst="rect">
                <a:avLst/>
              </a:prstGeom>
              <a:solidFill>
                <a:srgbClr val="2A2A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5" name="Rectangle 91"/>
              <p:cNvSpPr>
                <a:spLocks noChangeArrowheads="1"/>
              </p:cNvSpPr>
              <p:nvPr userDrawn="1"/>
            </p:nvSpPr>
            <p:spPr bwMode="auto">
              <a:xfrm>
                <a:off x="1967" y="1245"/>
                <a:ext cx="1" cy="62"/>
              </a:xfrm>
              <a:prstGeom prst="rect">
                <a:avLst/>
              </a:prstGeom>
              <a:solidFill>
                <a:srgbClr val="29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6" name="Rectangle 92"/>
              <p:cNvSpPr>
                <a:spLocks noChangeArrowheads="1"/>
              </p:cNvSpPr>
              <p:nvPr userDrawn="1"/>
            </p:nvSpPr>
            <p:spPr bwMode="auto">
              <a:xfrm>
                <a:off x="1967" y="1245"/>
                <a:ext cx="1" cy="62"/>
              </a:xfrm>
              <a:prstGeom prst="rect">
                <a:avLst/>
              </a:prstGeom>
              <a:solidFill>
                <a:srgbClr val="2828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7" name="Rectangle 93"/>
              <p:cNvSpPr>
                <a:spLocks noChangeArrowheads="1"/>
              </p:cNvSpPr>
              <p:nvPr userDrawn="1"/>
            </p:nvSpPr>
            <p:spPr bwMode="auto">
              <a:xfrm>
                <a:off x="1968" y="1245"/>
                <a:ext cx="1" cy="62"/>
              </a:xfrm>
              <a:prstGeom prst="rect">
                <a:avLst/>
              </a:prstGeom>
              <a:solidFill>
                <a:srgbClr val="2828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8" name="Rectangle 94"/>
              <p:cNvSpPr>
                <a:spLocks noChangeArrowheads="1"/>
              </p:cNvSpPr>
              <p:nvPr userDrawn="1"/>
            </p:nvSpPr>
            <p:spPr bwMode="auto">
              <a:xfrm>
                <a:off x="1968" y="1245"/>
                <a:ext cx="1" cy="62"/>
              </a:xfrm>
              <a:prstGeom prst="rect">
                <a:avLst/>
              </a:prstGeom>
              <a:solidFill>
                <a:srgbClr val="27273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9" name="Rectangle 95"/>
              <p:cNvSpPr>
                <a:spLocks noChangeArrowheads="1"/>
              </p:cNvSpPr>
              <p:nvPr userDrawn="1"/>
            </p:nvSpPr>
            <p:spPr bwMode="auto">
              <a:xfrm>
                <a:off x="1969" y="1245"/>
                <a:ext cx="1" cy="62"/>
              </a:xfrm>
              <a:prstGeom prst="rect">
                <a:avLst/>
              </a:prstGeom>
              <a:solidFill>
                <a:srgbClr val="262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0" name="Rectangle 96"/>
              <p:cNvSpPr>
                <a:spLocks noChangeArrowheads="1"/>
              </p:cNvSpPr>
              <p:nvPr userDrawn="1"/>
            </p:nvSpPr>
            <p:spPr bwMode="auto">
              <a:xfrm>
                <a:off x="1969" y="1245"/>
                <a:ext cx="1" cy="62"/>
              </a:xfrm>
              <a:prstGeom prst="rect">
                <a:avLst/>
              </a:prstGeom>
              <a:solidFill>
                <a:srgbClr val="252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1" name="Rectangle 97"/>
              <p:cNvSpPr>
                <a:spLocks noChangeArrowheads="1"/>
              </p:cNvSpPr>
              <p:nvPr userDrawn="1"/>
            </p:nvSpPr>
            <p:spPr bwMode="auto">
              <a:xfrm>
                <a:off x="1970" y="1245"/>
                <a:ext cx="1" cy="62"/>
              </a:xfrm>
              <a:prstGeom prst="rect">
                <a:avLst/>
              </a:prstGeom>
              <a:solidFill>
                <a:srgbClr val="2525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2" name="Rectangle 98"/>
              <p:cNvSpPr>
                <a:spLocks noChangeArrowheads="1"/>
              </p:cNvSpPr>
              <p:nvPr userDrawn="1"/>
            </p:nvSpPr>
            <p:spPr bwMode="auto">
              <a:xfrm>
                <a:off x="1970" y="1245"/>
                <a:ext cx="1" cy="62"/>
              </a:xfrm>
              <a:prstGeom prst="rect">
                <a:avLst/>
              </a:prstGeom>
              <a:solidFill>
                <a:srgbClr val="242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3" name="Rectangle 99"/>
              <p:cNvSpPr>
                <a:spLocks noChangeArrowheads="1"/>
              </p:cNvSpPr>
              <p:nvPr userDrawn="1"/>
            </p:nvSpPr>
            <p:spPr bwMode="auto">
              <a:xfrm>
                <a:off x="1971" y="1245"/>
                <a:ext cx="1" cy="62"/>
              </a:xfrm>
              <a:prstGeom prst="rect">
                <a:avLst/>
              </a:prstGeom>
              <a:solidFill>
                <a:srgbClr val="2323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4" name="Rectangle 100"/>
              <p:cNvSpPr>
                <a:spLocks noChangeArrowheads="1"/>
              </p:cNvSpPr>
              <p:nvPr userDrawn="1"/>
            </p:nvSpPr>
            <p:spPr bwMode="auto">
              <a:xfrm>
                <a:off x="1971" y="1245"/>
                <a:ext cx="1" cy="62"/>
              </a:xfrm>
              <a:prstGeom prst="rect">
                <a:avLst/>
              </a:prstGeom>
              <a:solidFill>
                <a:srgbClr val="2323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5" name="Rectangle 101"/>
              <p:cNvSpPr>
                <a:spLocks noChangeArrowheads="1"/>
              </p:cNvSpPr>
              <p:nvPr userDrawn="1"/>
            </p:nvSpPr>
            <p:spPr bwMode="auto">
              <a:xfrm>
                <a:off x="1972" y="1245"/>
                <a:ext cx="1" cy="62"/>
              </a:xfrm>
              <a:prstGeom prst="rect">
                <a:avLst/>
              </a:prstGeom>
              <a:solidFill>
                <a:srgbClr val="2222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6" name="Rectangle 102"/>
              <p:cNvSpPr>
                <a:spLocks noChangeArrowheads="1"/>
              </p:cNvSpPr>
              <p:nvPr userDrawn="1"/>
            </p:nvSpPr>
            <p:spPr bwMode="auto">
              <a:xfrm>
                <a:off x="1972" y="1245"/>
                <a:ext cx="1" cy="62"/>
              </a:xfrm>
              <a:prstGeom prst="rect">
                <a:avLst/>
              </a:prstGeom>
              <a:solidFill>
                <a:srgbClr val="2121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7" name="Rectangle 103"/>
              <p:cNvSpPr>
                <a:spLocks noChangeArrowheads="1"/>
              </p:cNvSpPr>
              <p:nvPr userDrawn="1"/>
            </p:nvSpPr>
            <p:spPr bwMode="auto">
              <a:xfrm>
                <a:off x="1973" y="1245"/>
                <a:ext cx="1" cy="62"/>
              </a:xfrm>
              <a:prstGeom prst="rect">
                <a:avLst/>
              </a:prstGeom>
              <a:solidFill>
                <a:srgbClr val="202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8" name="Rectangle 104"/>
              <p:cNvSpPr>
                <a:spLocks noChangeArrowheads="1"/>
              </p:cNvSpPr>
              <p:nvPr userDrawn="1"/>
            </p:nvSpPr>
            <p:spPr bwMode="auto">
              <a:xfrm>
                <a:off x="1973" y="1245"/>
                <a:ext cx="1" cy="62"/>
              </a:xfrm>
              <a:prstGeom prst="rect">
                <a:avLst/>
              </a:prstGeom>
              <a:solidFill>
                <a:srgbClr val="2020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9" name="Rectangle 105"/>
              <p:cNvSpPr>
                <a:spLocks noChangeArrowheads="1"/>
              </p:cNvSpPr>
              <p:nvPr userDrawn="1"/>
            </p:nvSpPr>
            <p:spPr bwMode="auto">
              <a:xfrm>
                <a:off x="1974" y="1245"/>
                <a:ext cx="1" cy="62"/>
              </a:xfrm>
              <a:prstGeom prst="rect">
                <a:avLst/>
              </a:prstGeom>
              <a:solidFill>
                <a:srgbClr val="1F1F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0" name="Rectangle 106"/>
              <p:cNvSpPr>
                <a:spLocks noChangeArrowheads="1"/>
              </p:cNvSpPr>
              <p:nvPr userDrawn="1"/>
            </p:nvSpPr>
            <p:spPr bwMode="auto">
              <a:xfrm>
                <a:off x="1974" y="1245"/>
                <a:ext cx="1" cy="62"/>
              </a:xfrm>
              <a:prstGeom prst="rect">
                <a:avLst/>
              </a:prstGeom>
              <a:solidFill>
                <a:srgbClr val="1E1E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1" name="Rectangle 107"/>
              <p:cNvSpPr>
                <a:spLocks noChangeArrowheads="1"/>
              </p:cNvSpPr>
              <p:nvPr userDrawn="1"/>
            </p:nvSpPr>
            <p:spPr bwMode="auto">
              <a:xfrm>
                <a:off x="1975" y="1245"/>
                <a:ext cx="1" cy="62"/>
              </a:xfrm>
              <a:prstGeom prst="rect">
                <a:avLst/>
              </a:prstGeom>
              <a:solidFill>
                <a:srgbClr val="1D1D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2" name="Rectangle 108"/>
              <p:cNvSpPr>
                <a:spLocks noChangeArrowheads="1"/>
              </p:cNvSpPr>
              <p:nvPr userDrawn="1"/>
            </p:nvSpPr>
            <p:spPr bwMode="auto">
              <a:xfrm>
                <a:off x="1975" y="1245"/>
                <a:ext cx="1" cy="62"/>
              </a:xfrm>
              <a:prstGeom prst="rect">
                <a:avLst/>
              </a:prstGeom>
              <a:solidFill>
                <a:srgbClr val="1D1D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3" name="Rectangle 109"/>
              <p:cNvSpPr>
                <a:spLocks noChangeArrowheads="1"/>
              </p:cNvSpPr>
              <p:nvPr userDrawn="1"/>
            </p:nvSpPr>
            <p:spPr bwMode="auto">
              <a:xfrm>
                <a:off x="1976" y="1245"/>
                <a:ext cx="1" cy="62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4" name="Freeform 110"/>
              <p:cNvSpPr>
                <a:spLocks noEditPoints="1"/>
              </p:cNvSpPr>
              <p:nvPr userDrawn="1"/>
            </p:nvSpPr>
            <p:spPr bwMode="auto">
              <a:xfrm>
                <a:off x="2118" y="1803"/>
                <a:ext cx="238" cy="130"/>
              </a:xfrm>
              <a:custGeom>
                <a:avLst/>
                <a:gdLst>
                  <a:gd name="T0" fmla="*/ 6 w 239"/>
                  <a:gd name="T1" fmla="*/ 22 h 130"/>
                  <a:gd name="T2" fmla="*/ 0 w 239"/>
                  <a:gd name="T3" fmla="*/ 0 h 130"/>
                  <a:gd name="T4" fmla="*/ 5 w 239"/>
                  <a:gd name="T5" fmla="*/ 20 h 130"/>
                  <a:gd name="T6" fmla="*/ 6 w 239"/>
                  <a:gd name="T7" fmla="*/ 22 h 130"/>
                  <a:gd name="T8" fmla="*/ 239 w 239"/>
                  <a:gd name="T9" fmla="*/ 130 h 130"/>
                  <a:gd name="T10" fmla="*/ 223 w 239"/>
                  <a:gd name="T11" fmla="*/ 76 h 130"/>
                  <a:gd name="T12" fmla="*/ 239 w 239"/>
                  <a:gd name="T13" fmla="*/ 130 h 130"/>
                  <a:gd name="T14" fmla="*/ 239 w 239"/>
                  <a:gd name="T15" fmla="*/ 130 h 130"/>
                  <a:gd name="T16" fmla="*/ 239 w 239"/>
                  <a:gd name="T17" fmla="*/ 130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30">
                    <a:moveTo>
                      <a:pt x="6" y="2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6"/>
                      <a:pt x="3" y="13"/>
                      <a:pt x="5" y="20"/>
                    </a:cubicBezTo>
                    <a:cubicBezTo>
                      <a:pt x="5" y="21"/>
                      <a:pt x="6" y="21"/>
                      <a:pt x="6" y="22"/>
                    </a:cubicBezTo>
                    <a:close/>
                    <a:moveTo>
                      <a:pt x="239" y="130"/>
                    </a:moveTo>
                    <a:cubicBezTo>
                      <a:pt x="223" y="76"/>
                      <a:pt x="223" y="76"/>
                      <a:pt x="223" y="76"/>
                    </a:cubicBezTo>
                    <a:lnTo>
                      <a:pt x="239" y="130"/>
                    </a:lnTo>
                    <a:close/>
                    <a:moveTo>
                      <a:pt x="239" y="130"/>
                    </a:moveTo>
                    <a:cubicBezTo>
                      <a:pt x="239" y="130"/>
                      <a:pt x="239" y="130"/>
                      <a:pt x="239" y="130"/>
                    </a:cubicBezTo>
                  </a:path>
                </a:pathLst>
              </a:custGeom>
              <a:solidFill>
                <a:srgbClr val="FF78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5" name="Freeform 111"/>
              <p:cNvSpPr>
                <a:spLocks noEditPoints="1"/>
              </p:cNvSpPr>
              <p:nvPr userDrawn="1"/>
            </p:nvSpPr>
            <p:spPr bwMode="auto">
              <a:xfrm>
                <a:off x="1881" y="963"/>
                <a:ext cx="459" cy="916"/>
              </a:xfrm>
              <a:custGeom>
                <a:avLst/>
                <a:gdLst>
                  <a:gd name="T0" fmla="*/ 206 w 460"/>
                  <a:gd name="T1" fmla="*/ 25 h 916"/>
                  <a:gd name="T2" fmla="*/ 199 w 460"/>
                  <a:gd name="T3" fmla="*/ 0 h 916"/>
                  <a:gd name="T4" fmla="*/ 199 w 460"/>
                  <a:gd name="T5" fmla="*/ 0 h 916"/>
                  <a:gd name="T6" fmla="*/ 206 w 460"/>
                  <a:gd name="T7" fmla="*/ 25 h 916"/>
                  <a:gd name="T8" fmla="*/ 460 w 460"/>
                  <a:gd name="T9" fmla="*/ 916 h 916"/>
                  <a:gd name="T10" fmla="*/ 453 w 460"/>
                  <a:gd name="T11" fmla="*/ 891 h 916"/>
                  <a:gd name="T12" fmla="*/ 460 w 460"/>
                  <a:gd name="T13" fmla="*/ 916 h 916"/>
                  <a:gd name="T14" fmla="*/ 453 w 460"/>
                  <a:gd name="T15" fmla="*/ 891 h 916"/>
                  <a:gd name="T16" fmla="*/ 460 w 460"/>
                  <a:gd name="T17" fmla="*/ 916 h 916"/>
                  <a:gd name="T18" fmla="*/ 453 w 460"/>
                  <a:gd name="T19" fmla="*/ 891 h 916"/>
                  <a:gd name="T20" fmla="*/ 28 w 460"/>
                  <a:gd name="T21" fmla="*/ 572 h 916"/>
                  <a:gd name="T22" fmla="*/ 42 w 460"/>
                  <a:gd name="T23" fmla="*/ 547 h 916"/>
                  <a:gd name="T24" fmla="*/ 17 w 460"/>
                  <a:gd name="T25" fmla="*/ 534 h 916"/>
                  <a:gd name="T26" fmla="*/ 3 w 460"/>
                  <a:gd name="T27" fmla="*/ 558 h 916"/>
                  <a:gd name="T28" fmla="*/ 28 w 460"/>
                  <a:gd name="T29" fmla="*/ 572 h 916"/>
                  <a:gd name="T30" fmla="*/ 28 w 460"/>
                  <a:gd name="T31" fmla="*/ 572 h 916"/>
                  <a:gd name="T32" fmla="*/ 28 w 460"/>
                  <a:gd name="T33" fmla="*/ 572 h 9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60" h="916">
                    <a:moveTo>
                      <a:pt x="206" y="25"/>
                    </a:move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0"/>
                      <a:pt x="199" y="0"/>
                      <a:pt x="199" y="0"/>
                    </a:cubicBezTo>
                    <a:lnTo>
                      <a:pt x="206" y="25"/>
                    </a:lnTo>
                    <a:close/>
                    <a:moveTo>
                      <a:pt x="460" y="916"/>
                    </a:moveTo>
                    <a:cubicBezTo>
                      <a:pt x="453" y="891"/>
                      <a:pt x="453" y="891"/>
                      <a:pt x="453" y="891"/>
                    </a:cubicBezTo>
                    <a:lnTo>
                      <a:pt x="460" y="916"/>
                    </a:lnTo>
                    <a:close/>
                    <a:moveTo>
                      <a:pt x="453" y="891"/>
                    </a:moveTo>
                    <a:cubicBezTo>
                      <a:pt x="460" y="916"/>
                      <a:pt x="460" y="916"/>
                      <a:pt x="460" y="916"/>
                    </a:cubicBezTo>
                    <a:lnTo>
                      <a:pt x="453" y="891"/>
                    </a:lnTo>
                    <a:close/>
                    <a:moveTo>
                      <a:pt x="28" y="572"/>
                    </a:moveTo>
                    <a:cubicBezTo>
                      <a:pt x="39" y="569"/>
                      <a:pt x="45" y="558"/>
                      <a:pt x="42" y="547"/>
                    </a:cubicBezTo>
                    <a:cubicBezTo>
                      <a:pt x="39" y="537"/>
                      <a:pt x="28" y="531"/>
                      <a:pt x="17" y="534"/>
                    </a:cubicBezTo>
                    <a:cubicBezTo>
                      <a:pt x="6" y="537"/>
                      <a:pt x="0" y="548"/>
                      <a:pt x="3" y="558"/>
                    </a:cubicBezTo>
                    <a:cubicBezTo>
                      <a:pt x="6" y="569"/>
                      <a:pt x="17" y="575"/>
                      <a:pt x="28" y="572"/>
                    </a:cubicBezTo>
                    <a:close/>
                    <a:moveTo>
                      <a:pt x="28" y="572"/>
                    </a:moveTo>
                    <a:cubicBezTo>
                      <a:pt x="28" y="572"/>
                      <a:pt x="28" y="572"/>
                      <a:pt x="28" y="57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6" name="Freeform 112"/>
              <p:cNvSpPr>
                <a:spLocks noEditPoints="1"/>
              </p:cNvSpPr>
              <p:nvPr userDrawn="1"/>
            </p:nvSpPr>
            <p:spPr bwMode="auto">
              <a:xfrm>
                <a:off x="1789" y="1136"/>
                <a:ext cx="229" cy="760"/>
              </a:xfrm>
              <a:custGeom>
                <a:avLst/>
                <a:gdLst>
                  <a:gd name="T0" fmla="*/ 99 w 229"/>
                  <a:gd name="T1" fmla="*/ 328 h 760"/>
                  <a:gd name="T2" fmla="*/ 104 w 229"/>
                  <a:gd name="T3" fmla="*/ 319 h 760"/>
                  <a:gd name="T4" fmla="*/ 15 w 229"/>
                  <a:gd name="T5" fmla="*/ 7 h 760"/>
                  <a:gd name="T6" fmla="*/ 6 w 229"/>
                  <a:gd name="T7" fmla="*/ 2 h 760"/>
                  <a:gd name="T8" fmla="*/ 1 w 229"/>
                  <a:gd name="T9" fmla="*/ 11 h 760"/>
                  <a:gd name="T10" fmla="*/ 90 w 229"/>
                  <a:gd name="T11" fmla="*/ 323 h 760"/>
                  <a:gd name="T12" fmla="*/ 99 w 229"/>
                  <a:gd name="T13" fmla="*/ 328 h 760"/>
                  <a:gd name="T14" fmla="*/ 129 w 229"/>
                  <a:gd name="T15" fmla="*/ 432 h 760"/>
                  <a:gd name="T16" fmla="*/ 124 w 229"/>
                  <a:gd name="T17" fmla="*/ 441 h 760"/>
                  <a:gd name="T18" fmla="*/ 213 w 229"/>
                  <a:gd name="T19" fmla="*/ 753 h 760"/>
                  <a:gd name="T20" fmla="*/ 223 w 229"/>
                  <a:gd name="T21" fmla="*/ 759 h 760"/>
                  <a:gd name="T22" fmla="*/ 228 w 229"/>
                  <a:gd name="T23" fmla="*/ 749 h 760"/>
                  <a:gd name="T24" fmla="*/ 139 w 229"/>
                  <a:gd name="T25" fmla="*/ 437 h 760"/>
                  <a:gd name="T26" fmla="*/ 129 w 229"/>
                  <a:gd name="T27" fmla="*/ 432 h 760"/>
                  <a:gd name="T28" fmla="*/ 129 w 229"/>
                  <a:gd name="T29" fmla="*/ 432 h 760"/>
                  <a:gd name="T30" fmla="*/ 129 w 229"/>
                  <a:gd name="T31" fmla="*/ 432 h 7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29" h="760">
                    <a:moveTo>
                      <a:pt x="99" y="328"/>
                    </a:moveTo>
                    <a:cubicBezTo>
                      <a:pt x="103" y="327"/>
                      <a:pt x="106" y="323"/>
                      <a:pt x="104" y="31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4" y="3"/>
                      <a:pt x="10" y="0"/>
                      <a:pt x="6" y="2"/>
                    </a:cubicBezTo>
                    <a:cubicBezTo>
                      <a:pt x="2" y="3"/>
                      <a:pt x="0" y="7"/>
                      <a:pt x="1" y="11"/>
                    </a:cubicBezTo>
                    <a:cubicBezTo>
                      <a:pt x="90" y="323"/>
                      <a:pt x="90" y="323"/>
                      <a:pt x="90" y="323"/>
                    </a:cubicBezTo>
                    <a:cubicBezTo>
                      <a:pt x="91" y="327"/>
                      <a:pt x="96" y="329"/>
                      <a:pt x="99" y="328"/>
                    </a:cubicBezTo>
                    <a:close/>
                    <a:moveTo>
                      <a:pt x="129" y="432"/>
                    </a:moveTo>
                    <a:cubicBezTo>
                      <a:pt x="125" y="433"/>
                      <a:pt x="123" y="437"/>
                      <a:pt x="124" y="441"/>
                    </a:cubicBezTo>
                    <a:cubicBezTo>
                      <a:pt x="213" y="753"/>
                      <a:pt x="213" y="753"/>
                      <a:pt x="213" y="753"/>
                    </a:cubicBezTo>
                    <a:cubicBezTo>
                      <a:pt x="215" y="757"/>
                      <a:pt x="219" y="760"/>
                      <a:pt x="223" y="759"/>
                    </a:cubicBezTo>
                    <a:cubicBezTo>
                      <a:pt x="226" y="757"/>
                      <a:pt x="229" y="753"/>
                      <a:pt x="228" y="749"/>
                    </a:cubicBezTo>
                    <a:cubicBezTo>
                      <a:pt x="139" y="437"/>
                      <a:pt x="139" y="437"/>
                      <a:pt x="139" y="437"/>
                    </a:cubicBezTo>
                    <a:cubicBezTo>
                      <a:pt x="137" y="433"/>
                      <a:pt x="133" y="431"/>
                      <a:pt x="129" y="432"/>
                    </a:cubicBezTo>
                    <a:close/>
                    <a:moveTo>
                      <a:pt x="129" y="432"/>
                    </a:moveTo>
                    <a:cubicBezTo>
                      <a:pt x="129" y="432"/>
                      <a:pt x="129" y="432"/>
                      <a:pt x="129" y="432"/>
                    </a:cubicBezTo>
                  </a:path>
                </a:pathLst>
              </a:custGeom>
              <a:solidFill>
                <a:srgbClr val="FD59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7" name="Freeform 113"/>
              <p:cNvSpPr>
                <a:spLocks noEditPoints="1"/>
              </p:cNvSpPr>
              <p:nvPr userDrawn="1"/>
            </p:nvSpPr>
            <p:spPr bwMode="auto">
              <a:xfrm>
                <a:off x="1873" y="892"/>
                <a:ext cx="483" cy="1094"/>
              </a:xfrm>
              <a:custGeom>
                <a:avLst/>
                <a:gdLst>
                  <a:gd name="T0" fmla="*/ 186 w 484"/>
                  <a:gd name="T1" fmla="*/ 0 h 1094"/>
                  <a:gd name="T2" fmla="*/ 0 w 484"/>
                  <a:gd name="T3" fmla="*/ 53 h 1094"/>
                  <a:gd name="T4" fmla="*/ 186 w 484"/>
                  <a:gd name="T5" fmla="*/ 0 h 1094"/>
                  <a:gd name="T6" fmla="*/ 297 w 484"/>
                  <a:gd name="T7" fmla="*/ 1094 h 1094"/>
                  <a:gd name="T8" fmla="*/ 484 w 484"/>
                  <a:gd name="T9" fmla="*/ 1041 h 1094"/>
                  <a:gd name="T10" fmla="*/ 297 w 484"/>
                  <a:gd name="T11" fmla="*/ 1094 h 1094"/>
                  <a:gd name="T12" fmla="*/ 70 w 484"/>
                  <a:gd name="T13" fmla="*/ 280 h 1094"/>
                  <a:gd name="T14" fmla="*/ 63 w 484"/>
                  <a:gd name="T15" fmla="*/ 274 h 1094"/>
                  <a:gd name="T16" fmla="*/ 67 w 484"/>
                  <a:gd name="T17" fmla="*/ 287 h 1094"/>
                  <a:gd name="T18" fmla="*/ 70 w 484"/>
                  <a:gd name="T19" fmla="*/ 280 h 1094"/>
                  <a:gd name="T20" fmla="*/ 70 w 484"/>
                  <a:gd name="T21" fmla="*/ 280 h 1094"/>
                  <a:gd name="T22" fmla="*/ 70 w 484"/>
                  <a:gd name="T23" fmla="*/ 28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84" h="1094">
                    <a:moveTo>
                      <a:pt x="186" y="0"/>
                    </a:moveTo>
                    <a:cubicBezTo>
                      <a:pt x="0" y="53"/>
                      <a:pt x="0" y="53"/>
                      <a:pt x="0" y="53"/>
                    </a:cubicBezTo>
                    <a:lnTo>
                      <a:pt x="186" y="0"/>
                    </a:lnTo>
                    <a:close/>
                    <a:moveTo>
                      <a:pt x="297" y="1094"/>
                    </a:moveTo>
                    <a:cubicBezTo>
                      <a:pt x="484" y="1041"/>
                      <a:pt x="484" y="1041"/>
                      <a:pt x="484" y="1041"/>
                    </a:cubicBezTo>
                    <a:lnTo>
                      <a:pt x="297" y="1094"/>
                    </a:lnTo>
                    <a:close/>
                    <a:moveTo>
                      <a:pt x="70" y="280"/>
                    </a:moveTo>
                    <a:cubicBezTo>
                      <a:pt x="69" y="277"/>
                      <a:pt x="67" y="275"/>
                      <a:pt x="63" y="274"/>
                    </a:cubicBezTo>
                    <a:cubicBezTo>
                      <a:pt x="67" y="287"/>
                      <a:pt x="67" y="287"/>
                      <a:pt x="67" y="287"/>
                    </a:cubicBezTo>
                    <a:cubicBezTo>
                      <a:pt x="70" y="285"/>
                      <a:pt x="71" y="282"/>
                      <a:pt x="70" y="280"/>
                    </a:cubicBezTo>
                    <a:close/>
                    <a:moveTo>
                      <a:pt x="70" y="280"/>
                    </a:moveTo>
                    <a:cubicBezTo>
                      <a:pt x="70" y="280"/>
                      <a:pt x="70" y="280"/>
                      <a:pt x="70" y="280"/>
                    </a:cubicBezTo>
                  </a:path>
                </a:pathLst>
              </a:custGeom>
              <a:solidFill>
                <a:srgbClr val="E0860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8" name="Rectangle 114"/>
              <p:cNvSpPr>
                <a:spLocks noChangeArrowheads="1"/>
              </p:cNvSpPr>
              <p:nvPr userDrawn="1"/>
            </p:nvSpPr>
            <p:spPr bwMode="auto">
              <a:xfrm>
                <a:off x="2057" y="1632"/>
                <a:ext cx="2" cy="71"/>
              </a:xfrm>
              <a:prstGeom prst="rect">
                <a:avLst/>
              </a:pr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9" name="Rectangle 115"/>
              <p:cNvSpPr>
                <a:spLocks noChangeArrowheads="1"/>
              </p:cNvSpPr>
              <p:nvPr userDrawn="1"/>
            </p:nvSpPr>
            <p:spPr bwMode="auto">
              <a:xfrm>
                <a:off x="2059" y="1632"/>
                <a:ext cx="1" cy="71"/>
              </a:xfrm>
              <a:prstGeom prst="rect">
                <a:avLst/>
              </a:pr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0" name="Rectangle 116"/>
              <p:cNvSpPr>
                <a:spLocks noChangeArrowheads="1"/>
              </p:cNvSpPr>
              <p:nvPr userDrawn="1"/>
            </p:nvSpPr>
            <p:spPr bwMode="auto">
              <a:xfrm>
                <a:off x="2060" y="1632"/>
                <a:ext cx="1" cy="71"/>
              </a:xfrm>
              <a:prstGeom prst="rect">
                <a:avLst/>
              </a:prstGeom>
              <a:solidFill>
                <a:srgbClr val="3E3E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1" name="Rectangle 117"/>
              <p:cNvSpPr>
                <a:spLocks noChangeArrowheads="1"/>
              </p:cNvSpPr>
              <p:nvPr userDrawn="1"/>
            </p:nvSpPr>
            <p:spPr bwMode="auto">
              <a:xfrm>
                <a:off x="2060" y="1632"/>
                <a:ext cx="1" cy="71"/>
              </a:xfrm>
              <a:prstGeom prst="rect">
                <a:avLst/>
              </a:prstGeom>
              <a:solidFill>
                <a:srgbClr val="3E3E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2" name="Rectangle 118"/>
              <p:cNvSpPr>
                <a:spLocks noChangeArrowheads="1"/>
              </p:cNvSpPr>
              <p:nvPr userDrawn="1"/>
            </p:nvSpPr>
            <p:spPr bwMode="auto">
              <a:xfrm>
                <a:off x="2061" y="1632"/>
                <a:ext cx="1" cy="71"/>
              </a:xfrm>
              <a:prstGeom prst="rect">
                <a:avLst/>
              </a:prstGeom>
              <a:solidFill>
                <a:srgbClr val="3D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3" name="Rectangle 119"/>
              <p:cNvSpPr>
                <a:spLocks noChangeArrowheads="1"/>
              </p:cNvSpPr>
              <p:nvPr userDrawn="1"/>
            </p:nvSpPr>
            <p:spPr bwMode="auto">
              <a:xfrm>
                <a:off x="2062" y="1632"/>
                <a:ext cx="1" cy="71"/>
              </a:xfrm>
              <a:prstGeom prst="rect">
                <a:avLst/>
              </a:prstGeom>
              <a:solidFill>
                <a:srgbClr val="3C3C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4" name="Rectangle 120"/>
              <p:cNvSpPr>
                <a:spLocks noChangeArrowheads="1"/>
              </p:cNvSpPr>
              <p:nvPr userDrawn="1"/>
            </p:nvSpPr>
            <p:spPr bwMode="auto">
              <a:xfrm>
                <a:off x="2063" y="1632"/>
                <a:ext cx="1" cy="71"/>
              </a:xfrm>
              <a:prstGeom prst="rect">
                <a:avLst/>
              </a:prstGeom>
              <a:solidFill>
                <a:srgbClr val="3B3B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5" name="Rectangle 121"/>
              <p:cNvSpPr>
                <a:spLocks noChangeArrowheads="1"/>
              </p:cNvSpPr>
              <p:nvPr userDrawn="1"/>
            </p:nvSpPr>
            <p:spPr bwMode="auto">
              <a:xfrm>
                <a:off x="2064" y="1632"/>
                <a:ext cx="1" cy="71"/>
              </a:xfrm>
              <a:prstGeom prst="rect">
                <a:avLst/>
              </a:prstGeom>
              <a:solidFill>
                <a:srgbClr val="3B3B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6" name="Rectangle 122"/>
              <p:cNvSpPr>
                <a:spLocks noChangeArrowheads="1"/>
              </p:cNvSpPr>
              <p:nvPr userDrawn="1"/>
            </p:nvSpPr>
            <p:spPr bwMode="auto">
              <a:xfrm>
                <a:off x="2064" y="1632"/>
                <a:ext cx="1" cy="71"/>
              </a:xfrm>
              <a:prstGeom prst="rect">
                <a:avLst/>
              </a:prstGeom>
              <a:solidFill>
                <a:srgbClr val="3A3A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7" name="Rectangle 123"/>
              <p:cNvSpPr>
                <a:spLocks noChangeArrowheads="1"/>
              </p:cNvSpPr>
              <p:nvPr userDrawn="1"/>
            </p:nvSpPr>
            <p:spPr bwMode="auto">
              <a:xfrm>
                <a:off x="2065" y="1632"/>
                <a:ext cx="1" cy="71"/>
              </a:xfrm>
              <a:prstGeom prst="rect">
                <a:avLst/>
              </a:prstGeom>
              <a:solidFill>
                <a:srgbClr val="3939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8" name="Rectangle 124"/>
              <p:cNvSpPr>
                <a:spLocks noChangeArrowheads="1"/>
              </p:cNvSpPr>
              <p:nvPr userDrawn="1"/>
            </p:nvSpPr>
            <p:spPr bwMode="auto">
              <a:xfrm>
                <a:off x="2066" y="1632"/>
                <a:ext cx="1" cy="71"/>
              </a:xfrm>
              <a:prstGeom prst="rect">
                <a:avLst/>
              </a:prstGeom>
              <a:solidFill>
                <a:srgbClr val="383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9" name="Rectangle 125"/>
              <p:cNvSpPr>
                <a:spLocks noChangeArrowheads="1"/>
              </p:cNvSpPr>
              <p:nvPr userDrawn="1"/>
            </p:nvSpPr>
            <p:spPr bwMode="auto">
              <a:xfrm>
                <a:off x="2067" y="1632"/>
                <a:ext cx="1" cy="71"/>
              </a:xfrm>
              <a:prstGeom prst="rect">
                <a:avLst/>
              </a:prstGeom>
              <a:solidFill>
                <a:srgbClr val="3838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0" name="Rectangle 126"/>
              <p:cNvSpPr>
                <a:spLocks noChangeArrowheads="1"/>
              </p:cNvSpPr>
              <p:nvPr userDrawn="1"/>
            </p:nvSpPr>
            <p:spPr bwMode="auto">
              <a:xfrm>
                <a:off x="2067" y="1632"/>
                <a:ext cx="1" cy="71"/>
              </a:xfrm>
              <a:prstGeom prst="rect">
                <a:avLst/>
              </a:prstGeom>
              <a:solidFill>
                <a:srgbClr val="3737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1" name="Rectangle 127"/>
              <p:cNvSpPr>
                <a:spLocks noChangeArrowheads="1"/>
              </p:cNvSpPr>
              <p:nvPr userDrawn="1"/>
            </p:nvSpPr>
            <p:spPr bwMode="auto">
              <a:xfrm>
                <a:off x="2068" y="1632"/>
                <a:ext cx="1" cy="71"/>
              </a:xfrm>
              <a:prstGeom prst="rect">
                <a:avLst/>
              </a:prstGeom>
              <a:solidFill>
                <a:srgbClr val="36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2" name="Rectangle 128"/>
              <p:cNvSpPr>
                <a:spLocks noChangeArrowheads="1"/>
              </p:cNvSpPr>
              <p:nvPr userDrawn="1"/>
            </p:nvSpPr>
            <p:spPr bwMode="auto">
              <a:xfrm>
                <a:off x="2069" y="1632"/>
                <a:ext cx="1" cy="71"/>
              </a:xfrm>
              <a:prstGeom prst="rect">
                <a:avLst/>
              </a:prstGeom>
              <a:solidFill>
                <a:srgbClr val="363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3" name="Rectangle 129"/>
              <p:cNvSpPr>
                <a:spLocks noChangeArrowheads="1"/>
              </p:cNvSpPr>
              <p:nvPr userDrawn="1"/>
            </p:nvSpPr>
            <p:spPr bwMode="auto">
              <a:xfrm>
                <a:off x="2070" y="1632"/>
                <a:ext cx="1" cy="71"/>
              </a:xfrm>
              <a:prstGeom prst="rect">
                <a:avLst/>
              </a:prstGeom>
              <a:solidFill>
                <a:srgbClr val="3535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4" name="Rectangle 130"/>
              <p:cNvSpPr>
                <a:spLocks noChangeArrowheads="1"/>
              </p:cNvSpPr>
              <p:nvPr userDrawn="1"/>
            </p:nvSpPr>
            <p:spPr bwMode="auto">
              <a:xfrm>
                <a:off x="2070" y="1632"/>
                <a:ext cx="1" cy="71"/>
              </a:xfrm>
              <a:prstGeom prst="rect">
                <a:avLst/>
              </a:prstGeom>
              <a:solidFill>
                <a:srgbClr val="343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5" name="Rectangle 131"/>
              <p:cNvSpPr>
                <a:spLocks noChangeArrowheads="1"/>
              </p:cNvSpPr>
              <p:nvPr userDrawn="1"/>
            </p:nvSpPr>
            <p:spPr bwMode="auto">
              <a:xfrm>
                <a:off x="2071" y="1632"/>
                <a:ext cx="1" cy="71"/>
              </a:xfrm>
              <a:prstGeom prst="rect">
                <a:avLst/>
              </a:prstGeom>
              <a:solidFill>
                <a:srgbClr val="3333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6" name="Rectangle 132"/>
              <p:cNvSpPr>
                <a:spLocks noChangeArrowheads="1"/>
              </p:cNvSpPr>
              <p:nvPr userDrawn="1"/>
            </p:nvSpPr>
            <p:spPr bwMode="auto">
              <a:xfrm>
                <a:off x="2072" y="1632"/>
                <a:ext cx="1" cy="71"/>
              </a:xfrm>
              <a:prstGeom prst="rect">
                <a:avLst/>
              </a:prstGeom>
              <a:solidFill>
                <a:srgbClr val="3333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7" name="Rectangle 133"/>
              <p:cNvSpPr>
                <a:spLocks noChangeArrowheads="1"/>
              </p:cNvSpPr>
              <p:nvPr userDrawn="1"/>
            </p:nvSpPr>
            <p:spPr bwMode="auto">
              <a:xfrm>
                <a:off x="2073" y="1632"/>
                <a:ext cx="1" cy="71"/>
              </a:xfrm>
              <a:prstGeom prst="rect">
                <a:avLst/>
              </a:prstGeom>
              <a:solidFill>
                <a:srgbClr val="3232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8" name="Rectangle 134"/>
              <p:cNvSpPr>
                <a:spLocks noChangeArrowheads="1"/>
              </p:cNvSpPr>
              <p:nvPr userDrawn="1"/>
            </p:nvSpPr>
            <p:spPr bwMode="auto">
              <a:xfrm>
                <a:off x="2073" y="1632"/>
                <a:ext cx="1" cy="71"/>
              </a:xfrm>
              <a:prstGeom prst="rect">
                <a:avLst/>
              </a:prstGeom>
              <a:solidFill>
                <a:srgbClr val="3131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9" name="Rectangle 135"/>
              <p:cNvSpPr>
                <a:spLocks noChangeArrowheads="1"/>
              </p:cNvSpPr>
              <p:nvPr userDrawn="1"/>
            </p:nvSpPr>
            <p:spPr bwMode="auto">
              <a:xfrm>
                <a:off x="2074" y="1632"/>
                <a:ext cx="1" cy="71"/>
              </a:xfrm>
              <a:prstGeom prst="rect">
                <a:avLst/>
              </a:prstGeom>
              <a:solidFill>
                <a:srgbClr val="3030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0" name="Rectangle 136"/>
              <p:cNvSpPr>
                <a:spLocks noChangeArrowheads="1"/>
              </p:cNvSpPr>
              <p:nvPr userDrawn="1"/>
            </p:nvSpPr>
            <p:spPr bwMode="auto">
              <a:xfrm>
                <a:off x="2075" y="1632"/>
                <a:ext cx="1" cy="71"/>
              </a:xfrm>
              <a:prstGeom prst="rect">
                <a:avLst/>
              </a:prstGeom>
              <a:solidFill>
                <a:srgbClr val="3030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1" name="Rectangle 137"/>
              <p:cNvSpPr>
                <a:spLocks noChangeArrowheads="1"/>
              </p:cNvSpPr>
              <p:nvPr userDrawn="1"/>
            </p:nvSpPr>
            <p:spPr bwMode="auto">
              <a:xfrm>
                <a:off x="2076" y="1632"/>
                <a:ext cx="1" cy="71"/>
              </a:xfrm>
              <a:prstGeom prst="rect">
                <a:avLst/>
              </a:prstGeom>
              <a:solidFill>
                <a:srgbClr val="2F2F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2" name="Rectangle 138"/>
              <p:cNvSpPr>
                <a:spLocks noChangeArrowheads="1"/>
              </p:cNvSpPr>
              <p:nvPr userDrawn="1"/>
            </p:nvSpPr>
            <p:spPr bwMode="auto">
              <a:xfrm>
                <a:off x="2076" y="1632"/>
                <a:ext cx="1" cy="71"/>
              </a:xfrm>
              <a:prstGeom prst="rect">
                <a:avLst/>
              </a:prstGeom>
              <a:solidFill>
                <a:srgbClr val="2E2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3" name="Rectangle 139"/>
              <p:cNvSpPr>
                <a:spLocks noChangeArrowheads="1"/>
              </p:cNvSpPr>
              <p:nvPr userDrawn="1"/>
            </p:nvSpPr>
            <p:spPr bwMode="auto">
              <a:xfrm>
                <a:off x="2077" y="1632"/>
                <a:ext cx="1" cy="71"/>
              </a:xfrm>
              <a:prstGeom prst="rect">
                <a:avLst/>
              </a:prstGeom>
              <a:solidFill>
                <a:srgbClr val="2E2E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4" name="Rectangle 140"/>
              <p:cNvSpPr>
                <a:spLocks noChangeArrowheads="1"/>
              </p:cNvSpPr>
              <p:nvPr userDrawn="1"/>
            </p:nvSpPr>
            <p:spPr bwMode="auto">
              <a:xfrm>
                <a:off x="2078" y="1632"/>
                <a:ext cx="1" cy="71"/>
              </a:xfrm>
              <a:prstGeom prst="rect">
                <a:avLst/>
              </a:prstGeom>
              <a:solidFill>
                <a:srgbClr val="2D2D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5" name="Rectangle 141"/>
              <p:cNvSpPr>
                <a:spLocks noChangeArrowheads="1"/>
              </p:cNvSpPr>
              <p:nvPr userDrawn="1"/>
            </p:nvSpPr>
            <p:spPr bwMode="auto">
              <a:xfrm>
                <a:off x="2079" y="1632"/>
                <a:ext cx="1" cy="71"/>
              </a:xfrm>
              <a:prstGeom prst="rect">
                <a:avLst/>
              </a:prstGeom>
              <a:solidFill>
                <a:srgbClr val="2C2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6" name="Rectangle 142"/>
              <p:cNvSpPr>
                <a:spLocks noChangeArrowheads="1"/>
              </p:cNvSpPr>
              <p:nvPr userDrawn="1"/>
            </p:nvSpPr>
            <p:spPr bwMode="auto">
              <a:xfrm>
                <a:off x="2080" y="1632"/>
                <a:ext cx="1" cy="71"/>
              </a:xfrm>
              <a:prstGeom prst="rect">
                <a:avLst/>
              </a:prstGeom>
              <a:solidFill>
                <a:srgbClr val="2B2B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7" name="Rectangle 143"/>
              <p:cNvSpPr>
                <a:spLocks noChangeArrowheads="1"/>
              </p:cNvSpPr>
              <p:nvPr userDrawn="1"/>
            </p:nvSpPr>
            <p:spPr bwMode="auto">
              <a:xfrm>
                <a:off x="2080" y="1632"/>
                <a:ext cx="1" cy="71"/>
              </a:xfrm>
              <a:prstGeom prst="rect">
                <a:avLst/>
              </a:prstGeom>
              <a:solidFill>
                <a:srgbClr val="2B2B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8" name="Rectangle 144"/>
              <p:cNvSpPr>
                <a:spLocks noChangeArrowheads="1"/>
              </p:cNvSpPr>
              <p:nvPr userDrawn="1"/>
            </p:nvSpPr>
            <p:spPr bwMode="auto">
              <a:xfrm>
                <a:off x="2081" y="1632"/>
                <a:ext cx="1" cy="71"/>
              </a:xfrm>
              <a:prstGeom prst="rect">
                <a:avLst/>
              </a:prstGeom>
              <a:solidFill>
                <a:srgbClr val="2A2A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9" name="Rectangle 145"/>
              <p:cNvSpPr>
                <a:spLocks noChangeArrowheads="1"/>
              </p:cNvSpPr>
              <p:nvPr userDrawn="1"/>
            </p:nvSpPr>
            <p:spPr bwMode="auto">
              <a:xfrm>
                <a:off x="2082" y="1632"/>
                <a:ext cx="1" cy="71"/>
              </a:xfrm>
              <a:prstGeom prst="rect">
                <a:avLst/>
              </a:prstGeom>
              <a:solidFill>
                <a:srgbClr val="29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0" name="Rectangle 146"/>
              <p:cNvSpPr>
                <a:spLocks noChangeArrowheads="1"/>
              </p:cNvSpPr>
              <p:nvPr userDrawn="1"/>
            </p:nvSpPr>
            <p:spPr bwMode="auto">
              <a:xfrm>
                <a:off x="2083" y="1632"/>
                <a:ext cx="1" cy="71"/>
              </a:xfrm>
              <a:prstGeom prst="rect">
                <a:avLst/>
              </a:prstGeom>
              <a:solidFill>
                <a:srgbClr val="2828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1" name="Rectangle 147"/>
              <p:cNvSpPr>
                <a:spLocks noChangeArrowheads="1"/>
              </p:cNvSpPr>
              <p:nvPr userDrawn="1"/>
            </p:nvSpPr>
            <p:spPr bwMode="auto">
              <a:xfrm>
                <a:off x="2084" y="1632"/>
                <a:ext cx="1" cy="71"/>
              </a:xfrm>
              <a:prstGeom prst="rect">
                <a:avLst/>
              </a:prstGeom>
              <a:solidFill>
                <a:srgbClr val="2828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2" name="Rectangle 148"/>
              <p:cNvSpPr>
                <a:spLocks noChangeArrowheads="1"/>
              </p:cNvSpPr>
              <p:nvPr userDrawn="1"/>
            </p:nvSpPr>
            <p:spPr bwMode="auto">
              <a:xfrm>
                <a:off x="2084" y="1632"/>
                <a:ext cx="1" cy="71"/>
              </a:xfrm>
              <a:prstGeom prst="rect">
                <a:avLst/>
              </a:prstGeom>
              <a:solidFill>
                <a:srgbClr val="27273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3" name="Rectangle 149"/>
              <p:cNvSpPr>
                <a:spLocks noChangeArrowheads="1"/>
              </p:cNvSpPr>
              <p:nvPr userDrawn="1"/>
            </p:nvSpPr>
            <p:spPr bwMode="auto">
              <a:xfrm>
                <a:off x="2085" y="1632"/>
                <a:ext cx="1" cy="71"/>
              </a:xfrm>
              <a:prstGeom prst="rect">
                <a:avLst/>
              </a:prstGeom>
              <a:solidFill>
                <a:srgbClr val="262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4" name="Rectangle 150"/>
              <p:cNvSpPr>
                <a:spLocks noChangeArrowheads="1"/>
              </p:cNvSpPr>
              <p:nvPr userDrawn="1"/>
            </p:nvSpPr>
            <p:spPr bwMode="auto">
              <a:xfrm>
                <a:off x="2086" y="1632"/>
                <a:ext cx="1" cy="71"/>
              </a:xfrm>
              <a:prstGeom prst="rect">
                <a:avLst/>
              </a:prstGeom>
              <a:solidFill>
                <a:srgbClr val="252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5" name="Rectangle 151"/>
              <p:cNvSpPr>
                <a:spLocks noChangeArrowheads="1"/>
              </p:cNvSpPr>
              <p:nvPr userDrawn="1"/>
            </p:nvSpPr>
            <p:spPr bwMode="auto">
              <a:xfrm>
                <a:off x="2087" y="1632"/>
                <a:ext cx="1" cy="71"/>
              </a:xfrm>
              <a:prstGeom prst="rect">
                <a:avLst/>
              </a:prstGeom>
              <a:solidFill>
                <a:srgbClr val="2525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6" name="Rectangle 152"/>
              <p:cNvSpPr>
                <a:spLocks noChangeArrowheads="1"/>
              </p:cNvSpPr>
              <p:nvPr userDrawn="1"/>
            </p:nvSpPr>
            <p:spPr bwMode="auto">
              <a:xfrm>
                <a:off x="2087" y="1632"/>
                <a:ext cx="1" cy="71"/>
              </a:xfrm>
              <a:prstGeom prst="rect">
                <a:avLst/>
              </a:prstGeom>
              <a:solidFill>
                <a:srgbClr val="242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7" name="Rectangle 153"/>
              <p:cNvSpPr>
                <a:spLocks noChangeArrowheads="1"/>
              </p:cNvSpPr>
              <p:nvPr userDrawn="1"/>
            </p:nvSpPr>
            <p:spPr bwMode="auto">
              <a:xfrm>
                <a:off x="2088" y="1632"/>
                <a:ext cx="1" cy="71"/>
              </a:xfrm>
              <a:prstGeom prst="rect">
                <a:avLst/>
              </a:prstGeom>
              <a:solidFill>
                <a:srgbClr val="2323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8" name="Rectangle 154"/>
              <p:cNvSpPr>
                <a:spLocks noChangeArrowheads="1"/>
              </p:cNvSpPr>
              <p:nvPr userDrawn="1"/>
            </p:nvSpPr>
            <p:spPr bwMode="auto">
              <a:xfrm>
                <a:off x="2089" y="1632"/>
                <a:ext cx="1" cy="71"/>
              </a:xfrm>
              <a:prstGeom prst="rect">
                <a:avLst/>
              </a:prstGeom>
              <a:solidFill>
                <a:srgbClr val="2323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9" name="Rectangle 155"/>
              <p:cNvSpPr>
                <a:spLocks noChangeArrowheads="1"/>
              </p:cNvSpPr>
              <p:nvPr userDrawn="1"/>
            </p:nvSpPr>
            <p:spPr bwMode="auto">
              <a:xfrm>
                <a:off x="2090" y="1632"/>
                <a:ext cx="1" cy="71"/>
              </a:xfrm>
              <a:prstGeom prst="rect">
                <a:avLst/>
              </a:prstGeom>
              <a:solidFill>
                <a:srgbClr val="2222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0" name="Rectangle 156"/>
              <p:cNvSpPr>
                <a:spLocks noChangeArrowheads="1"/>
              </p:cNvSpPr>
              <p:nvPr userDrawn="1"/>
            </p:nvSpPr>
            <p:spPr bwMode="auto">
              <a:xfrm>
                <a:off x="2090" y="1632"/>
                <a:ext cx="1" cy="71"/>
              </a:xfrm>
              <a:prstGeom prst="rect">
                <a:avLst/>
              </a:prstGeom>
              <a:solidFill>
                <a:srgbClr val="2121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1" name="Rectangle 157"/>
              <p:cNvSpPr>
                <a:spLocks noChangeArrowheads="1"/>
              </p:cNvSpPr>
              <p:nvPr userDrawn="1"/>
            </p:nvSpPr>
            <p:spPr bwMode="auto">
              <a:xfrm>
                <a:off x="2091" y="1632"/>
                <a:ext cx="1" cy="71"/>
              </a:xfrm>
              <a:prstGeom prst="rect">
                <a:avLst/>
              </a:prstGeom>
              <a:solidFill>
                <a:srgbClr val="202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2" name="Rectangle 158"/>
              <p:cNvSpPr>
                <a:spLocks noChangeArrowheads="1"/>
              </p:cNvSpPr>
              <p:nvPr userDrawn="1"/>
            </p:nvSpPr>
            <p:spPr bwMode="auto">
              <a:xfrm>
                <a:off x="2092" y="1632"/>
                <a:ext cx="1" cy="71"/>
              </a:xfrm>
              <a:prstGeom prst="rect">
                <a:avLst/>
              </a:prstGeom>
              <a:solidFill>
                <a:srgbClr val="2020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3" name="Rectangle 159"/>
              <p:cNvSpPr>
                <a:spLocks noChangeArrowheads="1"/>
              </p:cNvSpPr>
              <p:nvPr userDrawn="1"/>
            </p:nvSpPr>
            <p:spPr bwMode="auto">
              <a:xfrm>
                <a:off x="2093" y="1632"/>
                <a:ext cx="1" cy="71"/>
              </a:xfrm>
              <a:prstGeom prst="rect">
                <a:avLst/>
              </a:prstGeom>
              <a:solidFill>
                <a:srgbClr val="1F1F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4" name="Rectangle 160"/>
              <p:cNvSpPr>
                <a:spLocks noChangeArrowheads="1"/>
              </p:cNvSpPr>
              <p:nvPr userDrawn="1"/>
            </p:nvSpPr>
            <p:spPr bwMode="auto">
              <a:xfrm>
                <a:off x="2093" y="1632"/>
                <a:ext cx="1" cy="71"/>
              </a:xfrm>
              <a:prstGeom prst="rect">
                <a:avLst/>
              </a:prstGeom>
              <a:solidFill>
                <a:srgbClr val="1E1E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5" name="Rectangle 161"/>
              <p:cNvSpPr>
                <a:spLocks noChangeArrowheads="1"/>
              </p:cNvSpPr>
              <p:nvPr userDrawn="1"/>
            </p:nvSpPr>
            <p:spPr bwMode="auto">
              <a:xfrm>
                <a:off x="2094" y="1632"/>
                <a:ext cx="1" cy="71"/>
              </a:xfrm>
              <a:prstGeom prst="rect">
                <a:avLst/>
              </a:prstGeom>
              <a:solidFill>
                <a:srgbClr val="1D1D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6" name="Rectangle 162"/>
              <p:cNvSpPr>
                <a:spLocks noChangeArrowheads="1"/>
              </p:cNvSpPr>
              <p:nvPr userDrawn="1"/>
            </p:nvSpPr>
            <p:spPr bwMode="auto">
              <a:xfrm>
                <a:off x="2095" y="1632"/>
                <a:ext cx="1" cy="71"/>
              </a:xfrm>
              <a:prstGeom prst="rect">
                <a:avLst/>
              </a:prstGeom>
              <a:solidFill>
                <a:srgbClr val="1D1D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7" name="Rectangle 163"/>
              <p:cNvSpPr>
                <a:spLocks noChangeArrowheads="1"/>
              </p:cNvSpPr>
              <p:nvPr userDrawn="1"/>
            </p:nvSpPr>
            <p:spPr bwMode="auto">
              <a:xfrm>
                <a:off x="2096" y="1632"/>
                <a:ext cx="1" cy="71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8" name="Rectangle 164"/>
              <p:cNvSpPr>
                <a:spLocks noChangeArrowheads="1"/>
              </p:cNvSpPr>
              <p:nvPr userDrawn="1"/>
            </p:nvSpPr>
            <p:spPr bwMode="auto">
              <a:xfrm>
                <a:off x="2096" y="1632"/>
                <a:ext cx="3" cy="71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9" name="Freeform 165"/>
              <p:cNvSpPr>
                <a:spLocks noEditPoints="1"/>
              </p:cNvSpPr>
              <p:nvPr userDrawn="1"/>
            </p:nvSpPr>
            <p:spPr bwMode="auto">
              <a:xfrm>
                <a:off x="1685" y="892"/>
                <a:ext cx="395" cy="178"/>
              </a:xfrm>
              <a:custGeom>
                <a:avLst/>
                <a:gdLst>
                  <a:gd name="T0" fmla="*/ 374 w 395"/>
                  <a:gd name="T1" fmla="*/ 0 h 178"/>
                  <a:gd name="T2" fmla="*/ 188 w 395"/>
                  <a:gd name="T3" fmla="*/ 53 h 178"/>
                  <a:gd name="T4" fmla="*/ 0 w 395"/>
                  <a:gd name="T5" fmla="*/ 106 h 178"/>
                  <a:gd name="T6" fmla="*/ 20 w 395"/>
                  <a:gd name="T7" fmla="*/ 178 h 178"/>
                  <a:gd name="T8" fmla="*/ 208 w 395"/>
                  <a:gd name="T9" fmla="*/ 124 h 178"/>
                  <a:gd name="T10" fmla="*/ 395 w 395"/>
                  <a:gd name="T11" fmla="*/ 71 h 178"/>
                  <a:gd name="T12" fmla="*/ 374 w 395"/>
                  <a:gd name="T13" fmla="*/ 0 h 178"/>
                  <a:gd name="T14" fmla="*/ 374 w 395"/>
                  <a:gd name="T15" fmla="*/ 0 h 178"/>
                  <a:gd name="T16" fmla="*/ 374 w 395"/>
                  <a:gd name="T17" fmla="*/ 0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5" h="178">
                    <a:moveTo>
                      <a:pt x="374" y="0"/>
                    </a:moveTo>
                    <a:lnTo>
                      <a:pt x="188" y="53"/>
                    </a:lnTo>
                    <a:lnTo>
                      <a:pt x="0" y="106"/>
                    </a:lnTo>
                    <a:lnTo>
                      <a:pt x="20" y="178"/>
                    </a:lnTo>
                    <a:lnTo>
                      <a:pt x="208" y="124"/>
                    </a:lnTo>
                    <a:lnTo>
                      <a:pt x="395" y="71"/>
                    </a:lnTo>
                    <a:lnTo>
                      <a:pt x="374" y="0"/>
                    </a:lnTo>
                    <a:close/>
                    <a:moveTo>
                      <a:pt x="374" y="0"/>
                    </a:moveTo>
                    <a:lnTo>
                      <a:pt x="374" y="0"/>
                    </a:lnTo>
                    <a:close/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0" name="Freeform 166"/>
              <p:cNvSpPr>
                <a:spLocks noEditPoints="1"/>
              </p:cNvSpPr>
              <p:nvPr userDrawn="1"/>
            </p:nvSpPr>
            <p:spPr bwMode="auto">
              <a:xfrm>
                <a:off x="1685" y="892"/>
                <a:ext cx="395" cy="178"/>
              </a:xfrm>
              <a:custGeom>
                <a:avLst/>
                <a:gdLst>
                  <a:gd name="T0" fmla="*/ 374 w 395"/>
                  <a:gd name="T1" fmla="*/ 0 h 178"/>
                  <a:gd name="T2" fmla="*/ 188 w 395"/>
                  <a:gd name="T3" fmla="*/ 53 h 178"/>
                  <a:gd name="T4" fmla="*/ 0 w 395"/>
                  <a:gd name="T5" fmla="*/ 106 h 178"/>
                  <a:gd name="T6" fmla="*/ 20 w 395"/>
                  <a:gd name="T7" fmla="*/ 178 h 178"/>
                  <a:gd name="T8" fmla="*/ 208 w 395"/>
                  <a:gd name="T9" fmla="*/ 124 h 178"/>
                  <a:gd name="T10" fmla="*/ 395 w 395"/>
                  <a:gd name="T11" fmla="*/ 71 h 178"/>
                  <a:gd name="T12" fmla="*/ 374 w 395"/>
                  <a:gd name="T13" fmla="*/ 0 h 178"/>
                  <a:gd name="T14" fmla="*/ 374 w 395"/>
                  <a:gd name="T15" fmla="*/ 0 h 178"/>
                  <a:gd name="T16" fmla="*/ 374 w 395"/>
                  <a:gd name="T17" fmla="*/ 0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5" h="178">
                    <a:moveTo>
                      <a:pt x="374" y="0"/>
                    </a:moveTo>
                    <a:lnTo>
                      <a:pt x="188" y="53"/>
                    </a:lnTo>
                    <a:lnTo>
                      <a:pt x="0" y="106"/>
                    </a:lnTo>
                    <a:lnTo>
                      <a:pt x="20" y="178"/>
                    </a:lnTo>
                    <a:lnTo>
                      <a:pt x="208" y="124"/>
                    </a:lnTo>
                    <a:lnTo>
                      <a:pt x="395" y="71"/>
                    </a:lnTo>
                    <a:lnTo>
                      <a:pt x="374" y="0"/>
                    </a:lnTo>
                    <a:moveTo>
                      <a:pt x="374" y="0"/>
                    </a:moveTo>
                    <a:lnTo>
                      <a:pt x="37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1" name="Rectangle 167"/>
              <p:cNvSpPr>
                <a:spLocks noChangeArrowheads="1"/>
              </p:cNvSpPr>
              <p:nvPr userDrawn="1"/>
            </p:nvSpPr>
            <p:spPr bwMode="auto">
              <a:xfrm>
                <a:off x="2020" y="1502"/>
                <a:ext cx="2" cy="71"/>
              </a:xfrm>
              <a:prstGeom prst="rect">
                <a:avLst/>
              </a:pr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2" name="Rectangle 168"/>
              <p:cNvSpPr>
                <a:spLocks noChangeArrowheads="1"/>
              </p:cNvSpPr>
              <p:nvPr userDrawn="1"/>
            </p:nvSpPr>
            <p:spPr bwMode="auto">
              <a:xfrm>
                <a:off x="2022" y="1502"/>
                <a:ext cx="1" cy="71"/>
              </a:xfrm>
              <a:prstGeom prst="rect">
                <a:avLst/>
              </a:prstGeom>
              <a:solidFill>
                <a:srgbClr val="3F3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3" name="Rectangle 169"/>
              <p:cNvSpPr>
                <a:spLocks noChangeArrowheads="1"/>
              </p:cNvSpPr>
              <p:nvPr userDrawn="1"/>
            </p:nvSpPr>
            <p:spPr bwMode="auto">
              <a:xfrm>
                <a:off x="2023" y="1502"/>
                <a:ext cx="1" cy="71"/>
              </a:xfrm>
              <a:prstGeom prst="rect">
                <a:avLst/>
              </a:prstGeom>
              <a:solidFill>
                <a:srgbClr val="3E3E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4" name="Rectangle 170"/>
              <p:cNvSpPr>
                <a:spLocks noChangeArrowheads="1"/>
              </p:cNvSpPr>
              <p:nvPr userDrawn="1"/>
            </p:nvSpPr>
            <p:spPr bwMode="auto">
              <a:xfrm>
                <a:off x="2023" y="1502"/>
                <a:ext cx="1" cy="71"/>
              </a:xfrm>
              <a:prstGeom prst="rect">
                <a:avLst/>
              </a:prstGeom>
              <a:solidFill>
                <a:srgbClr val="3E3E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5" name="Rectangle 171"/>
              <p:cNvSpPr>
                <a:spLocks noChangeArrowheads="1"/>
              </p:cNvSpPr>
              <p:nvPr userDrawn="1"/>
            </p:nvSpPr>
            <p:spPr bwMode="auto">
              <a:xfrm>
                <a:off x="2024" y="1502"/>
                <a:ext cx="1" cy="71"/>
              </a:xfrm>
              <a:prstGeom prst="rect">
                <a:avLst/>
              </a:prstGeom>
              <a:solidFill>
                <a:srgbClr val="3D3D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6" name="Rectangle 172"/>
              <p:cNvSpPr>
                <a:spLocks noChangeArrowheads="1"/>
              </p:cNvSpPr>
              <p:nvPr userDrawn="1"/>
            </p:nvSpPr>
            <p:spPr bwMode="auto">
              <a:xfrm>
                <a:off x="2025" y="1502"/>
                <a:ext cx="1" cy="71"/>
              </a:xfrm>
              <a:prstGeom prst="rect">
                <a:avLst/>
              </a:prstGeom>
              <a:solidFill>
                <a:srgbClr val="3C3C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7" name="Rectangle 173"/>
              <p:cNvSpPr>
                <a:spLocks noChangeArrowheads="1"/>
              </p:cNvSpPr>
              <p:nvPr userDrawn="1"/>
            </p:nvSpPr>
            <p:spPr bwMode="auto">
              <a:xfrm>
                <a:off x="2026" y="1502"/>
                <a:ext cx="1" cy="71"/>
              </a:xfrm>
              <a:prstGeom prst="rect">
                <a:avLst/>
              </a:prstGeom>
              <a:solidFill>
                <a:srgbClr val="3B3B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8" name="Rectangle 174"/>
              <p:cNvSpPr>
                <a:spLocks noChangeArrowheads="1"/>
              </p:cNvSpPr>
              <p:nvPr userDrawn="1"/>
            </p:nvSpPr>
            <p:spPr bwMode="auto">
              <a:xfrm>
                <a:off x="2027" y="1502"/>
                <a:ext cx="1" cy="71"/>
              </a:xfrm>
              <a:prstGeom prst="rect">
                <a:avLst/>
              </a:prstGeom>
              <a:solidFill>
                <a:srgbClr val="3B3B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9" name="Rectangle 175"/>
              <p:cNvSpPr>
                <a:spLocks noChangeArrowheads="1"/>
              </p:cNvSpPr>
              <p:nvPr userDrawn="1"/>
            </p:nvSpPr>
            <p:spPr bwMode="auto">
              <a:xfrm>
                <a:off x="2027" y="1502"/>
                <a:ext cx="1" cy="71"/>
              </a:xfrm>
              <a:prstGeom prst="rect">
                <a:avLst/>
              </a:prstGeom>
              <a:solidFill>
                <a:srgbClr val="3A3A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0" name="Rectangle 176"/>
              <p:cNvSpPr>
                <a:spLocks noChangeArrowheads="1"/>
              </p:cNvSpPr>
              <p:nvPr userDrawn="1"/>
            </p:nvSpPr>
            <p:spPr bwMode="auto">
              <a:xfrm>
                <a:off x="2028" y="1502"/>
                <a:ext cx="1" cy="71"/>
              </a:xfrm>
              <a:prstGeom prst="rect">
                <a:avLst/>
              </a:prstGeom>
              <a:solidFill>
                <a:srgbClr val="3939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1" name="Rectangle 177"/>
              <p:cNvSpPr>
                <a:spLocks noChangeArrowheads="1"/>
              </p:cNvSpPr>
              <p:nvPr userDrawn="1"/>
            </p:nvSpPr>
            <p:spPr bwMode="auto">
              <a:xfrm>
                <a:off x="2029" y="1502"/>
                <a:ext cx="1" cy="71"/>
              </a:xfrm>
              <a:prstGeom prst="rect">
                <a:avLst/>
              </a:prstGeom>
              <a:solidFill>
                <a:srgbClr val="383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2" name="Rectangle 178"/>
              <p:cNvSpPr>
                <a:spLocks noChangeArrowheads="1"/>
              </p:cNvSpPr>
              <p:nvPr userDrawn="1"/>
            </p:nvSpPr>
            <p:spPr bwMode="auto">
              <a:xfrm>
                <a:off x="2030" y="1502"/>
                <a:ext cx="1" cy="71"/>
              </a:xfrm>
              <a:prstGeom prst="rect">
                <a:avLst/>
              </a:prstGeom>
              <a:solidFill>
                <a:srgbClr val="3838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3" name="Rectangle 179"/>
              <p:cNvSpPr>
                <a:spLocks noChangeArrowheads="1"/>
              </p:cNvSpPr>
              <p:nvPr userDrawn="1"/>
            </p:nvSpPr>
            <p:spPr bwMode="auto">
              <a:xfrm>
                <a:off x="2030" y="1502"/>
                <a:ext cx="1" cy="71"/>
              </a:xfrm>
              <a:prstGeom prst="rect">
                <a:avLst/>
              </a:prstGeom>
              <a:solidFill>
                <a:srgbClr val="3737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4" name="Rectangle 180"/>
              <p:cNvSpPr>
                <a:spLocks noChangeArrowheads="1"/>
              </p:cNvSpPr>
              <p:nvPr userDrawn="1"/>
            </p:nvSpPr>
            <p:spPr bwMode="auto">
              <a:xfrm>
                <a:off x="2031" y="1502"/>
                <a:ext cx="1" cy="71"/>
              </a:xfrm>
              <a:prstGeom prst="rect">
                <a:avLst/>
              </a:prstGeom>
              <a:solidFill>
                <a:srgbClr val="36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5" name="Rectangle 181"/>
              <p:cNvSpPr>
                <a:spLocks noChangeArrowheads="1"/>
              </p:cNvSpPr>
              <p:nvPr userDrawn="1"/>
            </p:nvSpPr>
            <p:spPr bwMode="auto">
              <a:xfrm>
                <a:off x="2032" y="1502"/>
                <a:ext cx="1" cy="71"/>
              </a:xfrm>
              <a:prstGeom prst="rect">
                <a:avLst/>
              </a:prstGeom>
              <a:solidFill>
                <a:srgbClr val="363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6" name="Rectangle 182"/>
              <p:cNvSpPr>
                <a:spLocks noChangeArrowheads="1"/>
              </p:cNvSpPr>
              <p:nvPr userDrawn="1"/>
            </p:nvSpPr>
            <p:spPr bwMode="auto">
              <a:xfrm>
                <a:off x="2032" y="1502"/>
                <a:ext cx="1" cy="71"/>
              </a:xfrm>
              <a:prstGeom prst="rect">
                <a:avLst/>
              </a:prstGeom>
              <a:solidFill>
                <a:srgbClr val="3535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7" name="Rectangle 183"/>
              <p:cNvSpPr>
                <a:spLocks noChangeArrowheads="1"/>
              </p:cNvSpPr>
              <p:nvPr userDrawn="1"/>
            </p:nvSpPr>
            <p:spPr bwMode="auto">
              <a:xfrm>
                <a:off x="2033" y="1502"/>
                <a:ext cx="1" cy="71"/>
              </a:xfrm>
              <a:prstGeom prst="rect">
                <a:avLst/>
              </a:prstGeom>
              <a:solidFill>
                <a:srgbClr val="343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8" name="Rectangle 184"/>
              <p:cNvSpPr>
                <a:spLocks noChangeArrowheads="1"/>
              </p:cNvSpPr>
              <p:nvPr userDrawn="1"/>
            </p:nvSpPr>
            <p:spPr bwMode="auto">
              <a:xfrm>
                <a:off x="2034" y="1502"/>
                <a:ext cx="1" cy="71"/>
              </a:xfrm>
              <a:prstGeom prst="rect">
                <a:avLst/>
              </a:prstGeom>
              <a:solidFill>
                <a:srgbClr val="3333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9" name="Rectangle 185"/>
              <p:cNvSpPr>
                <a:spLocks noChangeArrowheads="1"/>
              </p:cNvSpPr>
              <p:nvPr userDrawn="1"/>
            </p:nvSpPr>
            <p:spPr bwMode="auto">
              <a:xfrm>
                <a:off x="2035" y="1502"/>
                <a:ext cx="1" cy="71"/>
              </a:xfrm>
              <a:prstGeom prst="rect">
                <a:avLst/>
              </a:prstGeom>
              <a:solidFill>
                <a:srgbClr val="3333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0" name="Rectangle 186"/>
              <p:cNvSpPr>
                <a:spLocks noChangeArrowheads="1"/>
              </p:cNvSpPr>
              <p:nvPr userDrawn="1"/>
            </p:nvSpPr>
            <p:spPr bwMode="auto">
              <a:xfrm>
                <a:off x="2036" y="1502"/>
                <a:ext cx="1" cy="71"/>
              </a:xfrm>
              <a:prstGeom prst="rect">
                <a:avLst/>
              </a:prstGeom>
              <a:solidFill>
                <a:srgbClr val="3232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1" name="Rectangle 187"/>
              <p:cNvSpPr>
                <a:spLocks noChangeArrowheads="1"/>
              </p:cNvSpPr>
              <p:nvPr userDrawn="1"/>
            </p:nvSpPr>
            <p:spPr bwMode="auto">
              <a:xfrm>
                <a:off x="2036" y="1502"/>
                <a:ext cx="1" cy="71"/>
              </a:xfrm>
              <a:prstGeom prst="rect">
                <a:avLst/>
              </a:prstGeom>
              <a:solidFill>
                <a:srgbClr val="3131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2" name="Rectangle 188"/>
              <p:cNvSpPr>
                <a:spLocks noChangeArrowheads="1"/>
              </p:cNvSpPr>
              <p:nvPr userDrawn="1"/>
            </p:nvSpPr>
            <p:spPr bwMode="auto">
              <a:xfrm>
                <a:off x="2037" y="1502"/>
                <a:ext cx="1" cy="71"/>
              </a:xfrm>
              <a:prstGeom prst="rect">
                <a:avLst/>
              </a:prstGeom>
              <a:solidFill>
                <a:srgbClr val="3030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3" name="Rectangle 189"/>
              <p:cNvSpPr>
                <a:spLocks noChangeArrowheads="1"/>
              </p:cNvSpPr>
              <p:nvPr userDrawn="1"/>
            </p:nvSpPr>
            <p:spPr bwMode="auto">
              <a:xfrm>
                <a:off x="2038" y="1502"/>
                <a:ext cx="1" cy="71"/>
              </a:xfrm>
              <a:prstGeom prst="rect">
                <a:avLst/>
              </a:prstGeom>
              <a:solidFill>
                <a:srgbClr val="3030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4" name="Rectangle 190"/>
              <p:cNvSpPr>
                <a:spLocks noChangeArrowheads="1"/>
              </p:cNvSpPr>
              <p:nvPr userDrawn="1"/>
            </p:nvSpPr>
            <p:spPr bwMode="auto">
              <a:xfrm>
                <a:off x="2039" y="1502"/>
                <a:ext cx="1" cy="71"/>
              </a:xfrm>
              <a:prstGeom prst="rect">
                <a:avLst/>
              </a:prstGeom>
              <a:solidFill>
                <a:srgbClr val="2F2F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5" name="Rectangle 191"/>
              <p:cNvSpPr>
                <a:spLocks noChangeArrowheads="1"/>
              </p:cNvSpPr>
              <p:nvPr userDrawn="1"/>
            </p:nvSpPr>
            <p:spPr bwMode="auto">
              <a:xfrm>
                <a:off x="2040" y="1502"/>
                <a:ext cx="1" cy="71"/>
              </a:xfrm>
              <a:prstGeom prst="rect">
                <a:avLst/>
              </a:prstGeom>
              <a:solidFill>
                <a:srgbClr val="2E2E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6" name="Rectangle 192"/>
              <p:cNvSpPr>
                <a:spLocks noChangeArrowheads="1"/>
              </p:cNvSpPr>
              <p:nvPr userDrawn="1"/>
            </p:nvSpPr>
            <p:spPr bwMode="auto">
              <a:xfrm>
                <a:off x="2040" y="1502"/>
                <a:ext cx="1" cy="71"/>
              </a:xfrm>
              <a:prstGeom prst="rect">
                <a:avLst/>
              </a:prstGeom>
              <a:solidFill>
                <a:srgbClr val="2E2E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7" name="Rectangle 193"/>
              <p:cNvSpPr>
                <a:spLocks noChangeArrowheads="1"/>
              </p:cNvSpPr>
              <p:nvPr userDrawn="1"/>
            </p:nvSpPr>
            <p:spPr bwMode="auto">
              <a:xfrm>
                <a:off x="2041" y="1502"/>
                <a:ext cx="1" cy="71"/>
              </a:xfrm>
              <a:prstGeom prst="rect">
                <a:avLst/>
              </a:prstGeom>
              <a:solidFill>
                <a:srgbClr val="2D2D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8" name="Rectangle 194"/>
              <p:cNvSpPr>
                <a:spLocks noChangeArrowheads="1"/>
              </p:cNvSpPr>
              <p:nvPr userDrawn="1"/>
            </p:nvSpPr>
            <p:spPr bwMode="auto">
              <a:xfrm>
                <a:off x="2042" y="1502"/>
                <a:ext cx="1" cy="71"/>
              </a:xfrm>
              <a:prstGeom prst="rect">
                <a:avLst/>
              </a:prstGeom>
              <a:solidFill>
                <a:srgbClr val="2C2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9" name="Rectangle 195"/>
              <p:cNvSpPr>
                <a:spLocks noChangeArrowheads="1"/>
              </p:cNvSpPr>
              <p:nvPr userDrawn="1"/>
            </p:nvSpPr>
            <p:spPr bwMode="auto">
              <a:xfrm>
                <a:off x="2043" y="1502"/>
                <a:ext cx="1" cy="71"/>
              </a:xfrm>
              <a:prstGeom prst="rect">
                <a:avLst/>
              </a:prstGeom>
              <a:solidFill>
                <a:srgbClr val="2B2B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0" name="Rectangle 196"/>
              <p:cNvSpPr>
                <a:spLocks noChangeArrowheads="1"/>
              </p:cNvSpPr>
              <p:nvPr userDrawn="1"/>
            </p:nvSpPr>
            <p:spPr bwMode="auto">
              <a:xfrm>
                <a:off x="2043" y="1502"/>
                <a:ext cx="1" cy="71"/>
              </a:xfrm>
              <a:prstGeom prst="rect">
                <a:avLst/>
              </a:prstGeom>
              <a:solidFill>
                <a:srgbClr val="2B2B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1" name="Rectangle 197"/>
              <p:cNvSpPr>
                <a:spLocks noChangeArrowheads="1"/>
              </p:cNvSpPr>
              <p:nvPr userDrawn="1"/>
            </p:nvSpPr>
            <p:spPr bwMode="auto">
              <a:xfrm>
                <a:off x="2044" y="1502"/>
                <a:ext cx="1" cy="71"/>
              </a:xfrm>
              <a:prstGeom prst="rect">
                <a:avLst/>
              </a:prstGeom>
              <a:solidFill>
                <a:srgbClr val="2A2A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2" name="Rectangle 198"/>
              <p:cNvSpPr>
                <a:spLocks noChangeArrowheads="1"/>
              </p:cNvSpPr>
              <p:nvPr userDrawn="1"/>
            </p:nvSpPr>
            <p:spPr bwMode="auto">
              <a:xfrm>
                <a:off x="2045" y="1502"/>
                <a:ext cx="1" cy="71"/>
              </a:xfrm>
              <a:prstGeom prst="rect">
                <a:avLst/>
              </a:prstGeom>
              <a:solidFill>
                <a:srgbClr val="2929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3" name="Rectangle 199"/>
              <p:cNvSpPr>
                <a:spLocks noChangeArrowheads="1"/>
              </p:cNvSpPr>
              <p:nvPr userDrawn="1"/>
            </p:nvSpPr>
            <p:spPr bwMode="auto">
              <a:xfrm>
                <a:off x="2046" y="1502"/>
                <a:ext cx="1" cy="71"/>
              </a:xfrm>
              <a:prstGeom prst="rect">
                <a:avLst/>
              </a:prstGeom>
              <a:solidFill>
                <a:srgbClr val="2828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4" name="Rectangle 200"/>
              <p:cNvSpPr>
                <a:spLocks noChangeArrowheads="1"/>
              </p:cNvSpPr>
              <p:nvPr userDrawn="1"/>
            </p:nvSpPr>
            <p:spPr bwMode="auto">
              <a:xfrm>
                <a:off x="2047" y="1502"/>
                <a:ext cx="1" cy="71"/>
              </a:xfrm>
              <a:prstGeom prst="rect">
                <a:avLst/>
              </a:prstGeom>
              <a:solidFill>
                <a:srgbClr val="2828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5" name="Rectangle 201"/>
              <p:cNvSpPr>
                <a:spLocks noChangeArrowheads="1"/>
              </p:cNvSpPr>
              <p:nvPr userDrawn="1"/>
            </p:nvSpPr>
            <p:spPr bwMode="auto">
              <a:xfrm>
                <a:off x="2047" y="1502"/>
                <a:ext cx="1" cy="71"/>
              </a:xfrm>
              <a:prstGeom prst="rect">
                <a:avLst/>
              </a:prstGeom>
              <a:solidFill>
                <a:srgbClr val="27273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6" name="Rectangle 202"/>
              <p:cNvSpPr>
                <a:spLocks noChangeArrowheads="1"/>
              </p:cNvSpPr>
              <p:nvPr userDrawn="1"/>
            </p:nvSpPr>
            <p:spPr bwMode="auto">
              <a:xfrm>
                <a:off x="2048" y="1502"/>
                <a:ext cx="1" cy="71"/>
              </a:xfrm>
              <a:prstGeom prst="rect">
                <a:avLst/>
              </a:prstGeom>
              <a:solidFill>
                <a:srgbClr val="262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7" name="Rectangle 203"/>
              <p:cNvSpPr>
                <a:spLocks noChangeArrowheads="1"/>
              </p:cNvSpPr>
              <p:nvPr userDrawn="1"/>
            </p:nvSpPr>
            <p:spPr bwMode="auto">
              <a:xfrm>
                <a:off x="2049" y="1502"/>
                <a:ext cx="1" cy="71"/>
              </a:xfrm>
              <a:prstGeom prst="rect">
                <a:avLst/>
              </a:prstGeom>
              <a:solidFill>
                <a:srgbClr val="252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8" name="Rectangle 204"/>
              <p:cNvSpPr>
                <a:spLocks noChangeArrowheads="1"/>
              </p:cNvSpPr>
              <p:nvPr userDrawn="1"/>
            </p:nvSpPr>
            <p:spPr bwMode="auto">
              <a:xfrm>
                <a:off x="2050" y="1502"/>
                <a:ext cx="1" cy="71"/>
              </a:xfrm>
              <a:prstGeom prst="rect">
                <a:avLst/>
              </a:prstGeom>
              <a:solidFill>
                <a:srgbClr val="2525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9" name="Rectangle 205"/>
              <p:cNvSpPr>
                <a:spLocks noChangeArrowheads="1"/>
              </p:cNvSpPr>
              <p:nvPr userDrawn="1"/>
            </p:nvSpPr>
            <p:spPr bwMode="auto">
              <a:xfrm>
                <a:off x="2050" y="1502"/>
                <a:ext cx="1" cy="71"/>
              </a:xfrm>
              <a:prstGeom prst="rect">
                <a:avLst/>
              </a:prstGeom>
              <a:solidFill>
                <a:srgbClr val="242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0" name="Rectangle 206"/>
              <p:cNvSpPr>
                <a:spLocks noChangeArrowheads="1"/>
              </p:cNvSpPr>
              <p:nvPr userDrawn="1"/>
            </p:nvSpPr>
            <p:spPr bwMode="auto">
              <a:xfrm>
                <a:off x="2051" y="1502"/>
                <a:ext cx="1" cy="71"/>
              </a:xfrm>
              <a:prstGeom prst="rect">
                <a:avLst/>
              </a:prstGeom>
              <a:solidFill>
                <a:srgbClr val="2323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1" name="Rectangle 207"/>
              <p:cNvSpPr>
                <a:spLocks noChangeArrowheads="1"/>
              </p:cNvSpPr>
              <p:nvPr userDrawn="1"/>
            </p:nvSpPr>
            <p:spPr bwMode="auto">
              <a:xfrm>
                <a:off x="2052" y="1502"/>
                <a:ext cx="1" cy="71"/>
              </a:xfrm>
              <a:prstGeom prst="rect">
                <a:avLst/>
              </a:prstGeom>
              <a:solidFill>
                <a:srgbClr val="2323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2" name="Rectangle 208"/>
              <p:cNvSpPr>
                <a:spLocks noChangeArrowheads="1"/>
              </p:cNvSpPr>
              <p:nvPr userDrawn="1"/>
            </p:nvSpPr>
            <p:spPr bwMode="auto">
              <a:xfrm>
                <a:off x="2053" y="1502"/>
                <a:ext cx="1" cy="71"/>
              </a:xfrm>
              <a:prstGeom prst="rect">
                <a:avLst/>
              </a:prstGeom>
              <a:solidFill>
                <a:srgbClr val="2222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3" name="Rectangle 209"/>
              <p:cNvSpPr>
                <a:spLocks noChangeArrowheads="1"/>
              </p:cNvSpPr>
              <p:nvPr userDrawn="1"/>
            </p:nvSpPr>
            <p:spPr bwMode="auto">
              <a:xfrm>
                <a:off x="2053" y="1502"/>
                <a:ext cx="1" cy="71"/>
              </a:xfrm>
              <a:prstGeom prst="rect">
                <a:avLst/>
              </a:prstGeom>
              <a:solidFill>
                <a:srgbClr val="2121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4" name="Rectangle 210"/>
              <p:cNvSpPr>
                <a:spLocks noChangeArrowheads="1"/>
              </p:cNvSpPr>
              <p:nvPr userDrawn="1"/>
            </p:nvSpPr>
            <p:spPr bwMode="auto">
              <a:xfrm>
                <a:off x="2054" y="1502"/>
                <a:ext cx="1" cy="71"/>
              </a:xfrm>
              <a:prstGeom prst="rect">
                <a:avLst/>
              </a:prstGeom>
              <a:solidFill>
                <a:srgbClr val="202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5" name="Rectangle 211"/>
              <p:cNvSpPr>
                <a:spLocks noChangeArrowheads="1"/>
              </p:cNvSpPr>
              <p:nvPr userDrawn="1"/>
            </p:nvSpPr>
            <p:spPr bwMode="auto">
              <a:xfrm>
                <a:off x="2055" y="1502"/>
                <a:ext cx="1" cy="71"/>
              </a:xfrm>
              <a:prstGeom prst="rect">
                <a:avLst/>
              </a:prstGeom>
              <a:solidFill>
                <a:srgbClr val="2020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6" name="Rectangle 212"/>
              <p:cNvSpPr>
                <a:spLocks noChangeArrowheads="1"/>
              </p:cNvSpPr>
              <p:nvPr userDrawn="1"/>
            </p:nvSpPr>
            <p:spPr bwMode="auto">
              <a:xfrm>
                <a:off x="2056" y="1502"/>
                <a:ext cx="1" cy="71"/>
              </a:xfrm>
              <a:prstGeom prst="rect">
                <a:avLst/>
              </a:prstGeom>
              <a:solidFill>
                <a:srgbClr val="1F1F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7" name="Rectangle 213"/>
              <p:cNvSpPr>
                <a:spLocks noChangeArrowheads="1"/>
              </p:cNvSpPr>
              <p:nvPr userDrawn="1"/>
            </p:nvSpPr>
            <p:spPr bwMode="auto">
              <a:xfrm>
                <a:off x="2056" y="1502"/>
                <a:ext cx="1" cy="71"/>
              </a:xfrm>
              <a:prstGeom prst="rect">
                <a:avLst/>
              </a:prstGeom>
              <a:solidFill>
                <a:srgbClr val="1E1E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8" name="Rectangle 214"/>
              <p:cNvSpPr>
                <a:spLocks noChangeArrowheads="1"/>
              </p:cNvSpPr>
              <p:nvPr userDrawn="1"/>
            </p:nvSpPr>
            <p:spPr bwMode="auto">
              <a:xfrm>
                <a:off x="2057" y="1502"/>
                <a:ext cx="1" cy="71"/>
              </a:xfrm>
              <a:prstGeom prst="rect">
                <a:avLst/>
              </a:prstGeom>
              <a:solidFill>
                <a:srgbClr val="1D1D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9" name="Rectangle 215"/>
              <p:cNvSpPr>
                <a:spLocks noChangeArrowheads="1"/>
              </p:cNvSpPr>
              <p:nvPr userDrawn="1"/>
            </p:nvSpPr>
            <p:spPr bwMode="auto">
              <a:xfrm>
                <a:off x="2058" y="1502"/>
                <a:ext cx="1" cy="71"/>
              </a:xfrm>
              <a:prstGeom prst="rect">
                <a:avLst/>
              </a:prstGeom>
              <a:solidFill>
                <a:srgbClr val="1D1D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0" name="Rectangle 216"/>
              <p:cNvSpPr>
                <a:spLocks noChangeArrowheads="1"/>
              </p:cNvSpPr>
              <p:nvPr userDrawn="1"/>
            </p:nvSpPr>
            <p:spPr bwMode="auto">
              <a:xfrm>
                <a:off x="2059" y="1502"/>
                <a:ext cx="1" cy="71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1" name="Rectangle 217"/>
              <p:cNvSpPr>
                <a:spLocks noChangeArrowheads="1"/>
              </p:cNvSpPr>
              <p:nvPr userDrawn="1"/>
            </p:nvSpPr>
            <p:spPr bwMode="auto">
              <a:xfrm>
                <a:off x="2059" y="1502"/>
                <a:ext cx="3" cy="71"/>
              </a:xfrm>
              <a:prstGeom prst="rect">
                <a:avLst/>
              </a:prstGeom>
              <a:solidFill>
                <a:srgbClr val="1C1C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2" name="Freeform 218"/>
              <p:cNvSpPr>
                <a:spLocks noEditPoints="1"/>
              </p:cNvSpPr>
              <p:nvPr userDrawn="1"/>
            </p:nvSpPr>
            <p:spPr bwMode="auto">
              <a:xfrm>
                <a:off x="1713" y="988"/>
                <a:ext cx="642" cy="1051"/>
              </a:xfrm>
              <a:custGeom>
                <a:avLst/>
                <a:gdLst>
                  <a:gd name="T0" fmla="*/ 254 w 643"/>
                  <a:gd name="T1" fmla="*/ 998 h 1051"/>
                  <a:gd name="T2" fmla="*/ 621 w 643"/>
                  <a:gd name="T3" fmla="*/ 866 h 1051"/>
                  <a:gd name="T4" fmla="*/ 0 w 643"/>
                  <a:gd name="T5" fmla="*/ 107 h 1051"/>
                  <a:gd name="T6" fmla="*/ 643 w 643"/>
                  <a:gd name="T7" fmla="*/ 945 h 1051"/>
                  <a:gd name="T8" fmla="*/ 350 w 643"/>
                  <a:gd name="T9" fmla="*/ 623 h 1051"/>
                  <a:gd name="T10" fmla="*/ 381 w 643"/>
                  <a:gd name="T11" fmla="*/ 733 h 1051"/>
                  <a:gd name="T12" fmla="*/ 252 w 643"/>
                  <a:gd name="T13" fmla="*/ 458 h 1051"/>
                  <a:gd name="T14" fmla="*/ 224 w 643"/>
                  <a:gd name="T15" fmla="*/ 396 h 1051"/>
                  <a:gd name="T16" fmla="*/ 241 w 643"/>
                  <a:gd name="T17" fmla="*/ 376 h 1051"/>
                  <a:gd name="T18" fmla="*/ 270 w 643"/>
                  <a:gd name="T19" fmla="*/ 392 h 1051"/>
                  <a:gd name="T20" fmla="*/ 289 w 643"/>
                  <a:gd name="T21" fmla="*/ 408 h 1051"/>
                  <a:gd name="T22" fmla="*/ 288 w 643"/>
                  <a:gd name="T23" fmla="*/ 378 h 1051"/>
                  <a:gd name="T24" fmla="*/ 280 w 643"/>
                  <a:gd name="T25" fmla="*/ 365 h 1051"/>
                  <a:gd name="T26" fmla="*/ 338 w 643"/>
                  <a:gd name="T27" fmla="*/ 363 h 1051"/>
                  <a:gd name="T28" fmla="*/ 355 w 643"/>
                  <a:gd name="T29" fmla="*/ 443 h 1051"/>
                  <a:gd name="T30" fmla="*/ 364 w 643"/>
                  <a:gd name="T31" fmla="*/ 457 h 1051"/>
                  <a:gd name="T32" fmla="*/ 306 w 643"/>
                  <a:gd name="T33" fmla="*/ 458 h 1051"/>
                  <a:gd name="T34" fmla="*/ 299 w 643"/>
                  <a:gd name="T35" fmla="*/ 428 h 1051"/>
                  <a:gd name="T36" fmla="*/ 285 w 643"/>
                  <a:gd name="T37" fmla="*/ 452 h 1051"/>
                  <a:gd name="T38" fmla="*/ 299 w 643"/>
                  <a:gd name="T39" fmla="*/ 461 h 1051"/>
                  <a:gd name="T40" fmla="*/ 248 w 643"/>
                  <a:gd name="T41" fmla="*/ 490 h 1051"/>
                  <a:gd name="T42" fmla="*/ 313 w 643"/>
                  <a:gd name="T43" fmla="*/ 493 h 1051"/>
                  <a:gd name="T44" fmla="*/ 344 w 643"/>
                  <a:gd name="T45" fmla="*/ 603 h 1051"/>
                  <a:gd name="T46" fmla="*/ 313 w 643"/>
                  <a:gd name="T47" fmla="*/ 493 h 1051"/>
                  <a:gd name="T48" fmla="*/ 408 w 643"/>
                  <a:gd name="T49" fmla="*/ 863 h 1051"/>
                  <a:gd name="T50" fmla="*/ 378 w 643"/>
                  <a:gd name="T51" fmla="*/ 842 h 1051"/>
                  <a:gd name="T52" fmla="*/ 350 w 643"/>
                  <a:gd name="T53" fmla="*/ 782 h 1051"/>
                  <a:gd name="T54" fmla="*/ 372 w 643"/>
                  <a:gd name="T55" fmla="*/ 760 h 1051"/>
                  <a:gd name="T56" fmla="*/ 408 w 643"/>
                  <a:gd name="T57" fmla="*/ 765 h 1051"/>
                  <a:gd name="T58" fmla="*/ 412 w 643"/>
                  <a:gd name="T59" fmla="*/ 837 h 1051"/>
                  <a:gd name="T60" fmla="*/ 447 w 643"/>
                  <a:gd name="T61" fmla="*/ 801 h 1051"/>
                  <a:gd name="T62" fmla="*/ 456 w 643"/>
                  <a:gd name="T63" fmla="*/ 851 h 1051"/>
                  <a:gd name="T64" fmla="*/ 543 w 643"/>
                  <a:gd name="T65" fmla="*/ 837 h 1051"/>
                  <a:gd name="T66" fmla="*/ 449 w 643"/>
                  <a:gd name="T67" fmla="*/ 511 h 1051"/>
                  <a:gd name="T68" fmla="*/ 440 w 643"/>
                  <a:gd name="T69" fmla="*/ 478 h 1051"/>
                  <a:gd name="T70" fmla="*/ 454 w 643"/>
                  <a:gd name="T71" fmla="*/ 453 h 1051"/>
                  <a:gd name="T72" fmla="*/ 425 w 643"/>
                  <a:gd name="T73" fmla="*/ 397 h 1051"/>
                  <a:gd name="T74" fmla="*/ 321 w 643"/>
                  <a:gd name="T75" fmla="*/ 89 h 1051"/>
                  <a:gd name="T76" fmla="*/ 291 w 643"/>
                  <a:gd name="T77" fmla="*/ 265 h 1051"/>
                  <a:gd name="T78" fmla="*/ 250 w 643"/>
                  <a:gd name="T79" fmla="*/ 255 h 1051"/>
                  <a:gd name="T80" fmla="*/ 269 w 643"/>
                  <a:gd name="T81" fmla="*/ 319 h 1051"/>
                  <a:gd name="T82" fmla="*/ 309 w 643"/>
                  <a:gd name="T83" fmla="*/ 323 h 1051"/>
                  <a:gd name="T84" fmla="*/ 270 w 643"/>
                  <a:gd name="T85" fmla="*/ 344 h 1051"/>
                  <a:gd name="T86" fmla="*/ 248 w 643"/>
                  <a:gd name="T87" fmla="*/ 231 h 1051"/>
                  <a:gd name="T88" fmla="*/ 202 w 643"/>
                  <a:gd name="T89" fmla="*/ 104 h 1051"/>
                  <a:gd name="T90" fmla="*/ 244 w 643"/>
                  <a:gd name="T91" fmla="*/ 100 h 1051"/>
                  <a:gd name="T92" fmla="*/ 227 w 643"/>
                  <a:gd name="T93" fmla="*/ 136 h 1051"/>
                  <a:gd name="T94" fmla="*/ 208 w 643"/>
                  <a:gd name="T95" fmla="*/ 127 h 1051"/>
                  <a:gd name="T96" fmla="*/ 264 w 643"/>
                  <a:gd name="T97" fmla="*/ 168 h 1051"/>
                  <a:gd name="T98" fmla="*/ 189 w 643"/>
                  <a:gd name="T99" fmla="*/ 219 h 1051"/>
                  <a:gd name="T100" fmla="*/ 202 w 643"/>
                  <a:gd name="T101" fmla="*/ 181 h 1051"/>
                  <a:gd name="T102" fmla="*/ 223 w 643"/>
                  <a:gd name="T103" fmla="*/ 178 h 1051"/>
                  <a:gd name="T104" fmla="*/ 202 w 643"/>
                  <a:gd name="T105" fmla="*/ 104 h 1051"/>
                  <a:gd name="T106" fmla="*/ 82 w 643"/>
                  <a:gd name="T107" fmla="*/ 150 h 1051"/>
                  <a:gd name="T108" fmla="*/ 175 w 643"/>
                  <a:gd name="T109" fmla="*/ 476 h 1051"/>
                  <a:gd name="T110" fmla="*/ 185 w 643"/>
                  <a:gd name="T111" fmla="*/ 509 h 1051"/>
                  <a:gd name="T112" fmla="*/ 181 w 643"/>
                  <a:gd name="T113" fmla="*/ 546 h 1051"/>
                  <a:gd name="T114" fmla="*/ 215 w 643"/>
                  <a:gd name="T115" fmla="*/ 585 h 1051"/>
                  <a:gd name="T116" fmla="*/ 289 w 643"/>
                  <a:gd name="T117" fmla="*/ 901 h 1051"/>
                  <a:gd name="T118" fmla="*/ 205 w 643"/>
                  <a:gd name="T119" fmla="*/ 580 h 10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43" h="1051">
                    <a:moveTo>
                      <a:pt x="628" y="891"/>
                    </a:moveTo>
                    <a:cubicBezTo>
                      <a:pt x="442" y="945"/>
                      <a:pt x="442" y="945"/>
                      <a:pt x="442" y="945"/>
                    </a:cubicBezTo>
                    <a:cubicBezTo>
                      <a:pt x="254" y="998"/>
                      <a:pt x="254" y="998"/>
                      <a:pt x="254" y="998"/>
                    </a:cubicBezTo>
                    <a:cubicBezTo>
                      <a:pt x="247" y="973"/>
                      <a:pt x="247" y="973"/>
                      <a:pt x="247" y="973"/>
                    </a:cubicBezTo>
                    <a:cubicBezTo>
                      <a:pt x="435" y="919"/>
                      <a:pt x="435" y="919"/>
                      <a:pt x="435" y="919"/>
                    </a:cubicBezTo>
                    <a:cubicBezTo>
                      <a:pt x="621" y="866"/>
                      <a:pt x="621" y="866"/>
                      <a:pt x="621" y="866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187" y="54"/>
                      <a:pt x="187" y="54"/>
                      <a:pt x="187" y="54"/>
                    </a:cubicBezTo>
                    <a:cubicBezTo>
                      <a:pt x="0" y="107"/>
                      <a:pt x="0" y="107"/>
                      <a:pt x="0" y="107"/>
                    </a:cubicBezTo>
                    <a:cubicBezTo>
                      <a:pt x="269" y="1051"/>
                      <a:pt x="269" y="1051"/>
                      <a:pt x="269" y="1051"/>
                    </a:cubicBezTo>
                    <a:cubicBezTo>
                      <a:pt x="457" y="998"/>
                      <a:pt x="457" y="998"/>
                      <a:pt x="457" y="998"/>
                    </a:cubicBezTo>
                    <a:cubicBezTo>
                      <a:pt x="643" y="945"/>
                      <a:pt x="643" y="945"/>
                      <a:pt x="643" y="945"/>
                    </a:cubicBezTo>
                    <a:lnTo>
                      <a:pt x="628" y="891"/>
                    </a:lnTo>
                    <a:close/>
                    <a:moveTo>
                      <a:pt x="314" y="695"/>
                    </a:moveTo>
                    <a:cubicBezTo>
                      <a:pt x="303" y="658"/>
                      <a:pt x="316" y="633"/>
                      <a:pt x="350" y="623"/>
                    </a:cubicBezTo>
                    <a:cubicBezTo>
                      <a:pt x="350" y="623"/>
                      <a:pt x="351" y="623"/>
                      <a:pt x="351" y="623"/>
                    </a:cubicBezTo>
                    <a:cubicBezTo>
                      <a:pt x="384" y="613"/>
                      <a:pt x="405" y="626"/>
                      <a:pt x="415" y="661"/>
                    </a:cubicBezTo>
                    <a:cubicBezTo>
                      <a:pt x="425" y="696"/>
                      <a:pt x="413" y="722"/>
                      <a:pt x="381" y="733"/>
                    </a:cubicBezTo>
                    <a:cubicBezTo>
                      <a:pt x="380" y="733"/>
                      <a:pt x="379" y="733"/>
                      <a:pt x="378" y="734"/>
                    </a:cubicBezTo>
                    <a:cubicBezTo>
                      <a:pt x="346" y="743"/>
                      <a:pt x="324" y="729"/>
                      <a:pt x="314" y="695"/>
                    </a:cubicBezTo>
                    <a:close/>
                    <a:moveTo>
                      <a:pt x="252" y="458"/>
                    </a:moveTo>
                    <a:cubicBezTo>
                      <a:pt x="236" y="401"/>
                      <a:pt x="236" y="401"/>
                      <a:pt x="236" y="401"/>
                    </a:cubicBezTo>
                    <a:cubicBezTo>
                      <a:pt x="234" y="395"/>
                      <a:pt x="232" y="393"/>
                      <a:pt x="228" y="395"/>
                    </a:cubicBezTo>
                    <a:cubicBezTo>
                      <a:pt x="226" y="395"/>
                      <a:pt x="224" y="396"/>
                      <a:pt x="224" y="396"/>
                    </a:cubicBezTo>
                    <a:cubicBezTo>
                      <a:pt x="221" y="394"/>
                      <a:pt x="221" y="394"/>
                      <a:pt x="221" y="394"/>
                    </a:cubicBezTo>
                    <a:cubicBezTo>
                      <a:pt x="219" y="382"/>
                      <a:pt x="219" y="382"/>
                      <a:pt x="219" y="382"/>
                    </a:cubicBezTo>
                    <a:cubicBezTo>
                      <a:pt x="241" y="376"/>
                      <a:pt x="241" y="376"/>
                      <a:pt x="241" y="376"/>
                    </a:cubicBezTo>
                    <a:cubicBezTo>
                      <a:pt x="250" y="373"/>
                      <a:pt x="273" y="366"/>
                      <a:pt x="273" y="366"/>
                    </a:cubicBezTo>
                    <a:cubicBezTo>
                      <a:pt x="276" y="381"/>
                      <a:pt x="276" y="381"/>
                      <a:pt x="276" y="381"/>
                    </a:cubicBezTo>
                    <a:cubicBezTo>
                      <a:pt x="269" y="384"/>
                      <a:pt x="268" y="386"/>
                      <a:pt x="270" y="392"/>
                    </a:cubicBezTo>
                    <a:cubicBezTo>
                      <a:pt x="274" y="412"/>
                      <a:pt x="274" y="412"/>
                      <a:pt x="274" y="412"/>
                    </a:cubicBezTo>
                    <a:cubicBezTo>
                      <a:pt x="288" y="408"/>
                      <a:pt x="288" y="408"/>
                      <a:pt x="288" y="408"/>
                    </a:cubicBezTo>
                    <a:cubicBezTo>
                      <a:pt x="289" y="408"/>
                      <a:pt x="289" y="408"/>
                      <a:pt x="289" y="408"/>
                    </a:cubicBezTo>
                    <a:cubicBezTo>
                      <a:pt x="296" y="406"/>
                      <a:pt x="299" y="405"/>
                      <a:pt x="302" y="404"/>
                    </a:cubicBezTo>
                    <a:cubicBezTo>
                      <a:pt x="296" y="385"/>
                      <a:pt x="296" y="385"/>
                      <a:pt x="296" y="385"/>
                    </a:cubicBezTo>
                    <a:cubicBezTo>
                      <a:pt x="295" y="378"/>
                      <a:pt x="293" y="377"/>
                      <a:pt x="288" y="378"/>
                    </a:cubicBezTo>
                    <a:cubicBezTo>
                      <a:pt x="284" y="379"/>
                      <a:pt x="284" y="379"/>
                      <a:pt x="284" y="379"/>
                    </a:cubicBezTo>
                    <a:cubicBezTo>
                      <a:pt x="282" y="378"/>
                      <a:pt x="282" y="378"/>
                      <a:pt x="282" y="378"/>
                    </a:cubicBezTo>
                    <a:cubicBezTo>
                      <a:pt x="280" y="365"/>
                      <a:pt x="280" y="365"/>
                      <a:pt x="280" y="365"/>
                    </a:cubicBezTo>
                    <a:cubicBezTo>
                      <a:pt x="306" y="358"/>
                      <a:pt x="306" y="358"/>
                      <a:pt x="306" y="358"/>
                    </a:cubicBezTo>
                    <a:cubicBezTo>
                      <a:pt x="313" y="356"/>
                      <a:pt x="335" y="349"/>
                      <a:pt x="335" y="349"/>
                    </a:cubicBezTo>
                    <a:cubicBezTo>
                      <a:pt x="338" y="363"/>
                      <a:pt x="338" y="363"/>
                      <a:pt x="338" y="363"/>
                    </a:cubicBezTo>
                    <a:cubicBezTo>
                      <a:pt x="330" y="367"/>
                      <a:pt x="329" y="369"/>
                      <a:pt x="331" y="375"/>
                    </a:cubicBezTo>
                    <a:cubicBezTo>
                      <a:pt x="333" y="388"/>
                      <a:pt x="340" y="412"/>
                      <a:pt x="346" y="434"/>
                    </a:cubicBezTo>
                    <a:cubicBezTo>
                      <a:pt x="348" y="442"/>
                      <a:pt x="350" y="444"/>
                      <a:pt x="355" y="443"/>
                    </a:cubicBezTo>
                    <a:cubicBezTo>
                      <a:pt x="357" y="442"/>
                      <a:pt x="360" y="441"/>
                      <a:pt x="360" y="441"/>
                    </a:cubicBezTo>
                    <a:cubicBezTo>
                      <a:pt x="361" y="443"/>
                      <a:pt x="361" y="443"/>
                      <a:pt x="361" y="443"/>
                    </a:cubicBezTo>
                    <a:cubicBezTo>
                      <a:pt x="364" y="457"/>
                      <a:pt x="364" y="457"/>
                      <a:pt x="364" y="457"/>
                    </a:cubicBezTo>
                    <a:cubicBezTo>
                      <a:pt x="364" y="457"/>
                      <a:pt x="349" y="461"/>
                      <a:pt x="336" y="464"/>
                    </a:cubicBezTo>
                    <a:cubicBezTo>
                      <a:pt x="328" y="466"/>
                      <a:pt x="308" y="472"/>
                      <a:pt x="308" y="472"/>
                    </a:cubicBezTo>
                    <a:cubicBezTo>
                      <a:pt x="306" y="458"/>
                      <a:pt x="306" y="458"/>
                      <a:pt x="306" y="458"/>
                    </a:cubicBezTo>
                    <a:cubicBezTo>
                      <a:pt x="314" y="455"/>
                      <a:pt x="316" y="451"/>
                      <a:pt x="313" y="442"/>
                    </a:cubicBezTo>
                    <a:cubicBezTo>
                      <a:pt x="308" y="426"/>
                      <a:pt x="308" y="426"/>
                      <a:pt x="308" y="426"/>
                    </a:cubicBezTo>
                    <a:cubicBezTo>
                      <a:pt x="308" y="426"/>
                      <a:pt x="302" y="427"/>
                      <a:pt x="299" y="428"/>
                    </a:cubicBezTo>
                    <a:cubicBezTo>
                      <a:pt x="298" y="429"/>
                      <a:pt x="296" y="429"/>
                      <a:pt x="295" y="429"/>
                    </a:cubicBezTo>
                    <a:cubicBezTo>
                      <a:pt x="289" y="432"/>
                      <a:pt x="280" y="435"/>
                      <a:pt x="280" y="435"/>
                    </a:cubicBezTo>
                    <a:cubicBezTo>
                      <a:pt x="285" y="452"/>
                      <a:pt x="285" y="452"/>
                      <a:pt x="285" y="452"/>
                    </a:cubicBezTo>
                    <a:cubicBezTo>
                      <a:pt x="288" y="461"/>
                      <a:pt x="289" y="463"/>
                      <a:pt x="293" y="461"/>
                    </a:cubicBezTo>
                    <a:cubicBezTo>
                      <a:pt x="296" y="461"/>
                      <a:pt x="298" y="460"/>
                      <a:pt x="298" y="460"/>
                    </a:cubicBezTo>
                    <a:cubicBezTo>
                      <a:pt x="299" y="461"/>
                      <a:pt x="299" y="461"/>
                      <a:pt x="299" y="461"/>
                    </a:cubicBezTo>
                    <a:cubicBezTo>
                      <a:pt x="302" y="475"/>
                      <a:pt x="302" y="475"/>
                      <a:pt x="302" y="475"/>
                    </a:cubicBezTo>
                    <a:cubicBezTo>
                      <a:pt x="302" y="475"/>
                      <a:pt x="282" y="480"/>
                      <a:pt x="275" y="482"/>
                    </a:cubicBezTo>
                    <a:cubicBezTo>
                      <a:pt x="265" y="485"/>
                      <a:pt x="248" y="490"/>
                      <a:pt x="248" y="490"/>
                    </a:cubicBezTo>
                    <a:cubicBezTo>
                      <a:pt x="246" y="476"/>
                      <a:pt x="246" y="476"/>
                      <a:pt x="246" y="476"/>
                    </a:cubicBezTo>
                    <a:cubicBezTo>
                      <a:pt x="253" y="470"/>
                      <a:pt x="254" y="467"/>
                      <a:pt x="252" y="458"/>
                    </a:cubicBezTo>
                    <a:close/>
                    <a:moveTo>
                      <a:pt x="313" y="493"/>
                    </a:moveTo>
                    <a:cubicBezTo>
                      <a:pt x="313" y="493"/>
                      <a:pt x="314" y="493"/>
                      <a:pt x="314" y="493"/>
                    </a:cubicBezTo>
                    <a:cubicBezTo>
                      <a:pt x="347" y="484"/>
                      <a:pt x="368" y="497"/>
                      <a:pt x="378" y="531"/>
                    </a:cubicBezTo>
                    <a:cubicBezTo>
                      <a:pt x="388" y="567"/>
                      <a:pt x="376" y="592"/>
                      <a:pt x="344" y="603"/>
                    </a:cubicBezTo>
                    <a:cubicBezTo>
                      <a:pt x="343" y="603"/>
                      <a:pt x="342" y="604"/>
                      <a:pt x="341" y="604"/>
                    </a:cubicBezTo>
                    <a:cubicBezTo>
                      <a:pt x="309" y="613"/>
                      <a:pt x="287" y="599"/>
                      <a:pt x="277" y="565"/>
                    </a:cubicBezTo>
                    <a:cubicBezTo>
                      <a:pt x="267" y="529"/>
                      <a:pt x="279" y="503"/>
                      <a:pt x="313" y="493"/>
                    </a:cubicBezTo>
                    <a:close/>
                    <a:moveTo>
                      <a:pt x="456" y="851"/>
                    </a:moveTo>
                    <a:cubicBezTo>
                      <a:pt x="456" y="851"/>
                      <a:pt x="438" y="855"/>
                      <a:pt x="418" y="861"/>
                    </a:cubicBezTo>
                    <a:cubicBezTo>
                      <a:pt x="408" y="863"/>
                      <a:pt x="408" y="863"/>
                      <a:pt x="408" y="863"/>
                    </a:cubicBezTo>
                    <a:cubicBezTo>
                      <a:pt x="391" y="868"/>
                      <a:pt x="374" y="875"/>
                      <a:pt x="374" y="875"/>
                    </a:cubicBezTo>
                    <a:cubicBezTo>
                      <a:pt x="371" y="859"/>
                      <a:pt x="371" y="859"/>
                      <a:pt x="371" y="859"/>
                    </a:cubicBezTo>
                    <a:cubicBezTo>
                      <a:pt x="379" y="856"/>
                      <a:pt x="380" y="852"/>
                      <a:pt x="378" y="842"/>
                    </a:cubicBezTo>
                    <a:cubicBezTo>
                      <a:pt x="362" y="787"/>
                      <a:pt x="362" y="787"/>
                      <a:pt x="362" y="787"/>
                    </a:cubicBezTo>
                    <a:cubicBezTo>
                      <a:pt x="360" y="780"/>
                      <a:pt x="358" y="779"/>
                      <a:pt x="354" y="780"/>
                    </a:cubicBezTo>
                    <a:cubicBezTo>
                      <a:pt x="352" y="781"/>
                      <a:pt x="350" y="782"/>
                      <a:pt x="350" y="782"/>
                    </a:cubicBezTo>
                    <a:cubicBezTo>
                      <a:pt x="348" y="780"/>
                      <a:pt x="348" y="780"/>
                      <a:pt x="348" y="780"/>
                    </a:cubicBezTo>
                    <a:cubicBezTo>
                      <a:pt x="346" y="767"/>
                      <a:pt x="346" y="767"/>
                      <a:pt x="346" y="767"/>
                    </a:cubicBezTo>
                    <a:cubicBezTo>
                      <a:pt x="372" y="760"/>
                      <a:pt x="372" y="760"/>
                      <a:pt x="372" y="760"/>
                    </a:cubicBezTo>
                    <a:cubicBezTo>
                      <a:pt x="375" y="759"/>
                      <a:pt x="382" y="757"/>
                      <a:pt x="388" y="755"/>
                    </a:cubicBezTo>
                    <a:cubicBezTo>
                      <a:pt x="397" y="752"/>
                      <a:pt x="406" y="749"/>
                      <a:pt x="406" y="749"/>
                    </a:cubicBezTo>
                    <a:cubicBezTo>
                      <a:pt x="408" y="765"/>
                      <a:pt x="408" y="765"/>
                      <a:pt x="408" y="765"/>
                    </a:cubicBezTo>
                    <a:cubicBezTo>
                      <a:pt x="397" y="770"/>
                      <a:pt x="395" y="772"/>
                      <a:pt x="396" y="778"/>
                    </a:cubicBezTo>
                    <a:cubicBezTo>
                      <a:pt x="399" y="789"/>
                      <a:pt x="401" y="800"/>
                      <a:pt x="405" y="815"/>
                    </a:cubicBezTo>
                    <a:cubicBezTo>
                      <a:pt x="412" y="837"/>
                      <a:pt x="412" y="837"/>
                      <a:pt x="412" y="837"/>
                    </a:cubicBezTo>
                    <a:cubicBezTo>
                      <a:pt x="413" y="840"/>
                      <a:pt x="415" y="841"/>
                      <a:pt x="419" y="840"/>
                    </a:cubicBezTo>
                    <a:cubicBezTo>
                      <a:pt x="430" y="837"/>
                      <a:pt x="432" y="831"/>
                      <a:pt x="427" y="809"/>
                    </a:cubicBezTo>
                    <a:cubicBezTo>
                      <a:pt x="447" y="801"/>
                      <a:pt x="447" y="801"/>
                      <a:pt x="447" y="801"/>
                    </a:cubicBezTo>
                    <a:cubicBezTo>
                      <a:pt x="450" y="803"/>
                      <a:pt x="450" y="803"/>
                      <a:pt x="450" y="803"/>
                    </a:cubicBezTo>
                    <a:cubicBezTo>
                      <a:pt x="450" y="803"/>
                      <a:pt x="453" y="825"/>
                      <a:pt x="459" y="848"/>
                    </a:cubicBezTo>
                    <a:lnTo>
                      <a:pt x="456" y="851"/>
                    </a:lnTo>
                    <a:close/>
                    <a:moveTo>
                      <a:pt x="459" y="516"/>
                    </a:moveTo>
                    <a:cubicBezTo>
                      <a:pt x="548" y="828"/>
                      <a:pt x="548" y="828"/>
                      <a:pt x="548" y="828"/>
                    </a:cubicBezTo>
                    <a:cubicBezTo>
                      <a:pt x="549" y="832"/>
                      <a:pt x="546" y="836"/>
                      <a:pt x="543" y="837"/>
                    </a:cubicBezTo>
                    <a:cubicBezTo>
                      <a:pt x="539" y="838"/>
                      <a:pt x="534" y="836"/>
                      <a:pt x="533" y="832"/>
                    </a:cubicBezTo>
                    <a:cubicBezTo>
                      <a:pt x="444" y="520"/>
                      <a:pt x="444" y="520"/>
                      <a:pt x="444" y="520"/>
                    </a:cubicBezTo>
                    <a:cubicBezTo>
                      <a:pt x="443" y="516"/>
                      <a:pt x="445" y="512"/>
                      <a:pt x="449" y="511"/>
                    </a:cubicBezTo>
                    <a:cubicBezTo>
                      <a:pt x="453" y="510"/>
                      <a:pt x="457" y="512"/>
                      <a:pt x="459" y="516"/>
                    </a:cubicBezTo>
                    <a:close/>
                    <a:moveTo>
                      <a:pt x="454" y="453"/>
                    </a:moveTo>
                    <a:cubicBezTo>
                      <a:pt x="457" y="464"/>
                      <a:pt x="451" y="475"/>
                      <a:pt x="440" y="478"/>
                    </a:cubicBezTo>
                    <a:cubicBezTo>
                      <a:pt x="429" y="481"/>
                      <a:pt x="418" y="475"/>
                      <a:pt x="415" y="464"/>
                    </a:cubicBezTo>
                    <a:cubicBezTo>
                      <a:pt x="412" y="453"/>
                      <a:pt x="418" y="442"/>
                      <a:pt x="429" y="439"/>
                    </a:cubicBezTo>
                    <a:cubicBezTo>
                      <a:pt x="439" y="436"/>
                      <a:pt x="450" y="442"/>
                      <a:pt x="454" y="453"/>
                    </a:cubicBezTo>
                    <a:close/>
                    <a:moveTo>
                      <a:pt x="326" y="80"/>
                    </a:moveTo>
                    <a:cubicBezTo>
                      <a:pt x="330" y="79"/>
                      <a:pt x="334" y="81"/>
                      <a:pt x="336" y="85"/>
                    </a:cubicBezTo>
                    <a:cubicBezTo>
                      <a:pt x="425" y="397"/>
                      <a:pt x="425" y="397"/>
                      <a:pt x="425" y="397"/>
                    </a:cubicBezTo>
                    <a:cubicBezTo>
                      <a:pt x="426" y="401"/>
                      <a:pt x="424" y="405"/>
                      <a:pt x="420" y="406"/>
                    </a:cubicBezTo>
                    <a:cubicBezTo>
                      <a:pt x="416" y="408"/>
                      <a:pt x="412" y="405"/>
                      <a:pt x="410" y="401"/>
                    </a:cubicBezTo>
                    <a:cubicBezTo>
                      <a:pt x="321" y="89"/>
                      <a:pt x="321" y="89"/>
                      <a:pt x="321" y="89"/>
                    </a:cubicBezTo>
                    <a:cubicBezTo>
                      <a:pt x="320" y="85"/>
                      <a:pt x="322" y="81"/>
                      <a:pt x="326" y="80"/>
                    </a:cubicBezTo>
                    <a:close/>
                    <a:moveTo>
                      <a:pt x="286" y="228"/>
                    </a:moveTo>
                    <a:cubicBezTo>
                      <a:pt x="286" y="228"/>
                      <a:pt x="287" y="244"/>
                      <a:pt x="291" y="265"/>
                    </a:cubicBezTo>
                    <a:cubicBezTo>
                      <a:pt x="267" y="273"/>
                      <a:pt x="267" y="273"/>
                      <a:pt x="267" y="273"/>
                    </a:cubicBezTo>
                    <a:cubicBezTo>
                      <a:pt x="267" y="273"/>
                      <a:pt x="266" y="269"/>
                      <a:pt x="264" y="264"/>
                    </a:cubicBezTo>
                    <a:cubicBezTo>
                      <a:pt x="262" y="255"/>
                      <a:pt x="258" y="252"/>
                      <a:pt x="250" y="255"/>
                    </a:cubicBezTo>
                    <a:cubicBezTo>
                      <a:pt x="248" y="255"/>
                      <a:pt x="247" y="256"/>
                      <a:pt x="245" y="257"/>
                    </a:cubicBezTo>
                    <a:cubicBezTo>
                      <a:pt x="263" y="319"/>
                      <a:pt x="263" y="319"/>
                      <a:pt x="263" y="319"/>
                    </a:cubicBezTo>
                    <a:cubicBezTo>
                      <a:pt x="265" y="319"/>
                      <a:pt x="267" y="319"/>
                      <a:pt x="269" y="319"/>
                    </a:cubicBezTo>
                    <a:cubicBezTo>
                      <a:pt x="277" y="316"/>
                      <a:pt x="279" y="310"/>
                      <a:pt x="276" y="296"/>
                    </a:cubicBezTo>
                    <a:cubicBezTo>
                      <a:pt x="301" y="287"/>
                      <a:pt x="301" y="287"/>
                      <a:pt x="301" y="287"/>
                    </a:cubicBezTo>
                    <a:cubicBezTo>
                      <a:pt x="301" y="287"/>
                      <a:pt x="305" y="307"/>
                      <a:pt x="309" y="323"/>
                    </a:cubicBezTo>
                    <a:cubicBezTo>
                      <a:pt x="308" y="326"/>
                      <a:pt x="308" y="326"/>
                      <a:pt x="308" y="326"/>
                    </a:cubicBezTo>
                    <a:cubicBezTo>
                      <a:pt x="308" y="326"/>
                      <a:pt x="292" y="338"/>
                      <a:pt x="270" y="344"/>
                    </a:cubicBezTo>
                    <a:cubicBezTo>
                      <a:pt x="270" y="344"/>
                      <a:pt x="270" y="344"/>
                      <a:pt x="270" y="344"/>
                    </a:cubicBezTo>
                    <a:cubicBezTo>
                      <a:pt x="240" y="352"/>
                      <a:pt x="217" y="338"/>
                      <a:pt x="207" y="304"/>
                    </a:cubicBezTo>
                    <a:cubicBezTo>
                      <a:pt x="198" y="271"/>
                      <a:pt x="209" y="246"/>
                      <a:pt x="239" y="234"/>
                    </a:cubicBezTo>
                    <a:cubicBezTo>
                      <a:pt x="242" y="233"/>
                      <a:pt x="245" y="232"/>
                      <a:pt x="248" y="231"/>
                    </a:cubicBezTo>
                    <a:cubicBezTo>
                      <a:pt x="262" y="227"/>
                      <a:pt x="284" y="225"/>
                      <a:pt x="284" y="225"/>
                    </a:cubicBezTo>
                    <a:lnTo>
                      <a:pt x="286" y="228"/>
                    </a:lnTo>
                    <a:close/>
                    <a:moveTo>
                      <a:pt x="202" y="104"/>
                    </a:moveTo>
                    <a:cubicBezTo>
                      <a:pt x="204" y="103"/>
                      <a:pt x="207" y="102"/>
                      <a:pt x="209" y="102"/>
                    </a:cubicBezTo>
                    <a:cubicBezTo>
                      <a:pt x="227" y="97"/>
                      <a:pt x="241" y="97"/>
                      <a:pt x="241" y="97"/>
                    </a:cubicBezTo>
                    <a:cubicBezTo>
                      <a:pt x="244" y="100"/>
                      <a:pt x="244" y="100"/>
                      <a:pt x="244" y="100"/>
                    </a:cubicBezTo>
                    <a:cubicBezTo>
                      <a:pt x="244" y="100"/>
                      <a:pt x="245" y="115"/>
                      <a:pt x="248" y="130"/>
                    </a:cubicBezTo>
                    <a:cubicBezTo>
                      <a:pt x="230" y="137"/>
                      <a:pt x="230" y="137"/>
                      <a:pt x="230" y="137"/>
                    </a:cubicBezTo>
                    <a:cubicBezTo>
                      <a:pt x="227" y="136"/>
                      <a:pt x="227" y="136"/>
                      <a:pt x="227" y="136"/>
                    </a:cubicBezTo>
                    <a:cubicBezTo>
                      <a:pt x="226" y="134"/>
                      <a:pt x="226" y="134"/>
                      <a:pt x="226" y="134"/>
                    </a:cubicBezTo>
                    <a:cubicBezTo>
                      <a:pt x="224" y="126"/>
                      <a:pt x="219" y="124"/>
                      <a:pt x="211" y="126"/>
                    </a:cubicBezTo>
                    <a:cubicBezTo>
                      <a:pt x="210" y="126"/>
                      <a:pt x="209" y="126"/>
                      <a:pt x="208" y="127"/>
                    </a:cubicBezTo>
                    <a:cubicBezTo>
                      <a:pt x="212" y="142"/>
                      <a:pt x="212" y="142"/>
                      <a:pt x="212" y="142"/>
                    </a:cubicBezTo>
                    <a:cubicBezTo>
                      <a:pt x="217" y="143"/>
                      <a:pt x="222" y="144"/>
                      <a:pt x="228" y="145"/>
                    </a:cubicBezTo>
                    <a:cubicBezTo>
                      <a:pt x="243" y="146"/>
                      <a:pt x="259" y="150"/>
                      <a:pt x="264" y="168"/>
                    </a:cubicBezTo>
                    <a:cubicBezTo>
                      <a:pt x="270" y="187"/>
                      <a:pt x="258" y="203"/>
                      <a:pt x="233" y="213"/>
                    </a:cubicBezTo>
                    <a:cubicBezTo>
                      <a:pt x="230" y="214"/>
                      <a:pt x="227" y="216"/>
                      <a:pt x="223" y="217"/>
                    </a:cubicBezTo>
                    <a:cubicBezTo>
                      <a:pt x="204" y="222"/>
                      <a:pt x="189" y="219"/>
                      <a:pt x="189" y="219"/>
                    </a:cubicBezTo>
                    <a:cubicBezTo>
                      <a:pt x="186" y="216"/>
                      <a:pt x="186" y="216"/>
                      <a:pt x="186" y="216"/>
                    </a:cubicBezTo>
                    <a:cubicBezTo>
                      <a:pt x="186" y="216"/>
                      <a:pt x="184" y="199"/>
                      <a:pt x="182" y="188"/>
                    </a:cubicBezTo>
                    <a:cubicBezTo>
                      <a:pt x="202" y="181"/>
                      <a:pt x="202" y="181"/>
                      <a:pt x="202" y="181"/>
                    </a:cubicBezTo>
                    <a:cubicBezTo>
                      <a:pt x="206" y="192"/>
                      <a:pt x="212" y="196"/>
                      <a:pt x="221" y="193"/>
                    </a:cubicBezTo>
                    <a:cubicBezTo>
                      <a:pt x="224" y="193"/>
                      <a:pt x="225" y="192"/>
                      <a:pt x="227" y="191"/>
                    </a:cubicBezTo>
                    <a:cubicBezTo>
                      <a:pt x="223" y="178"/>
                      <a:pt x="223" y="178"/>
                      <a:pt x="223" y="178"/>
                    </a:cubicBezTo>
                    <a:cubicBezTo>
                      <a:pt x="218" y="176"/>
                      <a:pt x="210" y="176"/>
                      <a:pt x="202" y="174"/>
                    </a:cubicBezTo>
                    <a:cubicBezTo>
                      <a:pt x="188" y="172"/>
                      <a:pt x="173" y="168"/>
                      <a:pt x="169" y="151"/>
                    </a:cubicBezTo>
                    <a:cubicBezTo>
                      <a:pt x="163" y="132"/>
                      <a:pt x="176" y="113"/>
                      <a:pt x="202" y="104"/>
                    </a:cubicBezTo>
                    <a:close/>
                    <a:moveTo>
                      <a:pt x="166" y="471"/>
                    </a:moveTo>
                    <a:cubicBezTo>
                      <a:pt x="77" y="159"/>
                      <a:pt x="77" y="159"/>
                      <a:pt x="77" y="159"/>
                    </a:cubicBezTo>
                    <a:cubicBezTo>
                      <a:pt x="76" y="155"/>
                      <a:pt x="78" y="151"/>
                      <a:pt x="82" y="150"/>
                    </a:cubicBezTo>
                    <a:cubicBezTo>
                      <a:pt x="86" y="148"/>
                      <a:pt x="90" y="151"/>
                      <a:pt x="91" y="155"/>
                    </a:cubicBezTo>
                    <a:cubicBezTo>
                      <a:pt x="180" y="467"/>
                      <a:pt x="180" y="467"/>
                      <a:pt x="180" y="467"/>
                    </a:cubicBezTo>
                    <a:cubicBezTo>
                      <a:pt x="182" y="471"/>
                      <a:pt x="179" y="475"/>
                      <a:pt x="175" y="476"/>
                    </a:cubicBezTo>
                    <a:cubicBezTo>
                      <a:pt x="172" y="477"/>
                      <a:pt x="167" y="475"/>
                      <a:pt x="166" y="471"/>
                    </a:cubicBezTo>
                    <a:close/>
                    <a:moveTo>
                      <a:pt x="171" y="533"/>
                    </a:moveTo>
                    <a:cubicBezTo>
                      <a:pt x="168" y="523"/>
                      <a:pt x="174" y="512"/>
                      <a:pt x="185" y="509"/>
                    </a:cubicBezTo>
                    <a:cubicBezTo>
                      <a:pt x="196" y="506"/>
                      <a:pt x="207" y="512"/>
                      <a:pt x="210" y="522"/>
                    </a:cubicBezTo>
                    <a:cubicBezTo>
                      <a:pt x="213" y="533"/>
                      <a:pt x="207" y="544"/>
                      <a:pt x="196" y="547"/>
                    </a:cubicBezTo>
                    <a:cubicBezTo>
                      <a:pt x="191" y="549"/>
                      <a:pt x="185" y="548"/>
                      <a:pt x="181" y="546"/>
                    </a:cubicBezTo>
                    <a:cubicBezTo>
                      <a:pt x="176" y="543"/>
                      <a:pt x="173" y="539"/>
                      <a:pt x="171" y="533"/>
                    </a:cubicBezTo>
                    <a:close/>
                    <a:moveTo>
                      <a:pt x="205" y="580"/>
                    </a:moveTo>
                    <a:cubicBezTo>
                      <a:pt x="209" y="579"/>
                      <a:pt x="213" y="581"/>
                      <a:pt x="215" y="585"/>
                    </a:cubicBezTo>
                    <a:cubicBezTo>
                      <a:pt x="304" y="897"/>
                      <a:pt x="304" y="897"/>
                      <a:pt x="304" y="897"/>
                    </a:cubicBezTo>
                    <a:cubicBezTo>
                      <a:pt x="305" y="901"/>
                      <a:pt x="302" y="905"/>
                      <a:pt x="299" y="907"/>
                    </a:cubicBezTo>
                    <a:cubicBezTo>
                      <a:pt x="295" y="908"/>
                      <a:pt x="291" y="905"/>
                      <a:pt x="289" y="901"/>
                    </a:cubicBezTo>
                    <a:cubicBezTo>
                      <a:pt x="200" y="589"/>
                      <a:pt x="200" y="589"/>
                      <a:pt x="200" y="589"/>
                    </a:cubicBezTo>
                    <a:cubicBezTo>
                      <a:pt x="199" y="585"/>
                      <a:pt x="201" y="581"/>
                      <a:pt x="205" y="580"/>
                    </a:cubicBezTo>
                    <a:close/>
                    <a:moveTo>
                      <a:pt x="205" y="580"/>
                    </a:moveTo>
                    <a:cubicBezTo>
                      <a:pt x="205" y="580"/>
                      <a:pt x="205" y="580"/>
                      <a:pt x="205" y="580"/>
                    </a:cubicBezTo>
                  </a:path>
                </a:pathLst>
              </a:custGeom>
              <a:solidFill>
                <a:srgbClr val="313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3" name="Freeform 219"/>
              <p:cNvSpPr>
                <a:spLocks noEditPoints="1"/>
              </p:cNvSpPr>
              <p:nvPr userDrawn="1"/>
            </p:nvSpPr>
            <p:spPr bwMode="auto">
              <a:xfrm>
                <a:off x="1705" y="963"/>
                <a:ext cx="382" cy="132"/>
              </a:xfrm>
              <a:custGeom>
                <a:avLst/>
                <a:gdLst>
                  <a:gd name="T0" fmla="*/ 375 w 382"/>
                  <a:gd name="T1" fmla="*/ 0 h 132"/>
                  <a:gd name="T2" fmla="*/ 188 w 382"/>
                  <a:gd name="T3" fmla="*/ 53 h 132"/>
                  <a:gd name="T4" fmla="*/ 0 w 382"/>
                  <a:gd name="T5" fmla="*/ 107 h 132"/>
                  <a:gd name="T6" fmla="*/ 8 w 382"/>
                  <a:gd name="T7" fmla="*/ 132 h 132"/>
                  <a:gd name="T8" fmla="*/ 195 w 382"/>
                  <a:gd name="T9" fmla="*/ 79 h 132"/>
                  <a:gd name="T10" fmla="*/ 382 w 382"/>
                  <a:gd name="T11" fmla="*/ 25 h 132"/>
                  <a:gd name="T12" fmla="*/ 375 w 382"/>
                  <a:gd name="T13" fmla="*/ 0 h 132"/>
                  <a:gd name="T14" fmla="*/ 375 w 382"/>
                  <a:gd name="T15" fmla="*/ 0 h 132"/>
                  <a:gd name="T16" fmla="*/ 375 w 382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82" h="132">
                    <a:moveTo>
                      <a:pt x="375" y="0"/>
                    </a:moveTo>
                    <a:lnTo>
                      <a:pt x="188" y="53"/>
                    </a:lnTo>
                    <a:lnTo>
                      <a:pt x="0" y="107"/>
                    </a:lnTo>
                    <a:lnTo>
                      <a:pt x="8" y="132"/>
                    </a:lnTo>
                    <a:lnTo>
                      <a:pt x="195" y="79"/>
                    </a:lnTo>
                    <a:lnTo>
                      <a:pt x="382" y="25"/>
                    </a:lnTo>
                    <a:lnTo>
                      <a:pt x="375" y="0"/>
                    </a:lnTo>
                    <a:close/>
                    <a:moveTo>
                      <a:pt x="375" y="0"/>
                    </a:moveTo>
                    <a:lnTo>
                      <a:pt x="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4" name="Freeform 220"/>
              <p:cNvSpPr>
                <a:spLocks noEditPoints="1"/>
              </p:cNvSpPr>
              <p:nvPr userDrawn="1"/>
            </p:nvSpPr>
            <p:spPr bwMode="auto">
              <a:xfrm>
                <a:off x="1705" y="963"/>
                <a:ext cx="382" cy="132"/>
              </a:xfrm>
              <a:custGeom>
                <a:avLst/>
                <a:gdLst>
                  <a:gd name="T0" fmla="*/ 375 w 382"/>
                  <a:gd name="T1" fmla="*/ 0 h 132"/>
                  <a:gd name="T2" fmla="*/ 188 w 382"/>
                  <a:gd name="T3" fmla="*/ 53 h 132"/>
                  <a:gd name="T4" fmla="*/ 0 w 382"/>
                  <a:gd name="T5" fmla="*/ 107 h 132"/>
                  <a:gd name="T6" fmla="*/ 8 w 382"/>
                  <a:gd name="T7" fmla="*/ 132 h 132"/>
                  <a:gd name="T8" fmla="*/ 195 w 382"/>
                  <a:gd name="T9" fmla="*/ 79 h 132"/>
                  <a:gd name="T10" fmla="*/ 382 w 382"/>
                  <a:gd name="T11" fmla="*/ 25 h 132"/>
                  <a:gd name="T12" fmla="*/ 375 w 382"/>
                  <a:gd name="T13" fmla="*/ 0 h 132"/>
                  <a:gd name="T14" fmla="*/ 375 w 382"/>
                  <a:gd name="T15" fmla="*/ 0 h 132"/>
                  <a:gd name="T16" fmla="*/ 375 w 382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82" h="132">
                    <a:moveTo>
                      <a:pt x="375" y="0"/>
                    </a:moveTo>
                    <a:lnTo>
                      <a:pt x="188" y="53"/>
                    </a:lnTo>
                    <a:lnTo>
                      <a:pt x="0" y="107"/>
                    </a:lnTo>
                    <a:lnTo>
                      <a:pt x="8" y="132"/>
                    </a:lnTo>
                    <a:lnTo>
                      <a:pt x="195" y="79"/>
                    </a:lnTo>
                    <a:lnTo>
                      <a:pt x="382" y="25"/>
                    </a:lnTo>
                    <a:lnTo>
                      <a:pt x="375" y="0"/>
                    </a:lnTo>
                    <a:moveTo>
                      <a:pt x="375" y="0"/>
                    </a:moveTo>
                    <a:lnTo>
                      <a:pt x="37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24" name="Freeform 232"/>
            <p:cNvSpPr>
              <a:spLocks noEditPoints="1"/>
            </p:cNvSpPr>
            <p:nvPr/>
          </p:nvSpPr>
          <p:spPr bwMode="auto">
            <a:xfrm>
              <a:off x="2828926" y="2614955"/>
              <a:ext cx="168275" cy="522288"/>
            </a:xfrm>
            <a:custGeom>
              <a:avLst/>
              <a:gdLst>
                <a:gd name="T0" fmla="*/ 99 w 106"/>
                <a:gd name="T1" fmla="*/ 327 h 329"/>
                <a:gd name="T2" fmla="*/ 104 w 106"/>
                <a:gd name="T3" fmla="*/ 318 h 329"/>
                <a:gd name="T4" fmla="*/ 15 w 106"/>
                <a:gd name="T5" fmla="*/ 6 h 329"/>
                <a:gd name="T6" fmla="*/ 6 w 106"/>
                <a:gd name="T7" fmla="*/ 1 h 329"/>
                <a:gd name="T8" fmla="*/ 1 w 106"/>
                <a:gd name="T9" fmla="*/ 10 h 329"/>
                <a:gd name="T10" fmla="*/ 90 w 106"/>
                <a:gd name="T11" fmla="*/ 322 h 329"/>
                <a:gd name="T12" fmla="*/ 99 w 106"/>
                <a:gd name="T13" fmla="*/ 327 h 329"/>
                <a:gd name="T14" fmla="*/ 99 w 106"/>
                <a:gd name="T15" fmla="*/ 327 h 329"/>
                <a:gd name="T16" fmla="*/ 99 w 106"/>
                <a:gd name="T17" fmla="*/ 327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329">
                  <a:moveTo>
                    <a:pt x="99" y="327"/>
                  </a:moveTo>
                  <a:cubicBezTo>
                    <a:pt x="103" y="326"/>
                    <a:pt x="106" y="322"/>
                    <a:pt x="104" y="318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4" y="2"/>
                    <a:pt x="10" y="0"/>
                    <a:pt x="6" y="1"/>
                  </a:cubicBezTo>
                  <a:cubicBezTo>
                    <a:pt x="2" y="2"/>
                    <a:pt x="0" y="6"/>
                    <a:pt x="1" y="10"/>
                  </a:cubicBezTo>
                  <a:cubicBezTo>
                    <a:pt x="90" y="322"/>
                    <a:pt x="90" y="322"/>
                    <a:pt x="90" y="322"/>
                  </a:cubicBezTo>
                  <a:cubicBezTo>
                    <a:pt x="91" y="326"/>
                    <a:pt x="95" y="329"/>
                    <a:pt x="99" y="327"/>
                  </a:cubicBezTo>
                  <a:close/>
                  <a:moveTo>
                    <a:pt x="99" y="327"/>
                  </a:moveTo>
                  <a:cubicBezTo>
                    <a:pt x="99" y="327"/>
                    <a:pt x="99" y="327"/>
                    <a:pt x="99" y="327"/>
                  </a:cubicBezTo>
                </a:path>
              </a:pathLst>
            </a:custGeom>
            <a:solidFill>
              <a:srgbClr val="FD59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5" name="Freeform 233"/>
            <p:cNvSpPr>
              <a:spLocks noEditPoints="1"/>
            </p:cNvSpPr>
            <p:nvPr/>
          </p:nvSpPr>
          <p:spPr bwMode="auto">
            <a:xfrm>
              <a:off x="3025247" y="3293161"/>
              <a:ext cx="166688" cy="520700"/>
            </a:xfrm>
            <a:custGeom>
              <a:avLst/>
              <a:gdLst>
                <a:gd name="T0" fmla="*/ 6 w 106"/>
                <a:gd name="T1" fmla="*/ 1 h 328"/>
                <a:gd name="T2" fmla="*/ 1 w 106"/>
                <a:gd name="T3" fmla="*/ 10 h 328"/>
                <a:gd name="T4" fmla="*/ 90 w 106"/>
                <a:gd name="T5" fmla="*/ 322 h 328"/>
                <a:gd name="T6" fmla="*/ 100 w 106"/>
                <a:gd name="T7" fmla="*/ 327 h 328"/>
                <a:gd name="T8" fmla="*/ 105 w 106"/>
                <a:gd name="T9" fmla="*/ 318 h 328"/>
                <a:gd name="T10" fmla="*/ 16 w 106"/>
                <a:gd name="T11" fmla="*/ 6 h 328"/>
                <a:gd name="T12" fmla="*/ 6 w 106"/>
                <a:gd name="T13" fmla="*/ 1 h 328"/>
                <a:gd name="T14" fmla="*/ 6 w 106"/>
                <a:gd name="T15" fmla="*/ 1 h 328"/>
                <a:gd name="T16" fmla="*/ 6 w 106"/>
                <a:gd name="T17" fmla="*/ 1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328">
                  <a:moveTo>
                    <a:pt x="6" y="1"/>
                  </a:moveTo>
                  <a:cubicBezTo>
                    <a:pt x="2" y="2"/>
                    <a:pt x="0" y="6"/>
                    <a:pt x="1" y="10"/>
                  </a:cubicBezTo>
                  <a:cubicBezTo>
                    <a:pt x="90" y="322"/>
                    <a:pt x="90" y="322"/>
                    <a:pt x="90" y="322"/>
                  </a:cubicBezTo>
                  <a:cubicBezTo>
                    <a:pt x="91" y="326"/>
                    <a:pt x="96" y="328"/>
                    <a:pt x="100" y="327"/>
                  </a:cubicBezTo>
                  <a:cubicBezTo>
                    <a:pt x="103" y="326"/>
                    <a:pt x="106" y="322"/>
                    <a:pt x="105" y="318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4" y="2"/>
                    <a:pt x="10" y="0"/>
                    <a:pt x="6" y="1"/>
                  </a:cubicBezTo>
                  <a:close/>
                  <a:moveTo>
                    <a:pt x="6" y="1"/>
                  </a:moveTo>
                  <a:cubicBezTo>
                    <a:pt x="6" y="1"/>
                    <a:pt x="6" y="1"/>
                    <a:pt x="6" y="1"/>
                  </a:cubicBezTo>
                </a:path>
              </a:pathLst>
            </a:custGeom>
            <a:solidFill>
              <a:srgbClr val="FD59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19" name="矩形 218"/>
          <p:cNvSpPr/>
          <p:nvPr/>
        </p:nvSpPr>
        <p:spPr>
          <a:xfrm>
            <a:off x="5283753" y="3545208"/>
            <a:ext cx="1210588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5-1 要点回顾</a:t>
            </a:r>
          </a:p>
        </p:txBody>
      </p:sp>
      <p:sp>
        <p:nvSpPr>
          <p:cNvPr id="425" name="矩形 424"/>
          <p:cNvSpPr/>
          <p:nvPr/>
        </p:nvSpPr>
        <p:spPr>
          <a:xfrm>
            <a:off x="6633360" y="3544352"/>
            <a:ext cx="1210588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5-2 学习建议</a:t>
            </a:r>
          </a:p>
        </p:txBody>
      </p:sp>
      <p:sp>
        <p:nvSpPr>
          <p:cNvPr id="426" name="矩形 425"/>
          <p:cNvSpPr/>
          <p:nvPr/>
        </p:nvSpPr>
        <p:spPr>
          <a:xfrm>
            <a:off x="7958976" y="3546743"/>
            <a:ext cx="1390124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5-3 参考资源</a:t>
            </a:r>
          </a:p>
        </p:txBody>
      </p:sp>
    </p:spTree>
    <p:extLst>
      <p:ext uri="{BB962C8B-B14F-4D97-AF65-F5344CB8AC3E}">
        <p14:creationId xmlns:p14="http://schemas.microsoft.com/office/powerpoint/2010/main" val="6734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ISLIDE.THEME" val="88da1cf9-06ab-4227-8e4f-e7ac9c802e8d"/>
</p:tagLst>
</file>

<file path=ppt/theme/theme1.xml><?xml version="1.0" encoding="utf-8"?>
<a:theme xmlns:a="http://schemas.openxmlformats.org/drawingml/2006/main" name="专注毕业答辩类PPT排版设计，定制QQ:418157732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326CD8"/>
      </a:accent1>
      <a:accent2>
        <a:srgbClr val="289BD5"/>
      </a:accent2>
      <a:accent3>
        <a:srgbClr val="E87823"/>
      </a:accent3>
      <a:accent4>
        <a:srgbClr val="D94247"/>
      </a:accent4>
      <a:accent5>
        <a:srgbClr val="6648C7"/>
      </a:accent5>
      <a:accent6>
        <a:srgbClr val="404067"/>
      </a:accent6>
      <a:hlink>
        <a:srgbClr val="3DB3CD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326CD8"/>
    </a:accent1>
    <a:accent2>
      <a:srgbClr val="289BD5"/>
    </a:accent2>
    <a:accent3>
      <a:srgbClr val="E87823"/>
    </a:accent3>
    <a:accent4>
      <a:srgbClr val="D94247"/>
    </a:accent4>
    <a:accent5>
      <a:srgbClr val="6648C7"/>
    </a:accent5>
    <a:accent6>
      <a:srgbClr val="404067"/>
    </a:accent6>
    <a:hlink>
      <a:srgbClr val="3DB3CD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92</TotalTime>
  <Words>6055</Words>
  <Application>Microsoft Office PowerPoint</Application>
  <PresentationFormat>宽屏</PresentationFormat>
  <Paragraphs>549</Paragraphs>
  <Slides>34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4" baseType="lpstr">
      <vt:lpstr>Arial Unicode MS</vt:lpstr>
      <vt:lpstr>Gill Sans</vt:lpstr>
      <vt:lpstr>方正姚体简体</vt:lpstr>
      <vt:lpstr>宋体</vt:lpstr>
      <vt:lpstr>微软雅黑</vt:lpstr>
      <vt:lpstr>Arial</vt:lpstr>
      <vt:lpstr>Calibri</vt:lpstr>
      <vt:lpstr>Impact</vt:lpstr>
      <vt:lpstr>Wingdings</vt:lpstr>
      <vt:lpstr>专注毕业答辩类PPT排版设计，定制QQ:418157732</vt:lpstr>
      <vt:lpstr>PowerPoint 演示文稿</vt:lpstr>
      <vt:lpstr>PowerPoint 演示文稿</vt:lpstr>
      <vt:lpstr>选题背景和研究意义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研究思路与研究方法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关键技术与实践难点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研究成果与应用前景</vt:lpstr>
      <vt:lpstr>PowerPoint 演示文稿</vt:lpstr>
      <vt:lpstr>PowerPoint 演示文稿</vt:lpstr>
      <vt:lpstr>PowerPoint 演示文稿</vt:lpstr>
      <vt:lpstr>论文总结与展望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www.51pptmoban.com</Manager>
  <LinksUpToDate>false</LinksUpToDate>
  <SharedDoc>false</SharedDoc>
  <HyperlinkBase>https://www.islide.cc</HyperlinkBase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论文答辩</dc:title>
  <dc:creator>StephenZhu</dc:creator>
  <dc:description>www.51pptmoban.com</dc:description>
  <cp:lastModifiedBy>Microsoft 帐户</cp:lastModifiedBy>
  <cp:revision>23</cp:revision>
  <cp:lastPrinted>2018-03-08T16:00:00Z</cp:lastPrinted>
  <dcterms:created xsi:type="dcterms:W3CDTF">2018-03-08T16:00:00Z</dcterms:created>
  <dcterms:modified xsi:type="dcterms:W3CDTF">2021-06-10T15:05:27Z</dcterms:modified>
</cp: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iSlide.Theme">
    <vt:lpwstr>48706f29-9ca0-418e-876d-de7b156ca083</vt:lpwstr>
  </op:property>
  <op:property fmtid="{D5CDD505-2E9C-101B-9397-08002B2CF9AE}" pid="3" name="OfficeCLI.Version">
    <vt:lpwstr>1.0.135</vt:lpwstr>
  </op:property>
  <op:property fmtid="{D5CDD505-2E9C-101B-9397-08002B2CF9AE}" pid="4" name="OfficeCLI.LastModified">
    <vt:lpwstr>2026-07-12T12:21:11Z</vt:lpwstr>
  </op:property>
</op:Properties>
</file>